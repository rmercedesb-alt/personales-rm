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udy Mercedes" userId="0002f573-7c95-4ace-b876-97296f6b7a87" providerId="ADAL" clId="{6A1D6B03-CDE8-4497-B084-EC391553D28E}"/>
    <pc:docChg chg="undo custSel modSld">
      <pc:chgData name="Rudy Mercedes" userId="0002f573-7c95-4ace-b876-97296f6b7a87" providerId="ADAL" clId="{6A1D6B03-CDE8-4497-B084-EC391553D28E}" dt="2026-04-18T12:14:34.667" v="36" actId="1076"/>
      <pc:docMkLst>
        <pc:docMk/>
      </pc:docMkLst>
      <pc:sldChg chg="addSp modSp mod">
        <pc:chgData name="Rudy Mercedes" userId="0002f573-7c95-4ace-b876-97296f6b7a87" providerId="ADAL" clId="{6A1D6B03-CDE8-4497-B084-EC391553D28E}" dt="2026-04-18T12:13:41.686" v="25" actId="20577"/>
        <pc:sldMkLst>
          <pc:docMk/>
          <pc:sldMk cId="0" sldId="256"/>
        </pc:sldMkLst>
        <pc:spChg chg="mod">
          <ac:chgData name="Rudy Mercedes" userId="0002f573-7c95-4ace-b876-97296f6b7a87" providerId="ADAL" clId="{6A1D6B03-CDE8-4497-B084-EC391553D28E}" dt="2026-04-18T12:13:31.296" v="11" actId="1076"/>
          <ac:spMkLst>
            <pc:docMk/>
            <pc:sldMk cId="0" sldId="256"/>
            <ac:spMk id="3" creationId="{00000000-0000-0000-0000-000000000000}"/>
          </ac:spMkLst>
        </pc:spChg>
        <pc:spChg chg="mod">
          <ac:chgData name="Rudy Mercedes" userId="0002f573-7c95-4ace-b876-97296f6b7a87" providerId="ADAL" clId="{6A1D6B03-CDE8-4497-B084-EC391553D28E}" dt="2026-04-18T12:13:41.686" v="25" actId="20577"/>
          <ac:spMkLst>
            <pc:docMk/>
            <pc:sldMk cId="0" sldId="256"/>
            <ac:spMk id="7" creationId="{00000000-0000-0000-0000-000000000000}"/>
          </ac:spMkLst>
        </pc:spChg>
        <pc:picChg chg="add mod">
          <ac:chgData name="Rudy Mercedes" userId="0002f573-7c95-4ace-b876-97296f6b7a87" providerId="ADAL" clId="{6A1D6B03-CDE8-4497-B084-EC391553D28E}" dt="2026-04-18T12:13:22.497" v="10" actId="1076"/>
          <ac:picMkLst>
            <pc:docMk/>
            <pc:sldMk cId="0" sldId="256"/>
            <ac:picMk id="8" creationId="{2E01C9FE-3125-F0F0-79AD-EC6CA1FA0C71}"/>
          </ac:picMkLst>
        </pc:picChg>
      </pc:sldChg>
      <pc:sldChg chg="addSp modSp mod">
        <pc:chgData name="Rudy Mercedes" userId="0002f573-7c95-4ace-b876-97296f6b7a87" providerId="ADAL" clId="{6A1D6B03-CDE8-4497-B084-EC391553D28E}" dt="2026-04-18T12:14:05.822" v="30" actId="1076"/>
        <pc:sldMkLst>
          <pc:docMk/>
          <pc:sldMk cId="0" sldId="257"/>
        </pc:sldMkLst>
        <pc:picChg chg="add mod">
          <ac:chgData name="Rudy Mercedes" userId="0002f573-7c95-4ace-b876-97296f6b7a87" providerId="ADAL" clId="{6A1D6B03-CDE8-4497-B084-EC391553D28E}" dt="2026-04-18T12:14:05.822" v="30" actId="1076"/>
          <ac:picMkLst>
            <pc:docMk/>
            <pc:sldMk cId="0" sldId="257"/>
            <ac:picMk id="26" creationId="{2CE7DFDC-D7A4-F57A-BA93-FC768C4D17C4}"/>
          </ac:picMkLst>
        </pc:picChg>
      </pc:sldChg>
      <pc:sldChg chg="addSp modSp mod">
        <pc:chgData name="Rudy Mercedes" userId="0002f573-7c95-4ace-b876-97296f6b7a87" providerId="ADAL" clId="{6A1D6B03-CDE8-4497-B084-EC391553D28E}" dt="2026-04-18T12:14:18.606" v="33" actId="1076"/>
        <pc:sldMkLst>
          <pc:docMk/>
          <pc:sldMk cId="0" sldId="258"/>
        </pc:sldMkLst>
        <pc:picChg chg="add mod">
          <ac:chgData name="Rudy Mercedes" userId="0002f573-7c95-4ace-b876-97296f6b7a87" providerId="ADAL" clId="{6A1D6B03-CDE8-4497-B084-EC391553D28E}" dt="2026-04-18T12:14:18.606" v="33" actId="1076"/>
          <ac:picMkLst>
            <pc:docMk/>
            <pc:sldMk cId="0" sldId="258"/>
            <ac:picMk id="28" creationId="{C8BC2DCE-3C85-662D-C1DB-FDAED981C015}"/>
          </ac:picMkLst>
        </pc:picChg>
      </pc:sldChg>
      <pc:sldChg chg="addSp modSp mod">
        <pc:chgData name="Rudy Mercedes" userId="0002f573-7c95-4ace-b876-97296f6b7a87" providerId="ADAL" clId="{6A1D6B03-CDE8-4497-B084-EC391553D28E}" dt="2026-04-18T12:14:34.667" v="36" actId="1076"/>
        <pc:sldMkLst>
          <pc:docMk/>
          <pc:sldMk cId="0" sldId="259"/>
        </pc:sldMkLst>
        <pc:spChg chg="mod">
          <ac:chgData name="Rudy Mercedes" userId="0002f573-7c95-4ace-b876-97296f6b7a87" providerId="ADAL" clId="{6A1D6B03-CDE8-4497-B084-EC391553D28E}" dt="2026-04-18T12:11:07.212" v="2" actId="20577"/>
          <ac:spMkLst>
            <pc:docMk/>
            <pc:sldMk cId="0" sldId="259"/>
            <ac:spMk id="10" creationId="{00000000-0000-0000-0000-000000000000}"/>
          </ac:spMkLst>
        </pc:spChg>
        <pc:picChg chg="add mod">
          <ac:chgData name="Rudy Mercedes" userId="0002f573-7c95-4ace-b876-97296f6b7a87" providerId="ADAL" clId="{6A1D6B03-CDE8-4497-B084-EC391553D28E}" dt="2026-04-18T12:14:34.667" v="36" actId="1076"/>
          <ac:picMkLst>
            <pc:docMk/>
            <pc:sldMk cId="0" sldId="259"/>
            <ac:picMk id="17" creationId="{7880FE8D-610D-62B7-5E88-4AE645D6A802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25235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E8A63A"/>
          </a:solidFill>
          <a:ln w="12700">
            <a:solidFill>
              <a:srgbClr val="E8A6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955409" y="11430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F5C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REUNIÓN DE EQUIPO  ·  18 DE ABRIL DE 2026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05840" y="123444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Compromiso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1005840" y="21488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E8A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 Responsabilidad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1005840" y="3520440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Cumplir lo que prometemos es la base del crecimiento personal y del éxito del equipo.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0" y="46177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400" dirty="0">
                <a:solidFill>
                  <a:srgbClr val="F5C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 </a:t>
            </a:r>
            <a:r>
              <a:rPr lang="en-US" sz="1100" b="1" kern="0" spc="400" dirty="0" err="1">
                <a:solidFill>
                  <a:srgbClr val="F5C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Comercial</a:t>
            </a:r>
            <a:endParaRPr lang="en-US" sz="1100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2E01C9FE-3125-F0F0-79AD-EC6CA1FA0C7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90" y="50812"/>
            <a:ext cx="934459" cy="4978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1005840"/>
          </a:xfrm>
          <a:prstGeom prst="rect">
            <a:avLst/>
          </a:prstGeom>
          <a:solidFill>
            <a:srgbClr val="E8A63A"/>
          </a:solidFill>
          <a:ln w="12700">
            <a:solidFill>
              <a:srgbClr val="E8A6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5C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EL COMPROMISO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3891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 que prometo, lo cumplo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02920" y="1280160"/>
            <a:ext cx="4206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compromiso no es solo una palabra: es una decisión diaria. Cada visita, cada foto y cada detalle de nuestro trabajo habla de quiénes somos como profesionales. Cuando cumplimos, construimos confianza; cuando no, la perdemos.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3154680"/>
            <a:ext cx="347472" cy="347472"/>
          </a:xfrm>
          <a:prstGeom prst="ellipse">
            <a:avLst/>
          </a:prstGeom>
          <a:solidFill>
            <a:srgbClr val="E8A63A"/>
          </a:solidFill>
          <a:ln w="12700">
            <a:solidFill>
              <a:srgbClr val="E8A6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31546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3191256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Palabra  </a:t>
            </a:r>
            <a:r>
              <a:rPr lang="en-US" sz="13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Digo lo que haré.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3657600"/>
            <a:ext cx="347472" cy="347472"/>
          </a:xfrm>
          <a:prstGeom prst="ellipse">
            <a:avLst/>
          </a:prstGeom>
          <a:solidFill>
            <a:srgbClr val="E8A63A"/>
          </a:solidFill>
          <a:ln w="12700">
            <a:solidFill>
              <a:srgbClr val="E8A6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6576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60120" y="3694176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Acción  </a:t>
            </a:r>
            <a:r>
              <a:rPr lang="en-US" sz="13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Hago lo que dije.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02920" y="4160520"/>
            <a:ext cx="347472" cy="347472"/>
          </a:xfrm>
          <a:prstGeom prst="ellipse">
            <a:avLst/>
          </a:prstGeom>
          <a:solidFill>
            <a:srgbClr val="E8A63A"/>
          </a:solidFill>
          <a:ln w="12700">
            <a:solidFill>
              <a:srgbClr val="E8A6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41605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60120" y="4197096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 </a:t>
            </a:r>
            <a:r>
              <a:rPr lang="en-US" sz="13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Demuestro con hechos.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029200" y="1280160"/>
            <a:ext cx="374904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7E2D5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029200" y="1280160"/>
            <a:ext cx="73152" cy="1554480"/>
          </a:xfrm>
          <a:prstGeom prst="rect">
            <a:avLst/>
          </a:prstGeom>
          <a:solidFill>
            <a:srgbClr val="E8A63A"/>
          </a:solidFill>
          <a:ln w="12700">
            <a:solidFill>
              <a:srgbClr val="E8A6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12080" y="12984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E8A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4800" dirty="0"/>
          </a:p>
        </p:txBody>
      </p:sp>
      <p:sp>
        <p:nvSpPr>
          <p:cNvPr id="19" name="Text 17"/>
          <p:cNvSpPr/>
          <p:nvPr/>
        </p:nvSpPr>
        <p:spPr>
          <a:xfrm>
            <a:off x="5669280" y="1444752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F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compromiso es lo que transforma una promesa en realidad.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669280" y="242316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Abraham Lincoln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0" y="2971800"/>
            <a:ext cx="374904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7E2D5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029200" y="2971800"/>
            <a:ext cx="73152" cy="1554480"/>
          </a:xfrm>
          <a:prstGeom prst="rect">
            <a:avLst/>
          </a:prstGeom>
          <a:solidFill>
            <a:srgbClr val="E8A63A"/>
          </a:solidFill>
          <a:ln w="12700">
            <a:solidFill>
              <a:srgbClr val="E8A6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12080" y="29900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E8A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4800" dirty="0"/>
          </a:p>
        </p:txBody>
      </p:sp>
      <p:sp>
        <p:nvSpPr>
          <p:cNvPr id="24" name="Text 22"/>
          <p:cNvSpPr/>
          <p:nvPr/>
        </p:nvSpPr>
        <p:spPr>
          <a:xfrm>
            <a:off x="5669280" y="3136392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F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disciplina es el puente entre las metas y los logros.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669280" y="411480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Jim Rohn</a:t>
            </a:r>
            <a:endParaRPr lang="en-US" sz="1100" dirty="0"/>
          </a:p>
        </p:txBody>
      </p:sp>
      <p:pic>
        <p:nvPicPr>
          <p:cNvPr id="26" name="Imagen 25">
            <a:extLst>
              <a:ext uri="{FF2B5EF4-FFF2-40B4-BE49-F238E27FC236}">
                <a16:creationId xmlns:a16="http://schemas.microsoft.com/office/drawing/2014/main" id="{2CE7DFDC-D7A4-F57A-BA93-FC768C4D17C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8905" y="4759708"/>
            <a:ext cx="558669" cy="29762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1005840"/>
          </a:xfrm>
          <a:prstGeom prst="rect">
            <a:avLst/>
          </a:prstGeom>
          <a:solidFill>
            <a:srgbClr val="E8A63A"/>
          </a:solidFill>
          <a:ln w="12700">
            <a:solidFill>
              <a:srgbClr val="E8A6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5C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EL MERCHANDISING EN EL PUNTO DE VENTA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3891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foto es la prueba de mi trabajo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234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acomodo bien los productos en el punto de venta, la foto lo demuestra — y esos mismos productos se venden mejor.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965960"/>
            <a:ext cx="2606040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E7E2D5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1965960"/>
            <a:ext cx="2606040" cy="73152"/>
          </a:xfrm>
          <a:prstGeom prst="rect">
            <a:avLst/>
          </a:prstGeom>
          <a:solidFill>
            <a:srgbClr val="E8A63A"/>
          </a:solidFill>
          <a:ln w="12700">
            <a:solidFill>
              <a:srgbClr val="E8A6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224028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A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28803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VISIBILIDAD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320040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producto bien exhibido se ve más, se recuerda más y se vende más.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91840" y="1965960"/>
            <a:ext cx="2606040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E7E2D5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91840" y="1965960"/>
            <a:ext cx="2606040" cy="73152"/>
          </a:xfrm>
          <a:prstGeom prst="rect">
            <a:avLst/>
          </a:prstGeom>
          <a:solidFill>
            <a:srgbClr val="E8A63A"/>
          </a:solidFill>
          <a:ln w="12700">
            <a:solidFill>
              <a:srgbClr val="E8A6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20440" y="224028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2044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A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520440" y="28803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CONFIANZA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520440" y="320040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anaquel ordenado transmite profesionalismo y cuida la marca en el cliente.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080760" y="1965960"/>
            <a:ext cx="2606040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E7E2D5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80760" y="1965960"/>
            <a:ext cx="2606040" cy="73152"/>
          </a:xfrm>
          <a:prstGeom prst="rect">
            <a:avLst/>
          </a:prstGeom>
          <a:solidFill>
            <a:srgbClr val="E8A63A"/>
          </a:solidFill>
          <a:ln w="12700">
            <a:solidFill>
              <a:srgbClr val="E8A63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09360" y="224028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936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A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309360" y="28803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309360" y="320040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 exhibición significa más rotación, más pedidos y mejores comisiones.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02920" y="4069080"/>
            <a:ext cx="827532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" y="4069080"/>
            <a:ext cx="91440" cy="777240"/>
          </a:xfrm>
          <a:prstGeom prst="rect">
            <a:avLst/>
          </a:prstGeom>
          <a:solidFill>
            <a:srgbClr val="E8A63A"/>
          </a:solidFill>
          <a:ln w="12700">
            <a:solidFill>
              <a:srgbClr val="E8A63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4069080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hago bien mi merchandising,  </a:t>
            </a:r>
            <a:r>
              <a:rPr lang="en-US" sz="1500" b="1" dirty="0">
                <a:solidFill>
                  <a:srgbClr val="E8A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mejoro mis resultados.</a:t>
            </a:r>
            <a:endParaRPr lang="en-US" sz="1500" dirty="0"/>
          </a:p>
        </p:txBody>
      </p:sp>
      <p:pic>
        <p:nvPicPr>
          <p:cNvPr id="28" name="Imagen 27">
            <a:extLst>
              <a:ext uri="{FF2B5EF4-FFF2-40B4-BE49-F238E27FC236}">
                <a16:creationId xmlns:a16="http://schemas.microsoft.com/office/drawing/2014/main" id="{C8BC2DCE-3C85-662D-C1DB-FDAED981C01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5494" y="4679706"/>
            <a:ext cx="625491" cy="33322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41080" y="0"/>
            <a:ext cx="502920" cy="5143500"/>
          </a:xfrm>
          <a:prstGeom prst="rect">
            <a:avLst/>
          </a:prstGeom>
          <a:solidFill>
            <a:srgbClr val="E8A63A"/>
          </a:solidFill>
          <a:ln w="12700">
            <a:solidFill>
              <a:srgbClr val="E8A6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F5C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MI COMPROMISO DE HOY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Salgo hoy con una decisión clara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2039112"/>
            <a:ext cx="164592" cy="164592"/>
          </a:xfrm>
          <a:prstGeom prst="rect">
            <a:avLst/>
          </a:prstGeom>
          <a:solidFill>
            <a:srgbClr val="E8A63A"/>
          </a:solidFill>
          <a:ln w="12700">
            <a:solidFill>
              <a:srgbClr val="E8A6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96596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 con intención.  </a:t>
            </a: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cliente recibe lo mejor de mí.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697480"/>
            <a:ext cx="164592" cy="164592"/>
          </a:xfrm>
          <a:prstGeom prst="rect">
            <a:avLst/>
          </a:prstGeom>
          <a:solidFill>
            <a:srgbClr val="E8A63A"/>
          </a:solidFill>
          <a:ln w="12700">
            <a:solidFill>
              <a:srgbClr val="E8A6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624328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Acomodo con orgullo.  </a:t>
            </a: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Dejo el punto de venta mejor de como lo encontré.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355848"/>
            <a:ext cx="164592" cy="164592"/>
          </a:xfrm>
          <a:prstGeom prst="rect">
            <a:avLst/>
          </a:prstGeom>
          <a:solidFill>
            <a:srgbClr val="E8A63A"/>
          </a:solidFill>
          <a:ln w="12700">
            <a:solidFill>
              <a:srgbClr val="E8A6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3282696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con honestidad.  </a:t>
            </a: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10 fotos son la prueba de mi trabajo bien hecho.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897880" y="1920240"/>
            <a:ext cx="26517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897880" y="1920240"/>
            <a:ext cx="2651760" cy="91440"/>
          </a:xfrm>
          <a:prstGeom prst="rect">
            <a:avLst/>
          </a:prstGeom>
          <a:solidFill>
            <a:srgbClr val="E8A63A"/>
          </a:solidFill>
          <a:ln w="12700">
            <a:solidFill>
              <a:srgbClr val="E8A6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0" y="201168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E8A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5400" dirty="0"/>
          </a:p>
        </p:txBody>
      </p:sp>
      <p:sp>
        <p:nvSpPr>
          <p:cNvPr id="14" name="Text 12"/>
          <p:cNvSpPr/>
          <p:nvPr/>
        </p:nvSpPr>
        <p:spPr>
          <a:xfrm>
            <a:off x="6080760" y="265176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1F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calidad no es un acto, es un hábito.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80760" y="37947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Aristóteles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45720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5C7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 palabra es mi marca. Hoy la pongo en acción.</a:t>
            </a:r>
            <a:endParaRPr lang="en-US" sz="1500" dirty="0"/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7880FE8D-610D-62B7-5E88-4AE645D6A80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3262" y="68580"/>
            <a:ext cx="600738" cy="3200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317</Words>
  <Application>Microsoft Office PowerPoint</Application>
  <PresentationFormat>Presentación en pantalla (16:9)</PresentationFormat>
  <Paragraphs>46</Paragraphs>
  <Slides>4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8" baseType="lpstr">
      <vt:lpstr>Arial</vt:lpstr>
      <vt:lpstr>Calibri</vt:lpstr>
      <vt:lpstr>Georgia</vt:lpstr>
      <vt:lpstr>Office Theme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Compromiso y Responsabilidad</dc:title>
  <dc:subject>PptxGenJS Presentation</dc:subject>
  <dc:creator>Rudy Mercedes</dc:creator>
  <cp:lastModifiedBy>Rudy Mercedes</cp:lastModifiedBy>
  <cp:revision>1</cp:revision>
  <dcterms:created xsi:type="dcterms:W3CDTF">2026-04-18T11:39:38Z</dcterms:created>
  <dcterms:modified xsi:type="dcterms:W3CDTF">2026-04-18T12:14:42Z</dcterms:modified>
</cp:coreProperties>
</file>