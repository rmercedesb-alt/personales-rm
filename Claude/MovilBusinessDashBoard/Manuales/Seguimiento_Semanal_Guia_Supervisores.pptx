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2A2B7-1592-4B42-A41D-9DDBFD2E8907}" v="1" dt="2026-08-25T21:47:31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Mercedes" userId="0002f573-7c95-4ace-b876-97296f6b7a87" providerId="ADAL" clId="{AF80936C-1C5B-4879-B83E-BACF5C4FB5D6}"/>
    <pc:docChg chg="custSel addSld modSld sldOrd">
      <pc:chgData name="Rudy Mercedes" userId="0002f573-7c95-4ace-b876-97296f6b7a87" providerId="ADAL" clId="{AF80936C-1C5B-4879-B83E-BACF5C4FB5D6}" dt="2026-08-25T21:50:20.329" v="28" actId="14100"/>
      <pc:docMkLst>
        <pc:docMk/>
      </pc:docMkLst>
      <pc:sldChg chg="modSp mod modNotes">
        <pc:chgData name="Rudy Mercedes" userId="0002f573-7c95-4ace-b876-97296f6b7a87" providerId="ADAL" clId="{AF80936C-1C5B-4879-B83E-BACF5C4FB5D6}" dt="2026-08-10T15:43:51.100" v="11" actId="20577"/>
        <pc:sldMkLst>
          <pc:docMk/>
          <pc:sldMk cId="0" sldId="256"/>
        </pc:sldMkLst>
        <pc:spChg chg="mod">
          <ac:chgData name="Rudy Mercedes" userId="0002f573-7c95-4ace-b876-97296f6b7a87" providerId="ADAL" clId="{AF80936C-1C5B-4879-B83E-BACF5C4FB5D6}" dt="2026-08-10T15:43:51.100" v="1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6"/>
            <ac:spMk id="9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6"/>
            <ac:spMk id="21" creationId="{00000000-0000-0000-0000-000000000000}"/>
          </ac:spMkLst>
        </pc:spChg>
      </pc:sldChg>
      <pc:sldChg chg="modSp modNotes">
        <pc:chgData name="Rudy Mercedes" userId="0002f573-7c95-4ace-b876-97296f6b7a87" providerId="ADAL" clId="{AF80936C-1C5B-4879-B83E-BACF5C4FB5D6}" dt="2026-08-10T15:43:42.231" v="10"/>
        <pc:sldMkLst>
          <pc:docMk/>
          <pc:sldMk cId="0" sldId="257"/>
        </pc:sldMkLst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7"/>
            <ac:spMk id="2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7"/>
            <ac:spMk id="25" creationId="{00000000-0000-0000-0000-000000000000}"/>
          </ac:spMkLst>
        </pc:spChg>
      </pc:sldChg>
      <pc:sldChg chg="modNotes">
        <pc:chgData name="Rudy Mercedes" userId="0002f573-7c95-4ace-b876-97296f6b7a87" providerId="ADAL" clId="{AF80936C-1C5B-4879-B83E-BACF5C4FB5D6}" dt="2026-08-10T15:43:42.231" v="10"/>
        <pc:sldMkLst>
          <pc:docMk/>
          <pc:sldMk cId="0" sldId="258"/>
        </pc:sldMkLst>
      </pc:sldChg>
      <pc:sldChg chg="modSp">
        <pc:chgData name="Rudy Mercedes" userId="0002f573-7c95-4ace-b876-97296f6b7a87" providerId="ADAL" clId="{AF80936C-1C5B-4879-B83E-BACF5C4FB5D6}" dt="2026-08-10T15:43:42.231" v="10"/>
        <pc:sldMkLst>
          <pc:docMk/>
          <pc:sldMk cId="0" sldId="259"/>
        </pc:sldMkLst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Rudy Mercedes" userId="0002f573-7c95-4ace-b876-97296f6b7a87" providerId="ADAL" clId="{AF80936C-1C5B-4879-B83E-BACF5C4FB5D6}" dt="2026-08-10T15:43:42.231" v="10"/>
        <pc:sldMkLst>
          <pc:docMk/>
          <pc:sldMk cId="0" sldId="260"/>
        </pc:sldMkLst>
        <pc:spChg chg="mod">
          <ac:chgData name="Rudy Mercedes" userId="0002f573-7c95-4ace-b876-97296f6b7a87" providerId="ADAL" clId="{AF80936C-1C5B-4879-B83E-BACF5C4FB5D6}" dt="2026-08-10T15:43:42.231" v="10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new mod">
        <pc:chgData name="Rudy Mercedes" userId="0002f573-7c95-4ace-b876-97296f6b7a87" providerId="ADAL" clId="{AF80936C-1C5B-4879-B83E-BACF5C4FB5D6}" dt="2026-08-25T21:47:29.858" v="16" actId="14100"/>
        <pc:sldMkLst>
          <pc:docMk/>
          <pc:sldMk cId="4218241713" sldId="261"/>
        </pc:sldMkLst>
        <pc:picChg chg="add del">
          <ac:chgData name="Rudy Mercedes" userId="0002f573-7c95-4ace-b876-97296f6b7a87" providerId="ADAL" clId="{AF80936C-1C5B-4879-B83E-BACF5C4FB5D6}" dt="2026-08-25T21:45:40.489" v="14" actId="478"/>
          <ac:picMkLst>
            <pc:docMk/>
            <pc:sldMk cId="4218241713" sldId="261"/>
            <ac:picMk id="3" creationId="{5C2B3F49-0950-5463-2108-66A53ED356A5}"/>
          </ac:picMkLst>
        </pc:picChg>
        <pc:picChg chg="add mod">
          <ac:chgData name="Rudy Mercedes" userId="0002f573-7c95-4ace-b876-97296f6b7a87" providerId="ADAL" clId="{AF80936C-1C5B-4879-B83E-BACF5C4FB5D6}" dt="2026-08-25T21:47:29.858" v="16" actId="14100"/>
          <ac:picMkLst>
            <pc:docMk/>
            <pc:sldMk cId="4218241713" sldId="261"/>
            <ac:picMk id="4" creationId="{B00C6935-D800-5D6B-9F56-133360E75BC7}"/>
          </ac:picMkLst>
        </pc:picChg>
      </pc:sldChg>
      <pc:sldChg chg="addSp delSp modSp add mod ord">
        <pc:chgData name="Rudy Mercedes" userId="0002f573-7c95-4ace-b876-97296f6b7a87" providerId="ADAL" clId="{AF80936C-1C5B-4879-B83E-BACF5C4FB5D6}" dt="2026-08-25T21:50:20.329" v="28" actId="14100"/>
        <pc:sldMkLst>
          <pc:docMk/>
          <pc:sldMk cId="2803683643" sldId="262"/>
        </pc:sldMkLst>
        <pc:picChg chg="add mod">
          <ac:chgData name="Rudy Mercedes" userId="0002f573-7c95-4ace-b876-97296f6b7a87" providerId="ADAL" clId="{AF80936C-1C5B-4879-B83E-BACF5C4FB5D6}" dt="2026-08-25T21:50:20.329" v="28" actId="14100"/>
          <ac:picMkLst>
            <pc:docMk/>
            <pc:sldMk cId="2803683643" sldId="262"/>
            <ac:picMk id="3" creationId="{563D42D9-E873-5D68-2951-035039D910CC}"/>
          </ac:picMkLst>
        </pc:picChg>
        <pc:picChg chg="del">
          <ac:chgData name="Rudy Mercedes" userId="0002f573-7c95-4ace-b876-97296f6b7a87" providerId="ADAL" clId="{AF80936C-1C5B-4879-B83E-BACF5C4FB5D6}" dt="2026-08-25T21:47:33.484" v="18" actId="478"/>
          <ac:picMkLst>
            <pc:docMk/>
            <pc:sldMk cId="2803683643" sldId="262"/>
            <ac:picMk id="4" creationId="{1C5B0CA7-F124-6019-43BF-0A2C256DFF4B}"/>
          </ac:picMkLst>
        </pc:picChg>
        <pc:picChg chg="add mod">
          <ac:chgData name="Rudy Mercedes" userId="0002f573-7c95-4ace-b876-97296f6b7a87" providerId="ADAL" clId="{AF80936C-1C5B-4879-B83E-BACF5C4FB5D6}" dt="2026-08-25T21:50:16.422" v="27" actId="14100"/>
          <ac:picMkLst>
            <pc:docMk/>
            <pc:sldMk cId="2803683643" sldId="262"/>
            <ac:picMk id="6" creationId="{1A5BF1E5-C10A-90DD-CFD3-69E8922AD0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02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</a:t>
            </a:r>
            <a:r>
              <a:rPr lang="en-US"/>
              <a:t>El AMCO-GT </a:t>
            </a:r>
            <a:r>
              <a:rPr lang="en-US" dirty="0"/>
              <a:t>resume la semana de cada ruta en un número de 0 a 100 y una banda de color. Esta guía enseña a leerlo y a usarlo para hablar con el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AMCO-GT </a:t>
            </a:r>
            <a:r>
              <a:rPr lang="en-US" dirty="0"/>
              <a:t>pondera 60% la gestión del tiempo (que el vendedor cubra su ruta, arranque temprano y no cierre antes de tiempo) y 40% la calidad de ejecución. El color dice de un vistazo a quién atender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indicador por indicador. Lo importante para el supervisor: cada uno tiene una acción concreta de mejora. El peso indica cuánto mueve </a:t>
            </a:r>
            <a:r>
              <a:rPr lang="en-US"/>
              <a:t>el AMCO-GT.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del supervisor: número, causa (cascada), conclusión, plan y seguimiento. La cascada evita quedarse en el síntoma.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cada rol tiene palancas concretas. El hábito semanal de 15 minutos por ruta —número, causa, acción, seguimiento— es lo que mueve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  ·  PREVENTA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</a:t>
            </a: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Eficiencia de la Gestión del Tiempo (</a:t>
            </a:r>
            <a:r>
              <a:rPr lang="en-US" sz="2000" b="1">
                <a:solidFill>
                  <a:srgbClr val="3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el supervisor: cómo usar el informe para preparar el abordaje a cada vendedor.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10896" cy="310896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132588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≥ 85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B5810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Shape 9"/>
          <p:cNvSpPr/>
          <p:nvPr/>
        </p:nvSpPr>
        <p:spPr>
          <a:xfrm>
            <a:off x="3685032" y="4370832"/>
            <a:ext cx="310896" cy="310896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2" name="Text 10"/>
          <p:cNvSpPr/>
          <p:nvPr/>
        </p:nvSpPr>
        <p:spPr>
          <a:xfrm>
            <a:off x="411480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70–84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15A12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6473952" y="4370832"/>
            <a:ext cx="310896" cy="310896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690372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55–69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9262872" y="4370832"/>
            <a:ext cx="310896" cy="310896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969264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&lt; 55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100  ·  un solo número por ruta cada semana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</a:t>
            </a:r>
            <a:r>
              <a:rPr lang="en-US" sz="3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</a:t>
            </a: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AMCO-GT y cómo se lee?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(0–100) que resume qué tan bien trabajó la ruta durante la semana. Se arma de 7 indicadores agrupados en dos bloques: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443984" cy="6400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 ·  60%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8928" y="2331720"/>
            <a:ext cx="2907792" cy="640080"/>
          </a:xfrm>
          <a:prstGeom prst="roundRect">
            <a:avLst>
              <a:gd name="adj" fmla="val 7143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7" name="Text 5"/>
          <p:cNvSpPr/>
          <p:nvPr/>
        </p:nvSpPr>
        <p:spPr>
          <a:xfrm>
            <a:off x="5138928" y="23317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 ·  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visitas · arranque temprano · cierre no prematuro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38928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banda · ruta · punto de venta · ritmo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/ Sólida: la ruta trabaja bien, reconócelo y sostén.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/ Aceptable: buen desempeño con detalles a pulir.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/ Irregular: desvíos que restan resultado, hay que corregir.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/ Deficiente: ruta prioritaria, acompañamiento inmediato.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28016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5496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BANDAS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20824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≥ 85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2953512"/>
            <a:ext cx="365760" cy="365760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8" name="Text 16"/>
          <p:cNvSpPr/>
          <p:nvPr/>
        </p:nvSpPr>
        <p:spPr>
          <a:xfrm>
            <a:off x="90525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70 – 84.9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3886200"/>
            <a:ext cx="365760" cy="365760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9052560" y="3831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4215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55 – 69.9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4818888"/>
            <a:ext cx="365760" cy="36576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4" name="Text 22"/>
          <p:cNvSpPr/>
          <p:nvPr/>
        </p:nvSpPr>
        <p:spPr>
          <a:xfrm>
            <a:off x="9052560" y="4764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AMCO-GT menos de 55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7 indicadores: qué miden y cómo mejorarlos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— 60%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04672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0467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7667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537667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visitados vs. los programados.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toda la ruta asignada.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Shape 11"/>
          <p:cNvSpPr/>
          <p:nvPr/>
        </p:nvSpPr>
        <p:spPr>
          <a:xfrm>
            <a:off x="804672" y="2980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80467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temprano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7667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7" name="Text 15"/>
          <p:cNvSpPr/>
          <p:nvPr/>
        </p:nvSpPr>
        <p:spPr>
          <a:xfrm>
            <a:off x="537667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89888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primer pedido del día.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pedido a las 8:15 o antes.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1" name="Shape 19"/>
          <p:cNvSpPr/>
          <p:nvPr/>
        </p:nvSpPr>
        <p:spPr>
          <a:xfrm>
            <a:off x="804672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2" name="Text 20"/>
          <p:cNvSpPr/>
          <p:nvPr/>
        </p:nvSpPr>
        <p:spPr>
          <a:xfrm>
            <a:off x="804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4169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no prematuro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7667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5" name="Text 23"/>
          <p:cNvSpPr/>
          <p:nvPr/>
        </p:nvSpPr>
        <p:spPr>
          <a:xfrm>
            <a:off x="537667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89888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cerrar la ruta antes de las 3:30 pm.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— 40%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57276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Shape 28"/>
          <p:cNvSpPr/>
          <p:nvPr/>
        </p:nvSpPr>
        <p:spPr>
          <a:xfrm>
            <a:off x="6473952" y="1755648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1" name="Text 29"/>
          <p:cNvSpPr/>
          <p:nvPr/>
        </p:nvSpPr>
        <p:spPr>
          <a:xfrm>
            <a:off x="647395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1719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1081735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4" name="Text 32"/>
          <p:cNvSpPr/>
          <p:nvPr/>
        </p:nvSpPr>
        <p:spPr>
          <a:xfrm>
            <a:off x="1081735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21031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con pedido; ideal 55–65%.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9168" y="239572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necesidades y cerrar.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798064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8" name="Shape 36"/>
          <p:cNvSpPr/>
          <p:nvPr/>
        </p:nvSpPr>
        <p:spPr>
          <a:xfrm>
            <a:off x="6473952" y="2980944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647395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59168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ruta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1081735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1081735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59168" y="33284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 clientes fuera de ruta.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59168" y="36210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siguiendo el ruteo del día.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0233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6" name="Shape 44"/>
          <p:cNvSpPr/>
          <p:nvPr/>
        </p:nvSpPr>
        <p:spPr>
          <a:xfrm>
            <a:off x="6473952" y="4206240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7" name="Text 45"/>
          <p:cNvSpPr/>
          <p:nvPr/>
        </p:nvSpPr>
        <p:spPr>
          <a:xfrm>
            <a:off x="647395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59168" y="41696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 PDV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1081735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0" name="Text 48"/>
          <p:cNvSpPr/>
          <p:nvPr/>
        </p:nvSpPr>
        <p:spPr>
          <a:xfrm>
            <a:off x="1081735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59168" y="45537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hechas fuera del punto de venta.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59168" y="48463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dentro del local del cliente.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5248656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4" name="Shape 52"/>
          <p:cNvSpPr/>
          <p:nvPr/>
        </p:nvSpPr>
        <p:spPr>
          <a:xfrm>
            <a:off x="6473952" y="5431536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5" name="Text 53"/>
          <p:cNvSpPr/>
          <p:nvPr/>
        </p:nvSpPr>
        <p:spPr>
          <a:xfrm>
            <a:off x="6473952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59168" y="5394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visita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10817352" y="5413248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8" name="Text 56"/>
          <p:cNvSpPr/>
          <p:nvPr/>
        </p:nvSpPr>
        <p:spPr>
          <a:xfrm>
            <a:off x="10817352" y="541324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59168" y="5779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visita vs. sus pares.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59168" y="60716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parejo, ni muy corto ni muy largo.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preparar el abordaje al vendedor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este orden antes de la reunión semanal. El informe ya te da la conclusión y el plan escritos.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</a:t>
            </a:r>
            <a:r>
              <a:rPr lang="en-US" sz="1450" b="1" dirty="0" err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AMCO-GT y la banda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la ruta: ¿sólida, aceptable, irregular o deficiente? Prioriza rojas y naranjas.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6243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cascada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93522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los indicadores en orden fijo para encontrar la CAUSA, no solo el síntoma.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conclusión y el foco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7647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redacta el patrón y el "foco de la semana". Es tu guion para la conversación.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82296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plan de acción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desvío ya viene con una tarea concreta (auditar ruteo, comprometer 1er pedido…).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5" name="Shape 23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6" name="Text 24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51480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 y da seguimiento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4589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Acuerda una meta medible y revísala la próxima semana con el mismo informe.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16916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0E1626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Text 28"/>
          <p:cNvSpPr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VERTICAL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fijo que revela la causa: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265176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3" name="Text 31"/>
          <p:cNvSpPr/>
          <p:nvPr/>
        </p:nvSpPr>
        <p:spPr>
          <a:xfrm>
            <a:off x="80924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58200" y="2660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440" y="308152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6" name="Text 34"/>
          <p:cNvSpPr/>
          <p:nvPr/>
        </p:nvSpPr>
        <p:spPr>
          <a:xfrm>
            <a:off x="80924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3511296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80924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fuera de ruta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3941064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80924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sin venta / razón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92440" y="4370832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5" name="Text 43"/>
          <p:cNvSpPr/>
          <p:nvPr/>
        </p:nvSpPr>
        <p:spPr>
          <a:xfrm>
            <a:off x="80924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4379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1er pedido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92440" y="480060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8" name="Text 46"/>
          <p:cNvSpPr/>
          <p:nvPr/>
        </p:nvSpPr>
        <p:spPr>
          <a:xfrm>
            <a:off x="809244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4809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92440" y="523036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1" name="Text 49"/>
          <p:cNvSpPr/>
          <p:nvPr/>
        </p:nvSpPr>
        <p:spPr>
          <a:xfrm>
            <a:off x="8092440" y="5230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5239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visita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mejora el resultado cada 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Cubre toda su ruta y arranca temprano (1er pedido ≤ 8:15).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Vende dentro de la ruta del día y registra en el punto de venta.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Detecta necesidades para subir la efectividad de ventas.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Prioriza rutas rojas/naranjas y usa la conclusión como guion.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Acompaña medio día donde cae la efectividad o la disciplina.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Acuerda metas y da seguimiento con el informe cada semana.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41248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Compara centros y supervisores por </a:t>
            </a:r>
            <a:r>
              <a:rPr lang="en-US" sz="1300" dirty="0" err="1">
                <a:solidFill>
                  <a:srgbClr val="C9EAD3"/>
                </a:solidFill>
              </a:rPr>
              <a:t>su</a:t>
            </a:r>
            <a:r>
              <a:rPr lang="en-US" sz="1300" dirty="0">
                <a:solidFill>
                  <a:srgbClr val="C9EAD3"/>
                </a:solidFill>
              </a:rPr>
              <a:t> AMCO-GT y tendencia.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Detecta patrones repetidos para decisiones de ruteo y foco.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Reconoce lo sólido y dirige el acompañamiento a lo deficiente.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→ causa → acción → seguimiento.  15 minutos por ruta cada semana.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3553-27AF-2464-4A70-E332AAB1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3D42D9-E873-5D68-2951-035039D9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21486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A5BF1E5-C10A-90DD-CFD3-69E8922AD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362" y="0"/>
            <a:ext cx="4366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8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00C6935-D800-5D6B-9F56-133360E7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41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892</Words>
  <Application>Microsoft Office PowerPoint</Application>
  <PresentationFormat>Panorámica</PresentationFormat>
  <Paragraphs>128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Mercedes</cp:lastModifiedBy>
  <cp:revision>1</cp:revision>
  <dcterms:created xsi:type="dcterms:W3CDTF">2026-07-20T14:38:56Z</dcterms:created>
  <dcterms:modified xsi:type="dcterms:W3CDTF">2026-08-25T21:50:25Z</dcterms:modified>
</cp:coreProperties>
</file>