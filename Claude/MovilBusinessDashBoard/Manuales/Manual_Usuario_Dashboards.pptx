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manual de entrenamiento. La plataforma tiene 7 módulos; cada usuario ve solo lo que le corresponde.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acceso es con usuario y contraseña. La seguridad por usuario es clave: cada quien ve solo lo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Torre de Control = ver y actuar en el día. Rojo = llamar y documentar. La bitácora guarda fecha, hora y compromiso.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números para entender el día del vendedor: cuándo empezó, cuándo hizo el primer pedido, cuándo el último, y cuánto dura cada visita.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clave: cumplimiento en tiempo real (voy al ritmo de la hora) y efectividad (a cuántos les vendí). Se agrupa por supervisor, suplidor,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Geo lo más frecuente: dónde está cada quien y hace cuánto no sincroniza. Son las dos revisiones rápidas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IEGT es la nota semanal del vendedor. Explica los 7 factores y las bandas. Mejorarlo = cubrir ruta, arrancar temprano, no cerrar temprano, vender más, quedarse en ruta.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Supervisión Dinámica combina 3 notas en un Índice Global. El Plan te dice a quién acompañar: peor IEGT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Calle = acompañar y evaluar los 5 pasos + auditoría del cliente. Virtual = trabajar las alertas de Torre y dejar contacto. Mínimo 1 contacto por vendedor.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reporte se firma como constancia. Los pesos los edita solo Gerencia. Cada quien ve solo a sus supervisados.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Históricos: varios reportes, cada uno responde una pregunta de negocio. Todos con filtros y exportación a PDF/Excel.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invita a practicar. Reforzar que el acceso es por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17520" y="13716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 Usuario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054096" y="2423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Dashboards — Guía de entrenamiento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54096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Léelo, síguelo paso a paso y practícalo. 7 módulos explicados de forma simple.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2A12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1448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87168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14216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F24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059936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86984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1D14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32704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Geolocalizaciones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59752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26200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05472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 (IEGT)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32520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0C29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778240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Dinámica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05288" y="45720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2A1A0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5288" y="473659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351008" y="5349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Históricos de Ventas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entrar a la plataforma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18488"/>
            <a:ext cx="548640" cy="54864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5179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navegador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dirección de la plataforma que te dieron (o el ícono en el escritorio).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25496"/>
            <a:ext cx="548640" cy="54864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072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7249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1272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usuario y tu contraseña. Si te equivocas 5 veces, la cuenta se bloquea 15 minutos.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32504"/>
            <a:ext cx="548640" cy="54864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14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9319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módulo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342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el Menú con una tarjeta por cada dashboard. Toca la que necesites.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39512"/>
            <a:ext cx="548640" cy="54864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212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1389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ves lo tuyo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5412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únicamente su información (sus vendedores / su zona). La Gerencia ve todo.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2A121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DE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del día, en vivo — detectar y actuar al momento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4754880"/>
          </a:xfrm>
          <a:prstGeom prst="roundRect">
            <a:avLst>
              <a:gd name="adj" fmla="val 17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puedes ver?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semáforo por vendedor con sus alertas del momento.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pedido tarde (después de 8:20).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tiempo sin sincronizar el equipo.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su entorno (lejos de su ruta por GPS).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efectividad de visita.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visita muy corto o muy largo.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fuera de su día de ruta.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gestionarlo?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se actualiza sola durante el día.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vendedor se pone en ROJO, es una oportunidad de contacto.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Llámalo (o a su supervisor) y registra el contacto en la Bitácora.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qué se acordó (compromiso). Queda con fecha y hora.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el contacto, esa alerta se “calma” un rato; si vuelve a ocurrir, reaparece.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en el histórico para revisarlo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E203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 la jornada, fácil de leer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65960"/>
            <a:ext cx="658368" cy="658368"/>
          </a:xfrm>
          <a:prstGeom prst="ellipse">
            <a:avLst/>
          </a:prstGeom>
          <a:solidFill>
            <a:srgbClr val="0E2036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94767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a trabajo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 de la PRIMERA visita del día.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Mientras más temprano, mejor (ideal ≤ 8:20 AM).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965960"/>
            <a:ext cx="658368" cy="658368"/>
          </a:xfrm>
          <a:prstGeom prst="ellipse">
            <a:avLst/>
          </a:prstGeom>
          <a:solidFill>
            <a:srgbClr val="0E203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94767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pedido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69480" y="2441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 del PRIMER pedido del día.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Arrancar vendiendo temprano marca el ritmo del día.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297680"/>
            <a:ext cx="658368" cy="658368"/>
          </a:xfrm>
          <a:prstGeom prst="ellipse">
            <a:avLst/>
          </a:prstGeom>
          <a:solidFill>
            <a:srgbClr val="0E2036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427939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Último pedido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4773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 del ÚLTIMO pedido.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Que no cierre muy temprano: aprovechar la tarde.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4297680"/>
            <a:ext cx="658368" cy="658368"/>
          </a:xfrm>
          <a:prstGeom prst="ellipse">
            <a:avLst/>
          </a:prstGeom>
          <a:solidFill>
            <a:srgbClr val="0E2036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27939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promedio de visita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269480" y="4773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dura en promedio cada visita.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Ni muy corta (no atendió bien) ni muy larga (se atrasa).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F241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PRODUCTIVIDAD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en tiempo real y efectividad — como tú lo quieras 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Cumplimiento de ruta (EN VIVO)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lo que YA visitó contra lo que DEBERÍA llevar a esta hora del día.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durante la jornada, no al final.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empujar al que va atrasado a tiempo.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Efectividad de la visita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 clientes visitados, ¿a cuántos les vendió?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calidad de la visita, no solo la cantidad.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alta = visita que cierra pedido.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0F24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646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🔎 Se ve como quieras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Supervisor (resumido) · por Suplidor · por Centro · por Vendedor. Entras a un nivel y bajas al detalle (drill-down).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D143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GEOLOCALIZACIONES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en vivo — lo que más se usa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Ubicación en la ruta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en el mapa dónde está cada vendedor ahora.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 está en su zona / con sus clientes de ruta.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quién está fuera de su recorrido.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Tiempo sin sincronizar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cuánto que el equipo del vendedor no reporta.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tiempo sin sincronizar = puede haber un problema (señal, equipo apagado, no está trabajando).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señal más rápida de que algo no anda bien.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2620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SEGUIMIENTOS (IEGT)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— Índice de Eficiencia de la Gestión del Tiempo (0 a 100)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669280" cy="4572000"/>
          </a:xfrm>
          <a:prstGeom prst="roundRect">
            <a:avLst>
              <a:gd name="adj" fmla="val 18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de 0 a 100 por vendedor, calculada de la semana.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qué tan bien aprovecha su tiempo y su ruta.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arma de 7 factores, cada uno con su peso: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 — 30%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temprano (1er pedido) — 20%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no prematuro (últ. pedido) — 10%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 — 10%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ruta — 10%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 el PDV (GPS) — 10%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visita — 10%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1645920"/>
            <a:ext cx="51663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Bandas (semáforo)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20840" y="22860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267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0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267004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0" y="2651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84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054096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E3B34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3035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0" y="30358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– 69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3438144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F85149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34198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3419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3977640"/>
            <a:ext cx="5166360" cy="2240280"/>
          </a:xfrm>
          <a:prstGeom prst="roundRect">
            <a:avLst>
              <a:gd name="adj" fmla="val 3673"/>
            </a:avLst>
          </a:prstGeom>
          <a:solidFill>
            <a:srgbClr val="26200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Cómo mejorar el resultado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0" y="452628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toda la ruta (efectividad de visitas).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el 1er pedido temprano (≤ 8:15).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cerrar antes de las 3:30 PM.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Venderle a más clientes visitados.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salir de la ruta del día; capturar en el PDV.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C292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SUPERVISIÓN DINÁMICA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a tus vendedores — un solo Índice Global de 3 esquemas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oficina (plataforma)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2A1A0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44568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· Acompañamiento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pasos de la venta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D14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8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57616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· Auditoría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del cliente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Global  =  IEGT × 50%  +  Acompañamiento × 35%  +  Auditoría × 15%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98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dónde sale el plan de visitas?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937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pestaña PLAN lista a tus vendedores con su IEGT del rango (por defecto la última semana completa Lun–Sáb).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ordena del PEOR IEGT primero: a esos hay que priorizarlos con acompañamiento.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quienes ya trabajaste en el rango bajan de la lista (para no repetir).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C292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SUPERVISIÓN DINÁMICA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en Calle y en Virtual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2A1A0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Supervisión en Calle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Acompañas al vendedor y evalúas CLIENTE POR CLIENTE (con foto).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— 5 pasos de la venta: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Preparación  2) Saludo y conexión  3) Identificación de necesidades (inventario, afiches, foto de éxito)  4) Presentación de la oferta  5) Cierre del pedido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Uso de la herramienta y Datos del cliente actualizados.</a:t>
            </a:r>
            <a:endParaRPr lang="en-US" sz="1250" dirty="0"/>
          </a:p>
          <a:p>
            <a:pPr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(desde el cliente):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a su vendedor, puntos que le da (1–10), entregas, maneja los productos, precios, tiene POP y exhibidor.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49240" cy="4617720"/>
          </a:xfrm>
          <a:prstGeom prst="roundRect">
            <a:avLst>
              <a:gd name="adj" fmla="val 1782"/>
            </a:avLst>
          </a:prstGeom>
          <a:solidFill>
            <a:srgbClr val="0E20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Supervisión Virtual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oficina, sin salir a la calle.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un vendedor y te trae sus ALERTAS del momento (de Torre de Control), con la hora en que se generaron.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Trabajas esas alertas: lo contactas y dejas tu comentario y el compromiso.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al menos 1 contacto por cada representante asignado.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marcar de qué suplidor(es) es el seguimiento (por defecto, Todos).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C292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SUPERVISIÓN DINÁMICA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firmado, los pesos y los accesos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46177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 Reporte firmado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se genera el reporte con el resultado y el Índice Global.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y el supervisor FIRMAN en la pantalla (dedo o mouse).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constancia de que el vendedor recibió su evaluación.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imprimir en PDF y compartir.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520440" cy="46177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Los pesos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esquema tiene un peso (IEGT 50, Acompañamiento 35, Auditoría 15).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uno, cada factor tiene su peso; todos suman 100%.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en la pestaña “Pesos” (Mantenimiento).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GERENCIA puede cambiarlos.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657600" cy="4617720"/>
          </a:xfrm>
          <a:prstGeom prst="roundRect">
            <a:avLst>
              <a:gd name="adj" fmla="val 2250"/>
            </a:avLst>
          </a:prstGeom>
          <a:solidFill>
            <a:srgbClr val="0C29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Accesos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supervisor ve SOLO a sus vendedores.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supervisor con varios grupos ve todos sus grupos juntos.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ve a todos y el historial completo.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contacto y evaluación queda con usuario, fecha y hora.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HISTÓRICOS DE VENTAS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ventas — cada uno responde una pregunta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93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por Vendedor / Supervisor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22585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vendió cada quien (unidades, cajas, monto), con comparación vs. el periodo anterior.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47672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293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Activaciones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32320" y="22585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clientes distintos compraron en el periodo (por vendedor, suplidor, etc.).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38144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1985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3467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08760" y="3749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ventas o pedidos entre dos periodos y resalta las caídas más importantes.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18211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438144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41985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33467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Perdidos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32320" y="3749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 la ruta que NO compraron un suplidor/categoría en el rango.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67258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928616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9103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8760" y="48371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Recuperados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508760" y="5239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no compraban, cuáles volvieron a comprar en un rango de recuperación.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67258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928616"/>
            <a:ext cx="502920" cy="502920"/>
          </a:xfrm>
          <a:prstGeom prst="ellipse">
            <a:avLst/>
          </a:prstGeom>
          <a:solidFill>
            <a:srgbClr val="2A1A0E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9103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48371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y exportación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32320" y="52395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filtra (fechas, centro, suplidor…) y se imprime a PDF o descarga a Excel.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practica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76656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plataforma y repite estos pasos en tu módulo: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22576"/>
            <a:ext cx="457200" cy="45720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04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 tu usuario y abre el módulo que te toca.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03580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tu supervisor / tu zona y por división 10 y 11.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968496"/>
            <a:ext cx="457200" cy="45720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9502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85876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indicadores: ¿quién va bien y quién necesita apoyo?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791456"/>
            <a:ext cx="457200" cy="45720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773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68172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Supervisión, revisa el Plan: ¿a quién acompañarías primero?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14416"/>
            <a:ext cx="457200" cy="45720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5596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50468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imprimir a PDF o descargar a Excel.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cada quien ve solo lo suyo. Si algo no te aparece, es por tu nivel de acceso.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2026-08-03T13:27:54Z</dcterms:created>
  <dcterms:modified xsi:type="dcterms:W3CDTF">2026-08-03T13:27:54Z</dcterms:modified>
</cp:coreProperties>
</file>