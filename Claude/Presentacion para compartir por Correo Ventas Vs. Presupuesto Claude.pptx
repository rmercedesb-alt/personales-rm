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9" r:id="rId2"/>
    <p:sldMasterId id="2147483718" r:id="rId3"/>
  </p:sldMasterIdLst>
  <p:notesMasterIdLst>
    <p:notesMasterId r:id="rId10"/>
  </p:notesMasterIdLst>
  <p:sldIdLst>
    <p:sldId id="4406" r:id="rId4"/>
    <p:sldId id="2147482438" r:id="rId5"/>
    <p:sldId id="2147482453" r:id="rId6"/>
    <p:sldId id="2147482446" r:id="rId7"/>
    <p:sldId id="2147482456" r:id="rId8"/>
    <p:sldId id="4464" r:id="rId9"/>
  </p:sldIdLst>
  <p:sldSz cx="12192000" cy="6858000"/>
  <p:notesSz cx="6858000" cy="9144000"/>
  <p:defaultText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dy Mercedes" userId="0002f573-7c95-4ace-b876-97296f6b7a87" providerId="ADAL" clId="{6A1D6B03-CDE8-4497-B084-EC391553D28E}"/>
    <pc:docChg chg="custSel delSld modSld">
      <pc:chgData name="Rudy Mercedes" userId="0002f573-7c95-4ace-b876-97296f6b7a87" providerId="ADAL" clId="{6A1D6B03-CDE8-4497-B084-EC391553D28E}" dt="2026-04-20T00:09:55.413" v="86" actId="20577"/>
      <pc:docMkLst>
        <pc:docMk/>
      </pc:docMkLst>
      <pc:sldChg chg="modSp mod">
        <pc:chgData name="Rudy Mercedes" userId="0002f573-7c95-4ace-b876-97296f6b7a87" providerId="ADAL" clId="{6A1D6B03-CDE8-4497-B084-EC391553D28E}" dt="2026-04-20T00:08:31.914" v="20" actId="20577"/>
        <pc:sldMkLst>
          <pc:docMk/>
          <pc:sldMk cId="812077845" sldId="2147482438"/>
        </pc:sldMkLst>
        <pc:spChg chg="mod">
          <ac:chgData name="Rudy Mercedes" userId="0002f573-7c95-4ace-b876-97296f6b7a87" providerId="ADAL" clId="{6A1D6B03-CDE8-4497-B084-EC391553D28E}" dt="2026-04-20T00:08:31.914" v="20" actId="20577"/>
          <ac:spMkLst>
            <pc:docMk/>
            <pc:sldMk cId="812077845" sldId="2147482438"/>
            <ac:spMk id="10" creationId="{1656C96F-6A58-5046-2178-7EA0011ADD08}"/>
          </ac:spMkLst>
        </pc:spChg>
      </pc:sldChg>
      <pc:sldChg chg="delSp modSp mod">
        <pc:chgData name="Rudy Mercedes" userId="0002f573-7c95-4ace-b876-97296f6b7a87" providerId="ADAL" clId="{6A1D6B03-CDE8-4497-B084-EC391553D28E}" dt="2026-04-20T00:09:21.757" v="64" actId="14100"/>
        <pc:sldMkLst>
          <pc:docMk/>
          <pc:sldMk cId="2562750082" sldId="2147482446"/>
        </pc:sldMkLst>
        <pc:spChg chg="mod">
          <ac:chgData name="Rudy Mercedes" userId="0002f573-7c95-4ace-b876-97296f6b7a87" providerId="ADAL" clId="{6A1D6B03-CDE8-4497-B084-EC391553D28E}" dt="2026-04-20T00:09:21.757" v="64" actId="14100"/>
          <ac:spMkLst>
            <pc:docMk/>
            <pc:sldMk cId="2562750082" sldId="2147482446"/>
            <ac:spMk id="10" creationId="{0F21274C-9836-139C-682D-6E750216DBCA}"/>
          </ac:spMkLst>
        </pc:spChg>
        <pc:spChg chg="del">
          <ac:chgData name="Rudy Mercedes" userId="0002f573-7c95-4ace-b876-97296f6b7a87" providerId="ADAL" clId="{6A1D6B03-CDE8-4497-B084-EC391553D28E}" dt="2026-04-20T00:07:31.016" v="10" actId="478"/>
          <ac:spMkLst>
            <pc:docMk/>
            <pc:sldMk cId="2562750082" sldId="2147482446"/>
            <ac:spMk id="18" creationId="{A289C1D0-7AB8-AC4C-84B6-384019DE2909}"/>
          </ac:spMkLst>
        </pc:spChg>
      </pc:sldChg>
      <pc:sldChg chg="del">
        <pc:chgData name="Rudy Mercedes" userId="0002f573-7c95-4ace-b876-97296f6b7a87" providerId="ADAL" clId="{6A1D6B03-CDE8-4497-B084-EC391553D28E}" dt="2026-04-20T00:09:34.629" v="65" actId="2696"/>
        <pc:sldMkLst>
          <pc:docMk/>
          <pc:sldMk cId="2839901068" sldId="2147482451"/>
        </pc:sldMkLst>
      </pc:sldChg>
      <pc:sldChg chg="modSp mod">
        <pc:chgData name="Rudy Mercedes" userId="0002f573-7c95-4ace-b876-97296f6b7a87" providerId="ADAL" clId="{6A1D6B03-CDE8-4497-B084-EC391553D28E}" dt="2026-04-20T00:08:36.830" v="30" actId="20577"/>
        <pc:sldMkLst>
          <pc:docMk/>
          <pc:sldMk cId="3979301573" sldId="2147482453"/>
        </pc:sldMkLst>
        <pc:spChg chg="mod">
          <ac:chgData name="Rudy Mercedes" userId="0002f573-7c95-4ace-b876-97296f6b7a87" providerId="ADAL" clId="{6A1D6B03-CDE8-4497-B084-EC391553D28E}" dt="2026-04-20T00:08:36.830" v="30" actId="20577"/>
          <ac:spMkLst>
            <pc:docMk/>
            <pc:sldMk cId="3979301573" sldId="2147482453"/>
            <ac:spMk id="10" creationId="{31CAB18C-CBA9-3112-F20B-A7FD5D9822DE}"/>
          </ac:spMkLst>
        </pc:spChg>
      </pc:sldChg>
      <pc:sldChg chg="del">
        <pc:chgData name="Rudy Mercedes" userId="0002f573-7c95-4ace-b876-97296f6b7a87" providerId="ADAL" clId="{6A1D6B03-CDE8-4497-B084-EC391553D28E}" dt="2026-04-20T00:09:34.629" v="65" actId="2696"/>
        <pc:sldMkLst>
          <pc:docMk/>
          <pc:sldMk cId="1384850933" sldId="2147482455"/>
        </pc:sldMkLst>
      </pc:sldChg>
      <pc:sldChg chg="modSp mod">
        <pc:chgData name="Rudy Mercedes" userId="0002f573-7c95-4ace-b876-97296f6b7a87" providerId="ADAL" clId="{6A1D6B03-CDE8-4497-B084-EC391553D28E}" dt="2026-04-20T00:09:55.413" v="86" actId="20577"/>
        <pc:sldMkLst>
          <pc:docMk/>
          <pc:sldMk cId="633687980" sldId="2147482456"/>
        </pc:sldMkLst>
        <pc:spChg chg="mod">
          <ac:chgData name="Rudy Mercedes" userId="0002f573-7c95-4ace-b876-97296f6b7a87" providerId="ADAL" clId="{6A1D6B03-CDE8-4497-B084-EC391553D28E}" dt="2026-04-20T00:09:55.413" v="86" actId="20577"/>
          <ac:spMkLst>
            <pc:docMk/>
            <pc:sldMk cId="633687980" sldId="2147482456"/>
            <ac:spMk id="10" creationId="{9756C405-5C17-F456-DB3E-121D108DA41D}"/>
          </ac:spMkLst>
        </pc:spChg>
        <pc:spChg chg="mod">
          <ac:chgData name="Rudy Mercedes" userId="0002f573-7c95-4ace-b876-97296f6b7a87" providerId="ADAL" clId="{6A1D6B03-CDE8-4497-B084-EC391553D28E}" dt="2026-04-20T00:09:43.964" v="67" actId="20577"/>
          <ac:spMkLst>
            <pc:docMk/>
            <pc:sldMk cId="633687980" sldId="2147482456"/>
            <ac:spMk id="24" creationId="{3D85268D-4896-6342-BBB5-319EF99BE2E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D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CFC630-ACD8-477A-983A-557EBF20917F}" type="datetimeFigureOut">
              <a:rPr lang="es-DO" smtClean="0"/>
              <a:t>19/4/2026</a:t>
            </a:fld>
            <a:endParaRPr lang="es-D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D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D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65547B-B9A2-41AD-AED7-6A743AF1691B}" type="slidenum">
              <a:rPr lang="es-DO" smtClean="0"/>
              <a:t>‹Nº›</a:t>
            </a:fld>
            <a:endParaRPr lang="es-DO"/>
          </a:p>
        </p:txBody>
      </p:sp>
    </p:spTree>
    <p:extLst>
      <p:ext uri="{BB962C8B-B14F-4D97-AF65-F5344CB8AC3E}">
        <p14:creationId xmlns:p14="http://schemas.microsoft.com/office/powerpoint/2010/main" val="3834303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jpeg"/><Relationship Id="rId1" Type="http://schemas.openxmlformats.org/officeDocument/2006/relationships/slideMaster" Target="../slideMasters/slideMaster3.xml"/><Relationship Id="rId4"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hyperlink" Target="https://somoscmi.com/es/" TargetMode="Externa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9.png"/><Relationship Id="rId7" Type="http://schemas.openxmlformats.org/officeDocument/2006/relationships/image" Target="../media/image13.emf"/><Relationship Id="rId12"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slideMaster" Target="../slideMasters/slideMaster3.xml"/><Relationship Id="rId6" Type="http://schemas.openxmlformats.org/officeDocument/2006/relationships/image" Target="../media/image12.emf"/><Relationship Id="rId11" Type="http://schemas.openxmlformats.org/officeDocument/2006/relationships/image" Target="../media/image2.png"/><Relationship Id="rId5" Type="http://schemas.openxmlformats.org/officeDocument/2006/relationships/image" Target="../media/image11.emf"/><Relationship Id="rId10" Type="http://schemas.openxmlformats.org/officeDocument/2006/relationships/image" Target="../media/image16.emf"/><Relationship Id="rId4" Type="http://schemas.openxmlformats.org/officeDocument/2006/relationships/image" Target="../media/image10.svg"/><Relationship Id="rId9" Type="http://schemas.openxmlformats.org/officeDocument/2006/relationships/image" Target="../media/image15.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svg"/><Relationship Id="rId1" Type="http://schemas.openxmlformats.org/officeDocument/2006/relationships/slideMaster" Target="../slideMasters/slideMaster3.xml"/><Relationship Id="rId5" Type="http://schemas.openxmlformats.org/officeDocument/2006/relationships/image" Target="../media/image24.png"/><Relationship Id="rId4" Type="http://schemas.openxmlformats.org/officeDocument/2006/relationships/image" Target="../media/image1.png"/></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svg"/><Relationship Id="rId1" Type="http://schemas.openxmlformats.org/officeDocument/2006/relationships/slideMaster" Target="../slideMasters/slideMaster3.xml"/><Relationship Id="rId5" Type="http://schemas.openxmlformats.org/officeDocument/2006/relationships/image" Target="../media/image24.png"/><Relationship Id="rId4" Type="http://schemas.openxmlformats.org/officeDocument/2006/relationships/image" Target="../media/image1.pn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svg"/><Relationship Id="rId1" Type="http://schemas.openxmlformats.org/officeDocument/2006/relationships/slideMaster" Target="../slideMasters/slideMaster3.xml"/><Relationship Id="rId5" Type="http://schemas.openxmlformats.org/officeDocument/2006/relationships/image" Target="../media/image24.png"/><Relationship Id="rId4" Type="http://schemas.openxmlformats.org/officeDocument/2006/relationships/image" Target="../media/image1.pn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svg"/><Relationship Id="rId1" Type="http://schemas.openxmlformats.org/officeDocument/2006/relationships/slideMaster" Target="../slideMasters/slideMaster3.xml"/><Relationship Id="rId5" Type="http://schemas.openxmlformats.org/officeDocument/2006/relationships/image" Target="../media/image24.png"/><Relationship Id="rId4" Type="http://schemas.openxmlformats.org/officeDocument/2006/relationships/image" Target="../media/image1.png"/></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svg"/><Relationship Id="rId1" Type="http://schemas.openxmlformats.org/officeDocument/2006/relationships/slideMaster" Target="../slideMasters/slideMaster3.xml"/><Relationship Id="rId5" Type="http://schemas.openxmlformats.org/officeDocument/2006/relationships/image" Target="../media/image24.png"/><Relationship Id="rId4" Type="http://schemas.openxmlformats.org/officeDocument/2006/relationships/image" Target="../media/image1.png"/></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svg"/><Relationship Id="rId1" Type="http://schemas.openxmlformats.org/officeDocument/2006/relationships/slideMaster" Target="../slideMasters/slideMaster3.xml"/><Relationship Id="rId5" Type="http://schemas.openxmlformats.org/officeDocument/2006/relationships/image" Target="../media/image24.png"/><Relationship Id="rId4" Type="http://schemas.openxmlformats.org/officeDocument/2006/relationships/image" Target="../media/image1.png"/></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jpeg"/><Relationship Id="rId1" Type="http://schemas.openxmlformats.org/officeDocument/2006/relationships/slideMaster" Target="../slideMasters/slideMaster3.xml"/><Relationship Id="rId5" Type="http://schemas.openxmlformats.org/officeDocument/2006/relationships/image" Target="../media/image2.png"/><Relationship Id="rId4" Type="http://schemas.openxmlformats.org/officeDocument/2006/relationships/image" Target="../media/image6.jpeg"/></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7.jpeg"/><Relationship Id="rId1" Type="http://schemas.openxmlformats.org/officeDocument/2006/relationships/slideMaster" Target="../slideMasters/slideMaster3.xml"/><Relationship Id="rId5" Type="http://schemas.openxmlformats.org/officeDocument/2006/relationships/image" Target="../media/image2.png"/><Relationship Id="rId4" Type="http://schemas.openxmlformats.org/officeDocument/2006/relationships/image" Target="../media/image6.jpeg"/></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8.jpeg"/><Relationship Id="rId1" Type="http://schemas.openxmlformats.org/officeDocument/2006/relationships/slideMaster" Target="../slideMasters/slideMaster3.xml"/><Relationship Id="rId5" Type="http://schemas.openxmlformats.org/officeDocument/2006/relationships/image" Target="../media/image2.png"/><Relationship Id="rId4" Type="http://schemas.openxmlformats.org/officeDocument/2006/relationships/image" Target="../media/image6.jpeg"/></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9.jpeg"/><Relationship Id="rId1" Type="http://schemas.openxmlformats.org/officeDocument/2006/relationships/slideMaster" Target="../slideMasters/slideMaster3.xml"/><Relationship Id="rId5" Type="http://schemas.openxmlformats.org/officeDocument/2006/relationships/image" Target="../media/image2.png"/><Relationship Id="rId4" Type="http://schemas.openxmlformats.org/officeDocument/2006/relationships/image" Target="../media/image6.jpe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33.jpeg"/><Relationship Id="rId4" Type="http://schemas.openxmlformats.org/officeDocument/2006/relationships/image" Target="../media/image32.png"/></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Master" Target="../slideMasters/slideMaster3.xml"/><Relationship Id="rId4" Type="http://schemas.openxmlformats.org/officeDocument/2006/relationships/image" Target="../media/image41.png"/></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524A7B-DD12-401F-BD35-67E4FD0DB4F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id="{3FE3AA22-76CD-58B3-7D7F-18A856CFAE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id="{F8316274-577C-C648-45FA-C2D8AFF8285E}"/>
              </a:ext>
            </a:extLst>
          </p:cNvPr>
          <p:cNvSpPr>
            <a:spLocks noGrp="1"/>
          </p:cNvSpPr>
          <p:nvPr>
            <p:ph type="dt" sz="half" idx="10"/>
          </p:nvPr>
        </p:nvSpPr>
        <p:spPr/>
        <p:txBody>
          <a:bodyPr/>
          <a:lstStyle/>
          <a:p>
            <a:fld id="{6F19D33C-B4BC-462B-9927-185C7AD752D8}" type="datetimeFigureOut">
              <a:rPr lang="es-DO" smtClean="0"/>
              <a:t>19/4/2026</a:t>
            </a:fld>
            <a:endParaRPr lang="es-DO"/>
          </a:p>
        </p:txBody>
      </p:sp>
      <p:sp>
        <p:nvSpPr>
          <p:cNvPr id="5" name="Marcador de pie de página 4">
            <a:extLst>
              <a:ext uri="{FF2B5EF4-FFF2-40B4-BE49-F238E27FC236}">
                <a16:creationId xmlns:a16="http://schemas.microsoft.com/office/drawing/2014/main" id="{9973835A-23B2-F3D4-764B-1B43FE8C5488}"/>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BD82C316-37AE-1006-087D-E015A882B0BB}"/>
              </a:ext>
            </a:extLst>
          </p:cNvPr>
          <p:cNvSpPr>
            <a:spLocks noGrp="1"/>
          </p:cNvSpPr>
          <p:nvPr>
            <p:ph type="sldNum" sz="quarter" idx="12"/>
          </p:nvPr>
        </p:nvSpPr>
        <p:spPr/>
        <p:txBody>
          <a:bodyPr/>
          <a:lstStyle/>
          <a:p>
            <a:fld id="{135B2642-1BAC-4566-ABA5-0C5849F23A98}" type="slidenum">
              <a:rPr lang="es-DO" smtClean="0"/>
              <a:t>‹Nº›</a:t>
            </a:fld>
            <a:endParaRPr lang="es-DO"/>
          </a:p>
        </p:txBody>
      </p:sp>
    </p:spTree>
    <p:extLst>
      <p:ext uri="{BB962C8B-B14F-4D97-AF65-F5344CB8AC3E}">
        <p14:creationId xmlns:p14="http://schemas.microsoft.com/office/powerpoint/2010/main" val="2374458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7A4C97-AF75-1281-2B6B-CCD2BC619FED}"/>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id="{8680543D-6E1E-C16B-8C10-2C433D9D0F7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52B67F46-78F9-A372-AC1D-32E863AFFAED}"/>
              </a:ext>
            </a:extLst>
          </p:cNvPr>
          <p:cNvSpPr>
            <a:spLocks noGrp="1"/>
          </p:cNvSpPr>
          <p:nvPr>
            <p:ph type="dt" sz="half" idx="10"/>
          </p:nvPr>
        </p:nvSpPr>
        <p:spPr/>
        <p:txBody>
          <a:bodyPr/>
          <a:lstStyle/>
          <a:p>
            <a:fld id="{6F19D33C-B4BC-462B-9927-185C7AD752D8}" type="datetimeFigureOut">
              <a:rPr lang="es-DO" smtClean="0"/>
              <a:t>19/4/2026</a:t>
            </a:fld>
            <a:endParaRPr lang="es-DO"/>
          </a:p>
        </p:txBody>
      </p:sp>
      <p:sp>
        <p:nvSpPr>
          <p:cNvPr id="5" name="Marcador de pie de página 4">
            <a:extLst>
              <a:ext uri="{FF2B5EF4-FFF2-40B4-BE49-F238E27FC236}">
                <a16:creationId xmlns:a16="http://schemas.microsoft.com/office/drawing/2014/main" id="{7ACA65DA-DFCA-7414-76E3-523E1F5EB878}"/>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9593E183-AB62-C1E3-0C2D-E030E793A273}"/>
              </a:ext>
            </a:extLst>
          </p:cNvPr>
          <p:cNvSpPr>
            <a:spLocks noGrp="1"/>
          </p:cNvSpPr>
          <p:nvPr>
            <p:ph type="sldNum" sz="quarter" idx="12"/>
          </p:nvPr>
        </p:nvSpPr>
        <p:spPr/>
        <p:txBody>
          <a:bodyPr/>
          <a:lstStyle/>
          <a:p>
            <a:fld id="{135B2642-1BAC-4566-ABA5-0C5849F23A98}" type="slidenum">
              <a:rPr lang="es-DO" smtClean="0"/>
              <a:t>‹Nº›</a:t>
            </a:fld>
            <a:endParaRPr lang="es-DO"/>
          </a:p>
        </p:txBody>
      </p:sp>
    </p:spTree>
    <p:extLst>
      <p:ext uri="{BB962C8B-B14F-4D97-AF65-F5344CB8AC3E}">
        <p14:creationId xmlns:p14="http://schemas.microsoft.com/office/powerpoint/2010/main" val="2172060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200219-A460-D2D2-A1F9-402782916B3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DAA2A244-D9C6-22EF-042F-2FA1E51399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B438338-BB47-A093-EEFC-81CF3B347458}"/>
              </a:ext>
            </a:extLst>
          </p:cNvPr>
          <p:cNvSpPr>
            <a:spLocks noGrp="1"/>
          </p:cNvSpPr>
          <p:nvPr>
            <p:ph type="dt" sz="half" idx="10"/>
          </p:nvPr>
        </p:nvSpPr>
        <p:spPr/>
        <p:txBody>
          <a:bodyPr/>
          <a:lstStyle/>
          <a:p>
            <a:fld id="{6F19D33C-B4BC-462B-9927-185C7AD752D8}" type="datetimeFigureOut">
              <a:rPr lang="es-DO" smtClean="0"/>
              <a:t>19/4/2026</a:t>
            </a:fld>
            <a:endParaRPr lang="es-DO"/>
          </a:p>
        </p:txBody>
      </p:sp>
      <p:sp>
        <p:nvSpPr>
          <p:cNvPr id="5" name="Marcador de pie de página 4">
            <a:extLst>
              <a:ext uri="{FF2B5EF4-FFF2-40B4-BE49-F238E27FC236}">
                <a16:creationId xmlns:a16="http://schemas.microsoft.com/office/drawing/2014/main" id="{1DE519CF-3858-0ABD-0789-0D91EF5A6777}"/>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EBFBFB74-53ED-43F0-1763-EE8673F01459}"/>
              </a:ext>
            </a:extLst>
          </p:cNvPr>
          <p:cNvSpPr>
            <a:spLocks noGrp="1"/>
          </p:cNvSpPr>
          <p:nvPr>
            <p:ph type="sldNum" sz="quarter" idx="12"/>
          </p:nvPr>
        </p:nvSpPr>
        <p:spPr/>
        <p:txBody>
          <a:bodyPr/>
          <a:lstStyle/>
          <a:p>
            <a:fld id="{135B2642-1BAC-4566-ABA5-0C5849F23A98}" type="slidenum">
              <a:rPr lang="es-DO" smtClean="0"/>
              <a:t>‹Nº›</a:t>
            </a:fld>
            <a:endParaRPr lang="es-DO"/>
          </a:p>
        </p:txBody>
      </p:sp>
    </p:spTree>
    <p:extLst>
      <p:ext uri="{BB962C8B-B14F-4D97-AF65-F5344CB8AC3E}">
        <p14:creationId xmlns:p14="http://schemas.microsoft.com/office/powerpoint/2010/main" val="3431558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EDDA8D-5A0F-9D68-F277-B30197E6DC30}"/>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id="{71DAC4A2-F2F9-0EA9-22D5-05F0D728A2E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id="{C5AFB8B2-8222-7E49-7DAF-82DB0714CCD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id="{AD774CA8-5789-D66F-7A39-235E0999F63F}"/>
              </a:ext>
            </a:extLst>
          </p:cNvPr>
          <p:cNvSpPr>
            <a:spLocks noGrp="1"/>
          </p:cNvSpPr>
          <p:nvPr>
            <p:ph type="dt" sz="half" idx="10"/>
          </p:nvPr>
        </p:nvSpPr>
        <p:spPr/>
        <p:txBody>
          <a:bodyPr/>
          <a:lstStyle/>
          <a:p>
            <a:fld id="{6F19D33C-B4BC-462B-9927-185C7AD752D8}" type="datetimeFigureOut">
              <a:rPr lang="es-DO" smtClean="0"/>
              <a:t>19/4/2026</a:t>
            </a:fld>
            <a:endParaRPr lang="es-DO"/>
          </a:p>
        </p:txBody>
      </p:sp>
      <p:sp>
        <p:nvSpPr>
          <p:cNvPr id="6" name="Marcador de pie de página 5">
            <a:extLst>
              <a:ext uri="{FF2B5EF4-FFF2-40B4-BE49-F238E27FC236}">
                <a16:creationId xmlns:a16="http://schemas.microsoft.com/office/drawing/2014/main" id="{48F529F3-ED18-3038-811B-47E096559F9E}"/>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5A2E6072-0F2E-FD4A-0DC1-A4A15160AEBC}"/>
              </a:ext>
            </a:extLst>
          </p:cNvPr>
          <p:cNvSpPr>
            <a:spLocks noGrp="1"/>
          </p:cNvSpPr>
          <p:nvPr>
            <p:ph type="sldNum" sz="quarter" idx="12"/>
          </p:nvPr>
        </p:nvSpPr>
        <p:spPr/>
        <p:txBody>
          <a:bodyPr/>
          <a:lstStyle/>
          <a:p>
            <a:fld id="{135B2642-1BAC-4566-ABA5-0C5849F23A98}" type="slidenum">
              <a:rPr lang="es-DO" smtClean="0"/>
              <a:t>‹Nº›</a:t>
            </a:fld>
            <a:endParaRPr lang="es-DO"/>
          </a:p>
        </p:txBody>
      </p:sp>
    </p:spTree>
    <p:extLst>
      <p:ext uri="{BB962C8B-B14F-4D97-AF65-F5344CB8AC3E}">
        <p14:creationId xmlns:p14="http://schemas.microsoft.com/office/powerpoint/2010/main" val="2750597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CDBD6F-D411-5D7F-E0A1-34F1AE63AB2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9C39D91D-9CF7-94E8-1F7F-760F94C554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2F46D39-7BE9-4045-A1A0-00B175E4C26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id="{EBDABAAE-D5C2-1268-5C82-F997C5D1ED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EB026C7-F42F-3C8D-F0A9-FCAF25249FC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id="{C41E2276-8A9D-94A6-3B02-ECE706804C3B}"/>
              </a:ext>
            </a:extLst>
          </p:cNvPr>
          <p:cNvSpPr>
            <a:spLocks noGrp="1"/>
          </p:cNvSpPr>
          <p:nvPr>
            <p:ph type="dt" sz="half" idx="10"/>
          </p:nvPr>
        </p:nvSpPr>
        <p:spPr/>
        <p:txBody>
          <a:bodyPr/>
          <a:lstStyle/>
          <a:p>
            <a:fld id="{6F19D33C-B4BC-462B-9927-185C7AD752D8}" type="datetimeFigureOut">
              <a:rPr lang="es-DO" smtClean="0"/>
              <a:t>19/4/2026</a:t>
            </a:fld>
            <a:endParaRPr lang="es-DO"/>
          </a:p>
        </p:txBody>
      </p:sp>
      <p:sp>
        <p:nvSpPr>
          <p:cNvPr id="8" name="Marcador de pie de página 7">
            <a:extLst>
              <a:ext uri="{FF2B5EF4-FFF2-40B4-BE49-F238E27FC236}">
                <a16:creationId xmlns:a16="http://schemas.microsoft.com/office/drawing/2014/main" id="{31B37800-6ABA-92DC-2943-7DF731E27EFB}"/>
              </a:ext>
            </a:extLst>
          </p:cNvPr>
          <p:cNvSpPr>
            <a:spLocks noGrp="1"/>
          </p:cNvSpPr>
          <p:nvPr>
            <p:ph type="ftr" sz="quarter" idx="11"/>
          </p:nvPr>
        </p:nvSpPr>
        <p:spPr/>
        <p:txBody>
          <a:bodyPr/>
          <a:lstStyle/>
          <a:p>
            <a:endParaRPr lang="es-DO"/>
          </a:p>
        </p:txBody>
      </p:sp>
      <p:sp>
        <p:nvSpPr>
          <p:cNvPr id="9" name="Marcador de número de diapositiva 8">
            <a:extLst>
              <a:ext uri="{FF2B5EF4-FFF2-40B4-BE49-F238E27FC236}">
                <a16:creationId xmlns:a16="http://schemas.microsoft.com/office/drawing/2014/main" id="{9A764183-FF2D-4D61-FB5A-49A7C5DB3313}"/>
              </a:ext>
            </a:extLst>
          </p:cNvPr>
          <p:cNvSpPr>
            <a:spLocks noGrp="1"/>
          </p:cNvSpPr>
          <p:nvPr>
            <p:ph type="sldNum" sz="quarter" idx="12"/>
          </p:nvPr>
        </p:nvSpPr>
        <p:spPr/>
        <p:txBody>
          <a:bodyPr/>
          <a:lstStyle/>
          <a:p>
            <a:fld id="{135B2642-1BAC-4566-ABA5-0C5849F23A98}" type="slidenum">
              <a:rPr lang="es-DO" smtClean="0"/>
              <a:t>‹Nº›</a:t>
            </a:fld>
            <a:endParaRPr lang="es-DO"/>
          </a:p>
        </p:txBody>
      </p:sp>
    </p:spTree>
    <p:extLst>
      <p:ext uri="{BB962C8B-B14F-4D97-AF65-F5344CB8AC3E}">
        <p14:creationId xmlns:p14="http://schemas.microsoft.com/office/powerpoint/2010/main" val="1767711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C00D6B-3FD1-7C4E-CAB5-007154327083}"/>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id="{E004E326-D383-EDE7-0787-9D312D3C3767}"/>
              </a:ext>
            </a:extLst>
          </p:cNvPr>
          <p:cNvSpPr>
            <a:spLocks noGrp="1"/>
          </p:cNvSpPr>
          <p:nvPr>
            <p:ph type="dt" sz="half" idx="10"/>
          </p:nvPr>
        </p:nvSpPr>
        <p:spPr/>
        <p:txBody>
          <a:bodyPr/>
          <a:lstStyle/>
          <a:p>
            <a:fld id="{6F19D33C-B4BC-462B-9927-185C7AD752D8}" type="datetimeFigureOut">
              <a:rPr lang="es-DO" smtClean="0"/>
              <a:t>19/4/2026</a:t>
            </a:fld>
            <a:endParaRPr lang="es-DO"/>
          </a:p>
        </p:txBody>
      </p:sp>
      <p:sp>
        <p:nvSpPr>
          <p:cNvPr id="4" name="Marcador de pie de página 3">
            <a:extLst>
              <a:ext uri="{FF2B5EF4-FFF2-40B4-BE49-F238E27FC236}">
                <a16:creationId xmlns:a16="http://schemas.microsoft.com/office/drawing/2014/main" id="{187E2F2A-7981-5C48-0C1C-80A0CBE0F4CF}"/>
              </a:ext>
            </a:extLst>
          </p:cNvPr>
          <p:cNvSpPr>
            <a:spLocks noGrp="1"/>
          </p:cNvSpPr>
          <p:nvPr>
            <p:ph type="ftr" sz="quarter" idx="11"/>
          </p:nvPr>
        </p:nvSpPr>
        <p:spPr/>
        <p:txBody>
          <a:bodyPr/>
          <a:lstStyle/>
          <a:p>
            <a:endParaRPr lang="es-DO"/>
          </a:p>
        </p:txBody>
      </p:sp>
      <p:sp>
        <p:nvSpPr>
          <p:cNvPr id="5" name="Marcador de número de diapositiva 4">
            <a:extLst>
              <a:ext uri="{FF2B5EF4-FFF2-40B4-BE49-F238E27FC236}">
                <a16:creationId xmlns:a16="http://schemas.microsoft.com/office/drawing/2014/main" id="{84F30D7C-658F-2E55-4BFE-0F4F1D0E6ED1}"/>
              </a:ext>
            </a:extLst>
          </p:cNvPr>
          <p:cNvSpPr>
            <a:spLocks noGrp="1"/>
          </p:cNvSpPr>
          <p:nvPr>
            <p:ph type="sldNum" sz="quarter" idx="12"/>
          </p:nvPr>
        </p:nvSpPr>
        <p:spPr/>
        <p:txBody>
          <a:bodyPr/>
          <a:lstStyle/>
          <a:p>
            <a:fld id="{135B2642-1BAC-4566-ABA5-0C5849F23A98}" type="slidenum">
              <a:rPr lang="es-DO" smtClean="0"/>
              <a:t>‹Nº›</a:t>
            </a:fld>
            <a:endParaRPr lang="es-DO"/>
          </a:p>
        </p:txBody>
      </p:sp>
    </p:spTree>
    <p:extLst>
      <p:ext uri="{BB962C8B-B14F-4D97-AF65-F5344CB8AC3E}">
        <p14:creationId xmlns:p14="http://schemas.microsoft.com/office/powerpoint/2010/main" val="3655946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382EA8C-9E45-137D-8DEB-073768137C1D}"/>
              </a:ext>
            </a:extLst>
          </p:cNvPr>
          <p:cNvSpPr>
            <a:spLocks noGrp="1"/>
          </p:cNvSpPr>
          <p:nvPr>
            <p:ph type="dt" sz="half" idx="10"/>
          </p:nvPr>
        </p:nvSpPr>
        <p:spPr/>
        <p:txBody>
          <a:bodyPr/>
          <a:lstStyle/>
          <a:p>
            <a:fld id="{6F19D33C-B4BC-462B-9927-185C7AD752D8}" type="datetimeFigureOut">
              <a:rPr lang="es-DO" smtClean="0"/>
              <a:t>19/4/2026</a:t>
            </a:fld>
            <a:endParaRPr lang="es-DO"/>
          </a:p>
        </p:txBody>
      </p:sp>
      <p:sp>
        <p:nvSpPr>
          <p:cNvPr id="3" name="Marcador de pie de página 2">
            <a:extLst>
              <a:ext uri="{FF2B5EF4-FFF2-40B4-BE49-F238E27FC236}">
                <a16:creationId xmlns:a16="http://schemas.microsoft.com/office/drawing/2014/main" id="{1805508A-F0D1-3064-1788-18F27FFEA56F}"/>
              </a:ext>
            </a:extLst>
          </p:cNvPr>
          <p:cNvSpPr>
            <a:spLocks noGrp="1"/>
          </p:cNvSpPr>
          <p:nvPr>
            <p:ph type="ftr" sz="quarter" idx="11"/>
          </p:nvPr>
        </p:nvSpPr>
        <p:spPr/>
        <p:txBody>
          <a:bodyPr/>
          <a:lstStyle/>
          <a:p>
            <a:endParaRPr lang="es-DO"/>
          </a:p>
        </p:txBody>
      </p:sp>
      <p:sp>
        <p:nvSpPr>
          <p:cNvPr id="4" name="Marcador de número de diapositiva 3">
            <a:extLst>
              <a:ext uri="{FF2B5EF4-FFF2-40B4-BE49-F238E27FC236}">
                <a16:creationId xmlns:a16="http://schemas.microsoft.com/office/drawing/2014/main" id="{BD9630B9-9012-2FD2-B920-55F23984CF06}"/>
              </a:ext>
            </a:extLst>
          </p:cNvPr>
          <p:cNvSpPr>
            <a:spLocks noGrp="1"/>
          </p:cNvSpPr>
          <p:nvPr>
            <p:ph type="sldNum" sz="quarter" idx="12"/>
          </p:nvPr>
        </p:nvSpPr>
        <p:spPr/>
        <p:txBody>
          <a:bodyPr/>
          <a:lstStyle/>
          <a:p>
            <a:fld id="{135B2642-1BAC-4566-ABA5-0C5849F23A98}" type="slidenum">
              <a:rPr lang="es-DO" smtClean="0"/>
              <a:t>‹Nº›</a:t>
            </a:fld>
            <a:endParaRPr lang="es-DO"/>
          </a:p>
        </p:txBody>
      </p:sp>
    </p:spTree>
    <p:extLst>
      <p:ext uri="{BB962C8B-B14F-4D97-AF65-F5344CB8AC3E}">
        <p14:creationId xmlns:p14="http://schemas.microsoft.com/office/powerpoint/2010/main" val="23865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DDC0B2-8A5B-BD66-A5BC-7E4F932054C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id="{45DBF297-FD05-9CBC-B956-D67B5AAB7E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id="{91C18195-8EB6-8108-EAA9-EDE94DB46D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3149C1E-BF60-CB53-D972-48B2E59F8907}"/>
              </a:ext>
            </a:extLst>
          </p:cNvPr>
          <p:cNvSpPr>
            <a:spLocks noGrp="1"/>
          </p:cNvSpPr>
          <p:nvPr>
            <p:ph type="dt" sz="half" idx="10"/>
          </p:nvPr>
        </p:nvSpPr>
        <p:spPr/>
        <p:txBody>
          <a:bodyPr/>
          <a:lstStyle/>
          <a:p>
            <a:fld id="{6F19D33C-B4BC-462B-9927-185C7AD752D8}" type="datetimeFigureOut">
              <a:rPr lang="es-DO" smtClean="0"/>
              <a:t>19/4/2026</a:t>
            </a:fld>
            <a:endParaRPr lang="es-DO"/>
          </a:p>
        </p:txBody>
      </p:sp>
      <p:sp>
        <p:nvSpPr>
          <p:cNvPr id="6" name="Marcador de pie de página 5">
            <a:extLst>
              <a:ext uri="{FF2B5EF4-FFF2-40B4-BE49-F238E27FC236}">
                <a16:creationId xmlns:a16="http://schemas.microsoft.com/office/drawing/2014/main" id="{7BB7F38B-D11F-751D-89CA-E871F3F85A7B}"/>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29CE1800-67D3-252B-030E-7618732DDB95}"/>
              </a:ext>
            </a:extLst>
          </p:cNvPr>
          <p:cNvSpPr>
            <a:spLocks noGrp="1"/>
          </p:cNvSpPr>
          <p:nvPr>
            <p:ph type="sldNum" sz="quarter" idx="12"/>
          </p:nvPr>
        </p:nvSpPr>
        <p:spPr/>
        <p:txBody>
          <a:bodyPr/>
          <a:lstStyle/>
          <a:p>
            <a:fld id="{135B2642-1BAC-4566-ABA5-0C5849F23A98}" type="slidenum">
              <a:rPr lang="es-DO" smtClean="0"/>
              <a:t>‹Nº›</a:t>
            </a:fld>
            <a:endParaRPr lang="es-DO"/>
          </a:p>
        </p:txBody>
      </p:sp>
    </p:spTree>
    <p:extLst>
      <p:ext uri="{BB962C8B-B14F-4D97-AF65-F5344CB8AC3E}">
        <p14:creationId xmlns:p14="http://schemas.microsoft.com/office/powerpoint/2010/main" val="102922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C58C-10A9-1B79-6507-1991EB0E1A9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id="{66BD5C63-26D2-BAD4-8CA1-9560F7087F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id="{76896D97-381C-618E-2C64-FF17C7E5CF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4E6B790-8A88-B8D2-1AFD-8C93F99D8CD0}"/>
              </a:ext>
            </a:extLst>
          </p:cNvPr>
          <p:cNvSpPr>
            <a:spLocks noGrp="1"/>
          </p:cNvSpPr>
          <p:nvPr>
            <p:ph type="dt" sz="half" idx="10"/>
          </p:nvPr>
        </p:nvSpPr>
        <p:spPr/>
        <p:txBody>
          <a:bodyPr/>
          <a:lstStyle/>
          <a:p>
            <a:fld id="{6F19D33C-B4BC-462B-9927-185C7AD752D8}" type="datetimeFigureOut">
              <a:rPr lang="es-DO" smtClean="0"/>
              <a:t>19/4/2026</a:t>
            </a:fld>
            <a:endParaRPr lang="es-DO"/>
          </a:p>
        </p:txBody>
      </p:sp>
      <p:sp>
        <p:nvSpPr>
          <p:cNvPr id="6" name="Marcador de pie de página 5">
            <a:extLst>
              <a:ext uri="{FF2B5EF4-FFF2-40B4-BE49-F238E27FC236}">
                <a16:creationId xmlns:a16="http://schemas.microsoft.com/office/drawing/2014/main" id="{44F403CC-8A43-B6CF-8B0A-D0F8B4CD192A}"/>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27D600F5-64EE-7A1F-0980-D1A54543D99F}"/>
              </a:ext>
            </a:extLst>
          </p:cNvPr>
          <p:cNvSpPr>
            <a:spLocks noGrp="1"/>
          </p:cNvSpPr>
          <p:nvPr>
            <p:ph type="sldNum" sz="quarter" idx="12"/>
          </p:nvPr>
        </p:nvSpPr>
        <p:spPr/>
        <p:txBody>
          <a:bodyPr/>
          <a:lstStyle/>
          <a:p>
            <a:fld id="{135B2642-1BAC-4566-ABA5-0C5849F23A98}" type="slidenum">
              <a:rPr lang="es-DO" smtClean="0"/>
              <a:t>‹Nº›</a:t>
            </a:fld>
            <a:endParaRPr lang="es-DO"/>
          </a:p>
        </p:txBody>
      </p:sp>
    </p:spTree>
    <p:extLst>
      <p:ext uri="{BB962C8B-B14F-4D97-AF65-F5344CB8AC3E}">
        <p14:creationId xmlns:p14="http://schemas.microsoft.com/office/powerpoint/2010/main" val="3244210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D23DFF-0AD4-BCFE-E946-767BF7E724A7}"/>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id="{6F337514-606B-B70F-1536-B454FC593E4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0579CB26-56EC-B7D5-E9BA-CC7EA4BD40DB}"/>
              </a:ext>
            </a:extLst>
          </p:cNvPr>
          <p:cNvSpPr>
            <a:spLocks noGrp="1"/>
          </p:cNvSpPr>
          <p:nvPr>
            <p:ph type="dt" sz="half" idx="10"/>
          </p:nvPr>
        </p:nvSpPr>
        <p:spPr/>
        <p:txBody>
          <a:bodyPr/>
          <a:lstStyle/>
          <a:p>
            <a:fld id="{6F19D33C-B4BC-462B-9927-185C7AD752D8}" type="datetimeFigureOut">
              <a:rPr lang="es-DO" smtClean="0"/>
              <a:t>19/4/2026</a:t>
            </a:fld>
            <a:endParaRPr lang="es-DO"/>
          </a:p>
        </p:txBody>
      </p:sp>
      <p:sp>
        <p:nvSpPr>
          <p:cNvPr id="5" name="Marcador de pie de página 4">
            <a:extLst>
              <a:ext uri="{FF2B5EF4-FFF2-40B4-BE49-F238E27FC236}">
                <a16:creationId xmlns:a16="http://schemas.microsoft.com/office/drawing/2014/main" id="{CC13933C-33AA-04BF-C1AE-AE4062950765}"/>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C1FEC03A-43D9-0C0E-4659-00540FEC6BDF}"/>
              </a:ext>
            </a:extLst>
          </p:cNvPr>
          <p:cNvSpPr>
            <a:spLocks noGrp="1"/>
          </p:cNvSpPr>
          <p:nvPr>
            <p:ph type="sldNum" sz="quarter" idx="12"/>
          </p:nvPr>
        </p:nvSpPr>
        <p:spPr/>
        <p:txBody>
          <a:bodyPr/>
          <a:lstStyle/>
          <a:p>
            <a:fld id="{135B2642-1BAC-4566-ABA5-0C5849F23A98}" type="slidenum">
              <a:rPr lang="es-DO" smtClean="0"/>
              <a:t>‹Nº›</a:t>
            </a:fld>
            <a:endParaRPr lang="es-DO"/>
          </a:p>
        </p:txBody>
      </p:sp>
    </p:spTree>
    <p:extLst>
      <p:ext uri="{BB962C8B-B14F-4D97-AF65-F5344CB8AC3E}">
        <p14:creationId xmlns:p14="http://schemas.microsoft.com/office/powerpoint/2010/main" val="3558953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4EA6BCE-481A-3D7C-F82F-1ED8E68D2C0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id="{AF9F52B5-0E18-77B2-D095-88C250EE7CE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A86EF7E9-8B3D-8EC9-A039-7177AD5F3A30}"/>
              </a:ext>
            </a:extLst>
          </p:cNvPr>
          <p:cNvSpPr>
            <a:spLocks noGrp="1"/>
          </p:cNvSpPr>
          <p:nvPr>
            <p:ph type="dt" sz="half" idx="10"/>
          </p:nvPr>
        </p:nvSpPr>
        <p:spPr/>
        <p:txBody>
          <a:bodyPr/>
          <a:lstStyle/>
          <a:p>
            <a:fld id="{6F19D33C-B4BC-462B-9927-185C7AD752D8}" type="datetimeFigureOut">
              <a:rPr lang="es-DO" smtClean="0"/>
              <a:t>19/4/2026</a:t>
            </a:fld>
            <a:endParaRPr lang="es-DO"/>
          </a:p>
        </p:txBody>
      </p:sp>
      <p:sp>
        <p:nvSpPr>
          <p:cNvPr id="5" name="Marcador de pie de página 4">
            <a:extLst>
              <a:ext uri="{FF2B5EF4-FFF2-40B4-BE49-F238E27FC236}">
                <a16:creationId xmlns:a16="http://schemas.microsoft.com/office/drawing/2014/main" id="{C565C5D5-CF83-4AE4-D535-5FF4756C4621}"/>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97C3C396-64A5-F268-8A3A-436F139FE904}"/>
              </a:ext>
            </a:extLst>
          </p:cNvPr>
          <p:cNvSpPr>
            <a:spLocks noGrp="1"/>
          </p:cNvSpPr>
          <p:nvPr>
            <p:ph type="sldNum" sz="quarter" idx="12"/>
          </p:nvPr>
        </p:nvSpPr>
        <p:spPr/>
        <p:txBody>
          <a:bodyPr/>
          <a:lstStyle/>
          <a:p>
            <a:fld id="{135B2642-1BAC-4566-ABA5-0C5849F23A98}" type="slidenum">
              <a:rPr lang="es-DO" smtClean="0"/>
              <a:t>‹Nº›</a:t>
            </a:fld>
            <a:endParaRPr lang="es-DO"/>
          </a:p>
        </p:txBody>
      </p:sp>
    </p:spTree>
    <p:extLst>
      <p:ext uri="{BB962C8B-B14F-4D97-AF65-F5344CB8AC3E}">
        <p14:creationId xmlns:p14="http://schemas.microsoft.com/office/powerpoint/2010/main" val="952987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C9142CEF-0745-4844-97DC-5C032138887C}"/>
              </a:ext>
            </a:extLst>
          </p:cNvPr>
          <p:cNvSpPr/>
          <p:nvPr userDrawn="1"/>
        </p:nvSpPr>
        <p:spPr>
          <a:xfrm>
            <a:off x="0" y="0"/>
            <a:ext cx="12192000" cy="6858000"/>
          </a:xfrm>
          <a:prstGeom prst="rect">
            <a:avLst/>
          </a:prstGeom>
          <a:solidFill>
            <a:srgbClr val="FB89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7" name="Rectángulo 9">
            <a:extLst>
              <a:ext uri="{FF2B5EF4-FFF2-40B4-BE49-F238E27FC236}">
                <a16:creationId xmlns:a16="http://schemas.microsoft.com/office/drawing/2014/main" id="{09FAA7AD-61F9-6C48-9FF8-DD2565423C20}"/>
              </a:ext>
            </a:extLst>
          </p:cNvPr>
          <p:cNvSpPr/>
          <p:nvPr userDrawn="1"/>
        </p:nvSpPr>
        <p:spPr>
          <a:xfrm>
            <a:off x="-10325" y="-1"/>
            <a:ext cx="504825" cy="6857995"/>
          </a:xfrm>
          <a:prstGeom prst="rect">
            <a:avLst/>
          </a:prstGeom>
          <a:solidFill>
            <a:srgbClr val="FDB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28621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EDA966-61B9-EA1F-4785-5644E909DB0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5DA5C806-7EFC-3162-8554-32E128B6BE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C2EA564F-08C0-0055-68D8-D98DC213DA44}"/>
              </a:ext>
            </a:extLst>
          </p:cNvPr>
          <p:cNvSpPr>
            <a:spLocks noGrp="1"/>
          </p:cNvSpPr>
          <p:nvPr>
            <p:ph type="dt" sz="half" idx="10"/>
          </p:nvPr>
        </p:nvSpPr>
        <p:spPr/>
        <p:txBody>
          <a:bodyPr/>
          <a:lstStyle/>
          <a:p>
            <a:fld id="{D948CF58-0236-4C1E-8C65-87646755D320}" type="datetimeFigureOut">
              <a:rPr lang="en-US" smtClean="0"/>
              <a:t>4/19/2026</a:t>
            </a:fld>
            <a:endParaRPr lang="en-US"/>
          </a:p>
        </p:txBody>
      </p:sp>
      <p:sp>
        <p:nvSpPr>
          <p:cNvPr id="5" name="Marcador de pie de página 4">
            <a:extLst>
              <a:ext uri="{FF2B5EF4-FFF2-40B4-BE49-F238E27FC236}">
                <a16:creationId xmlns:a16="http://schemas.microsoft.com/office/drawing/2014/main" id="{EC03F8B8-26F8-CD3C-EA9A-20164DDC9D98}"/>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3DBF270C-C2A6-819D-571B-25043ABBC06E}"/>
              </a:ext>
            </a:extLst>
          </p:cNvPr>
          <p:cNvSpPr>
            <a:spLocks noGrp="1"/>
          </p:cNvSpPr>
          <p:nvPr>
            <p:ph type="sldNum" sz="quarter" idx="12"/>
          </p:nvPr>
        </p:nvSpPr>
        <p:spPr/>
        <p:txBody>
          <a:bodyPr/>
          <a:lstStyle/>
          <a:p>
            <a:fld id="{1705A6E5-FEE0-4D9D-A54E-7D228255EBEF}" type="slidenum">
              <a:rPr lang="en-US" smtClean="0"/>
              <a:t>‹Nº›</a:t>
            </a:fld>
            <a:endParaRPr lang="en-US"/>
          </a:p>
        </p:txBody>
      </p:sp>
    </p:spTree>
    <p:extLst>
      <p:ext uri="{BB962C8B-B14F-4D97-AF65-F5344CB8AC3E}">
        <p14:creationId xmlns:p14="http://schemas.microsoft.com/office/powerpoint/2010/main" val="30674104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0A03DC-0D4F-AF8C-17C0-D8F76A34DB5B}"/>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8E42AC3E-B8A0-06FB-C0F6-ADABD3D856A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4C83D0A6-FD40-E02C-E9EE-3C17A67D69FE}"/>
              </a:ext>
            </a:extLst>
          </p:cNvPr>
          <p:cNvSpPr>
            <a:spLocks noGrp="1"/>
          </p:cNvSpPr>
          <p:nvPr>
            <p:ph type="dt" sz="half" idx="10"/>
          </p:nvPr>
        </p:nvSpPr>
        <p:spPr/>
        <p:txBody>
          <a:bodyPr/>
          <a:lstStyle/>
          <a:p>
            <a:fld id="{D948CF58-0236-4C1E-8C65-87646755D320}" type="datetimeFigureOut">
              <a:rPr lang="en-US" smtClean="0"/>
              <a:t>4/19/2026</a:t>
            </a:fld>
            <a:endParaRPr lang="en-US"/>
          </a:p>
        </p:txBody>
      </p:sp>
      <p:sp>
        <p:nvSpPr>
          <p:cNvPr id="5" name="Marcador de pie de página 4">
            <a:extLst>
              <a:ext uri="{FF2B5EF4-FFF2-40B4-BE49-F238E27FC236}">
                <a16:creationId xmlns:a16="http://schemas.microsoft.com/office/drawing/2014/main" id="{0D2A2F91-CAA4-3288-2411-7B4D10E48889}"/>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0A2AFEE8-01A9-1E44-50ED-97048F5A6F1C}"/>
              </a:ext>
            </a:extLst>
          </p:cNvPr>
          <p:cNvSpPr>
            <a:spLocks noGrp="1"/>
          </p:cNvSpPr>
          <p:nvPr>
            <p:ph type="sldNum" sz="quarter" idx="12"/>
          </p:nvPr>
        </p:nvSpPr>
        <p:spPr/>
        <p:txBody>
          <a:bodyPr/>
          <a:lstStyle/>
          <a:p>
            <a:fld id="{1705A6E5-FEE0-4D9D-A54E-7D228255EBEF}" type="slidenum">
              <a:rPr lang="en-US" smtClean="0"/>
              <a:t>‹Nº›</a:t>
            </a:fld>
            <a:endParaRPr lang="en-US"/>
          </a:p>
        </p:txBody>
      </p:sp>
    </p:spTree>
    <p:extLst>
      <p:ext uri="{BB962C8B-B14F-4D97-AF65-F5344CB8AC3E}">
        <p14:creationId xmlns:p14="http://schemas.microsoft.com/office/powerpoint/2010/main" val="1180696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352C58-C9D3-F64A-3B8E-BE2521E7E3B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91C95ED1-4B98-2F00-9C35-C2AA00B51F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BFA703E-42B4-123F-D4EC-899673D4575F}"/>
              </a:ext>
            </a:extLst>
          </p:cNvPr>
          <p:cNvSpPr>
            <a:spLocks noGrp="1"/>
          </p:cNvSpPr>
          <p:nvPr>
            <p:ph type="dt" sz="half" idx="10"/>
          </p:nvPr>
        </p:nvSpPr>
        <p:spPr/>
        <p:txBody>
          <a:bodyPr/>
          <a:lstStyle/>
          <a:p>
            <a:fld id="{D948CF58-0236-4C1E-8C65-87646755D320}" type="datetimeFigureOut">
              <a:rPr lang="en-US" smtClean="0"/>
              <a:t>4/19/2026</a:t>
            </a:fld>
            <a:endParaRPr lang="en-US"/>
          </a:p>
        </p:txBody>
      </p:sp>
      <p:sp>
        <p:nvSpPr>
          <p:cNvPr id="5" name="Marcador de pie de página 4">
            <a:extLst>
              <a:ext uri="{FF2B5EF4-FFF2-40B4-BE49-F238E27FC236}">
                <a16:creationId xmlns:a16="http://schemas.microsoft.com/office/drawing/2014/main" id="{359B6FC8-3E9B-7DE5-767E-20D0B2EA0737}"/>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E4B07774-79CE-0EB1-FDE6-BA827586FB20}"/>
              </a:ext>
            </a:extLst>
          </p:cNvPr>
          <p:cNvSpPr>
            <a:spLocks noGrp="1"/>
          </p:cNvSpPr>
          <p:nvPr>
            <p:ph type="sldNum" sz="quarter" idx="12"/>
          </p:nvPr>
        </p:nvSpPr>
        <p:spPr/>
        <p:txBody>
          <a:bodyPr/>
          <a:lstStyle/>
          <a:p>
            <a:fld id="{1705A6E5-FEE0-4D9D-A54E-7D228255EBEF}" type="slidenum">
              <a:rPr lang="en-US" smtClean="0"/>
              <a:t>‹Nº›</a:t>
            </a:fld>
            <a:endParaRPr lang="en-US"/>
          </a:p>
        </p:txBody>
      </p:sp>
    </p:spTree>
    <p:extLst>
      <p:ext uri="{BB962C8B-B14F-4D97-AF65-F5344CB8AC3E}">
        <p14:creationId xmlns:p14="http://schemas.microsoft.com/office/powerpoint/2010/main" val="20544383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C25615-3502-D02B-12D9-555D1AC3C4CF}"/>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9836BCA9-4DD1-6DC6-714F-055F6F626DD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DA82E89E-4969-ADA0-8C0C-B6A851E9E87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50A854F7-69F9-F918-8034-01A0A36AF46F}"/>
              </a:ext>
            </a:extLst>
          </p:cNvPr>
          <p:cNvSpPr>
            <a:spLocks noGrp="1"/>
          </p:cNvSpPr>
          <p:nvPr>
            <p:ph type="dt" sz="half" idx="10"/>
          </p:nvPr>
        </p:nvSpPr>
        <p:spPr/>
        <p:txBody>
          <a:bodyPr/>
          <a:lstStyle/>
          <a:p>
            <a:fld id="{D948CF58-0236-4C1E-8C65-87646755D320}" type="datetimeFigureOut">
              <a:rPr lang="en-US" smtClean="0"/>
              <a:t>4/19/2026</a:t>
            </a:fld>
            <a:endParaRPr lang="en-US"/>
          </a:p>
        </p:txBody>
      </p:sp>
      <p:sp>
        <p:nvSpPr>
          <p:cNvPr id="6" name="Marcador de pie de página 5">
            <a:extLst>
              <a:ext uri="{FF2B5EF4-FFF2-40B4-BE49-F238E27FC236}">
                <a16:creationId xmlns:a16="http://schemas.microsoft.com/office/drawing/2014/main" id="{D2E0AD0A-D628-287C-888D-8FC4685AF97A}"/>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61E569F8-FF44-8964-4BA2-9898B2BD075A}"/>
              </a:ext>
            </a:extLst>
          </p:cNvPr>
          <p:cNvSpPr>
            <a:spLocks noGrp="1"/>
          </p:cNvSpPr>
          <p:nvPr>
            <p:ph type="sldNum" sz="quarter" idx="12"/>
          </p:nvPr>
        </p:nvSpPr>
        <p:spPr/>
        <p:txBody>
          <a:bodyPr/>
          <a:lstStyle/>
          <a:p>
            <a:fld id="{1705A6E5-FEE0-4D9D-A54E-7D228255EBEF}" type="slidenum">
              <a:rPr lang="en-US" smtClean="0"/>
              <a:t>‹Nº›</a:t>
            </a:fld>
            <a:endParaRPr lang="en-US"/>
          </a:p>
        </p:txBody>
      </p:sp>
    </p:spTree>
    <p:extLst>
      <p:ext uri="{BB962C8B-B14F-4D97-AF65-F5344CB8AC3E}">
        <p14:creationId xmlns:p14="http://schemas.microsoft.com/office/powerpoint/2010/main" val="35351839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70DA28-BE84-4FF3-D39F-82E3F8C413F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DFF0EE97-A79D-B89D-270C-D802053609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39D489C-8736-42DF-108A-998258C639A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88967372-8C38-0055-05D2-96EA5C8A7A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6F19659-80D1-A34B-EB72-8DD3F3E474B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B3D80BF3-11D8-AD84-3929-7B4D53509C87}"/>
              </a:ext>
            </a:extLst>
          </p:cNvPr>
          <p:cNvSpPr>
            <a:spLocks noGrp="1"/>
          </p:cNvSpPr>
          <p:nvPr>
            <p:ph type="dt" sz="half" idx="10"/>
          </p:nvPr>
        </p:nvSpPr>
        <p:spPr/>
        <p:txBody>
          <a:bodyPr/>
          <a:lstStyle/>
          <a:p>
            <a:fld id="{D948CF58-0236-4C1E-8C65-87646755D320}" type="datetimeFigureOut">
              <a:rPr lang="en-US" smtClean="0"/>
              <a:t>4/19/2026</a:t>
            </a:fld>
            <a:endParaRPr lang="en-US"/>
          </a:p>
        </p:txBody>
      </p:sp>
      <p:sp>
        <p:nvSpPr>
          <p:cNvPr id="8" name="Marcador de pie de página 7">
            <a:extLst>
              <a:ext uri="{FF2B5EF4-FFF2-40B4-BE49-F238E27FC236}">
                <a16:creationId xmlns:a16="http://schemas.microsoft.com/office/drawing/2014/main" id="{63BF1EEF-1D07-82CD-2901-40216611CE6B}"/>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76477AF2-DE86-FB20-E120-39660995435F}"/>
              </a:ext>
            </a:extLst>
          </p:cNvPr>
          <p:cNvSpPr>
            <a:spLocks noGrp="1"/>
          </p:cNvSpPr>
          <p:nvPr>
            <p:ph type="sldNum" sz="quarter" idx="12"/>
          </p:nvPr>
        </p:nvSpPr>
        <p:spPr/>
        <p:txBody>
          <a:bodyPr/>
          <a:lstStyle/>
          <a:p>
            <a:fld id="{1705A6E5-FEE0-4D9D-A54E-7D228255EBEF}" type="slidenum">
              <a:rPr lang="en-US" smtClean="0"/>
              <a:t>‹Nº›</a:t>
            </a:fld>
            <a:endParaRPr lang="en-US"/>
          </a:p>
        </p:txBody>
      </p:sp>
    </p:spTree>
    <p:extLst>
      <p:ext uri="{BB962C8B-B14F-4D97-AF65-F5344CB8AC3E}">
        <p14:creationId xmlns:p14="http://schemas.microsoft.com/office/powerpoint/2010/main" val="40508117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15DD21-C931-71A7-8FFF-7EBFF37BD294}"/>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2A1D9456-F720-BDDC-C78B-0F43403051AF}"/>
              </a:ext>
            </a:extLst>
          </p:cNvPr>
          <p:cNvSpPr>
            <a:spLocks noGrp="1"/>
          </p:cNvSpPr>
          <p:nvPr>
            <p:ph type="dt" sz="half" idx="10"/>
          </p:nvPr>
        </p:nvSpPr>
        <p:spPr/>
        <p:txBody>
          <a:bodyPr/>
          <a:lstStyle/>
          <a:p>
            <a:fld id="{D948CF58-0236-4C1E-8C65-87646755D320}" type="datetimeFigureOut">
              <a:rPr lang="en-US" smtClean="0"/>
              <a:t>4/19/2026</a:t>
            </a:fld>
            <a:endParaRPr lang="en-US"/>
          </a:p>
        </p:txBody>
      </p:sp>
      <p:sp>
        <p:nvSpPr>
          <p:cNvPr id="4" name="Marcador de pie de página 3">
            <a:extLst>
              <a:ext uri="{FF2B5EF4-FFF2-40B4-BE49-F238E27FC236}">
                <a16:creationId xmlns:a16="http://schemas.microsoft.com/office/drawing/2014/main" id="{6DE2D0AA-5D9A-1C85-7617-A3687BB381AF}"/>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E48D45BF-2EB5-F200-A983-CBAE7D0BAC68}"/>
              </a:ext>
            </a:extLst>
          </p:cNvPr>
          <p:cNvSpPr>
            <a:spLocks noGrp="1"/>
          </p:cNvSpPr>
          <p:nvPr>
            <p:ph type="sldNum" sz="quarter" idx="12"/>
          </p:nvPr>
        </p:nvSpPr>
        <p:spPr/>
        <p:txBody>
          <a:bodyPr/>
          <a:lstStyle/>
          <a:p>
            <a:fld id="{1705A6E5-FEE0-4D9D-A54E-7D228255EBEF}" type="slidenum">
              <a:rPr lang="en-US" smtClean="0"/>
              <a:t>‹Nº›</a:t>
            </a:fld>
            <a:endParaRPr lang="en-US"/>
          </a:p>
        </p:txBody>
      </p:sp>
    </p:spTree>
    <p:extLst>
      <p:ext uri="{BB962C8B-B14F-4D97-AF65-F5344CB8AC3E}">
        <p14:creationId xmlns:p14="http://schemas.microsoft.com/office/powerpoint/2010/main" val="853119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999F1DE-C565-659A-A2F6-F3DAF74D78EB}"/>
              </a:ext>
            </a:extLst>
          </p:cNvPr>
          <p:cNvSpPr>
            <a:spLocks noGrp="1"/>
          </p:cNvSpPr>
          <p:nvPr>
            <p:ph type="dt" sz="half" idx="10"/>
          </p:nvPr>
        </p:nvSpPr>
        <p:spPr/>
        <p:txBody>
          <a:bodyPr/>
          <a:lstStyle/>
          <a:p>
            <a:fld id="{D948CF58-0236-4C1E-8C65-87646755D320}" type="datetimeFigureOut">
              <a:rPr lang="en-US" smtClean="0"/>
              <a:t>4/19/2026</a:t>
            </a:fld>
            <a:endParaRPr lang="en-US"/>
          </a:p>
        </p:txBody>
      </p:sp>
      <p:sp>
        <p:nvSpPr>
          <p:cNvPr id="3" name="Marcador de pie de página 2">
            <a:extLst>
              <a:ext uri="{FF2B5EF4-FFF2-40B4-BE49-F238E27FC236}">
                <a16:creationId xmlns:a16="http://schemas.microsoft.com/office/drawing/2014/main" id="{0F9E63FC-DAB8-D5E2-67C0-2AE0487A06B5}"/>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DB21D7CA-EA87-03EC-E40D-5A2B169E90B1}"/>
              </a:ext>
            </a:extLst>
          </p:cNvPr>
          <p:cNvSpPr>
            <a:spLocks noGrp="1"/>
          </p:cNvSpPr>
          <p:nvPr>
            <p:ph type="sldNum" sz="quarter" idx="12"/>
          </p:nvPr>
        </p:nvSpPr>
        <p:spPr/>
        <p:txBody>
          <a:bodyPr/>
          <a:lstStyle/>
          <a:p>
            <a:fld id="{1705A6E5-FEE0-4D9D-A54E-7D228255EBEF}" type="slidenum">
              <a:rPr lang="en-US" smtClean="0"/>
              <a:t>‹Nº›</a:t>
            </a:fld>
            <a:endParaRPr lang="en-US"/>
          </a:p>
        </p:txBody>
      </p:sp>
    </p:spTree>
    <p:extLst>
      <p:ext uri="{BB962C8B-B14F-4D97-AF65-F5344CB8AC3E}">
        <p14:creationId xmlns:p14="http://schemas.microsoft.com/office/powerpoint/2010/main" val="33313298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BC6641-832C-01DC-639D-FD22E5A8FF1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A1BFD692-EE2A-D8E3-1A72-ED25F3BD16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C59867AA-8CFB-6633-043F-5CC4645213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AE07CED-FE4D-DEB4-60D8-7CAD25454E0A}"/>
              </a:ext>
            </a:extLst>
          </p:cNvPr>
          <p:cNvSpPr>
            <a:spLocks noGrp="1"/>
          </p:cNvSpPr>
          <p:nvPr>
            <p:ph type="dt" sz="half" idx="10"/>
          </p:nvPr>
        </p:nvSpPr>
        <p:spPr/>
        <p:txBody>
          <a:bodyPr/>
          <a:lstStyle/>
          <a:p>
            <a:fld id="{D948CF58-0236-4C1E-8C65-87646755D320}" type="datetimeFigureOut">
              <a:rPr lang="en-US" smtClean="0"/>
              <a:t>4/19/2026</a:t>
            </a:fld>
            <a:endParaRPr lang="en-US"/>
          </a:p>
        </p:txBody>
      </p:sp>
      <p:sp>
        <p:nvSpPr>
          <p:cNvPr id="6" name="Marcador de pie de página 5">
            <a:extLst>
              <a:ext uri="{FF2B5EF4-FFF2-40B4-BE49-F238E27FC236}">
                <a16:creationId xmlns:a16="http://schemas.microsoft.com/office/drawing/2014/main" id="{ADE9ACDE-21D5-C335-978F-0738E56517A0}"/>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0D349915-16D4-89AD-713C-F4515659DB40}"/>
              </a:ext>
            </a:extLst>
          </p:cNvPr>
          <p:cNvSpPr>
            <a:spLocks noGrp="1"/>
          </p:cNvSpPr>
          <p:nvPr>
            <p:ph type="sldNum" sz="quarter" idx="12"/>
          </p:nvPr>
        </p:nvSpPr>
        <p:spPr/>
        <p:txBody>
          <a:bodyPr/>
          <a:lstStyle/>
          <a:p>
            <a:fld id="{1705A6E5-FEE0-4D9D-A54E-7D228255EBEF}" type="slidenum">
              <a:rPr lang="en-US" smtClean="0"/>
              <a:t>‹Nº›</a:t>
            </a:fld>
            <a:endParaRPr lang="en-US"/>
          </a:p>
        </p:txBody>
      </p:sp>
    </p:spTree>
    <p:extLst>
      <p:ext uri="{BB962C8B-B14F-4D97-AF65-F5344CB8AC3E}">
        <p14:creationId xmlns:p14="http://schemas.microsoft.com/office/powerpoint/2010/main" val="21128826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9F09F5-EF0D-8B0A-2972-C368F16B15D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3FBC135A-70C6-28B6-0DD6-74F8842908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421297E3-BE75-6531-E3FF-5D9AE8447C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2F7BD18-0742-DB7D-7596-CC3387D0B069}"/>
              </a:ext>
            </a:extLst>
          </p:cNvPr>
          <p:cNvSpPr>
            <a:spLocks noGrp="1"/>
          </p:cNvSpPr>
          <p:nvPr>
            <p:ph type="dt" sz="half" idx="10"/>
          </p:nvPr>
        </p:nvSpPr>
        <p:spPr/>
        <p:txBody>
          <a:bodyPr/>
          <a:lstStyle/>
          <a:p>
            <a:fld id="{D948CF58-0236-4C1E-8C65-87646755D320}" type="datetimeFigureOut">
              <a:rPr lang="en-US" smtClean="0"/>
              <a:t>4/19/2026</a:t>
            </a:fld>
            <a:endParaRPr lang="en-US"/>
          </a:p>
        </p:txBody>
      </p:sp>
      <p:sp>
        <p:nvSpPr>
          <p:cNvPr id="6" name="Marcador de pie de página 5">
            <a:extLst>
              <a:ext uri="{FF2B5EF4-FFF2-40B4-BE49-F238E27FC236}">
                <a16:creationId xmlns:a16="http://schemas.microsoft.com/office/drawing/2014/main" id="{DCD18A1E-477B-9A6F-EE15-822493D21D86}"/>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B0397F3D-43E8-73B8-FA21-5546A84CCE61}"/>
              </a:ext>
            </a:extLst>
          </p:cNvPr>
          <p:cNvSpPr>
            <a:spLocks noGrp="1"/>
          </p:cNvSpPr>
          <p:nvPr>
            <p:ph type="sldNum" sz="quarter" idx="12"/>
          </p:nvPr>
        </p:nvSpPr>
        <p:spPr/>
        <p:txBody>
          <a:bodyPr/>
          <a:lstStyle/>
          <a:p>
            <a:fld id="{1705A6E5-FEE0-4D9D-A54E-7D228255EBEF}" type="slidenum">
              <a:rPr lang="en-US" smtClean="0"/>
              <a:t>‹Nº›</a:t>
            </a:fld>
            <a:endParaRPr lang="en-US"/>
          </a:p>
        </p:txBody>
      </p:sp>
    </p:spTree>
    <p:extLst>
      <p:ext uri="{BB962C8B-B14F-4D97-AF65-F5344CB8AC3E}">
        <p14:creationId xmlns:p14="http://schemas.microsoft.com/office/powerpoint/2010/main" val="35355820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049F45-244A-2900-92DE-AAD62C739FF6}"/>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A0EAF572-552E-258C-35DA-F944C5D221A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025ECF4B-AE62-56F8-D0C9-184BE6F45340}"/>
              </a:ext>
            </a:extLst>
          </p:cNvPr>
          <p:cNvSpPr>
            <a:spLocks noGrp="1"/>
          </p:cNvSpPr>
          <p:nvPr>
            <p:ph type="dt" sz="half" idx="10"/>
          </p:nvPr>
        </p:nvSpPr>
        <p:spPr/>
        <p:txBody>
          <a:bodyPr/>
          <a:lstStyle/>
          <a:p>
            <a:fld id="{D948CF58-0236-4C1E-8C65-87646755D320}" type="datetimeFigureOut">
              <a:rPr lang="en-US" smtClean="0"/>
              <a:t>4/19/2026</a:t>
            </a:fld>
            <a:endParaRPr lang="en-US"/>
          </a:p>
        </p:txBody>
      </p:sp>
      <p:sp>
        <p:nvSpPr>
          <p:cNvPr id="5" name="Marcador de pie de página 4">
            <a:extLst>
              <a:ext uri="{FF2B5EF4-FFF2-40B4-BE49-F238E27FC236}">
                <a16:creationId xmlns:a16="http://schemas.microsoft.com/office/drawing/2014/main" id="{6D2D9C62-7F8A-32EF-E5DE-EFEF3DCA82A5}"/>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675EA429-C3BE-B95C-1C6E-59EE893A27C5}"/>
              </a:ext>
            </a:extLst>
          </p:cNvPr>
          <p:cNvSpPr>
            <a:spLocks noGrp="1"/>
          </p:cNvSpPr>
          <p:nvPr>
            <p:ph type="sldNum" sz="quarter" idx="12"/>
          </p:nvPr>
        </p:nvSpPr>
        <p:spPr/>
        <p:txBody>
          <a:bodyPr/>
          <a:lstStyle/>
          <a:p>
            <a:fld id="{1705A6E5-FEE0-4D9D-A54E-7D228255EBEF}" type="slidenum">
              <a:rPr lang="en-US" smtClean="0"/>
              <a:t>‹Nº›</a:t>
            </a:fld>
            <a:endParaRPr lang="en-US"/>
          </a:p>
        </p:txBody>
      </p:sp>
    </p:spTree>
    <p:extLst>
      <p:ext uri="{BB962C8B-B14F-4D97-AF65-F5344CB8AC3E}">
        <p14:creationId xmlns:p14="http://schemas.microsoft.com/office/powerpoint/2010/main" val="18167881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B460493-0EFC-2C71-93D5-82DF974B170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10C5FEE6-A954-EFC0-D7B5-5F595D40168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84D36E26-042A-F94E-90DE-E3FC68083097}"/>
              </a:ext>
            </a:extLst>
          </p:cNvPr>
          <p:cNvSpPr>
            <a:spLocks noGrp="1"/>
          </p:cNvSpPr>
          <p:nvPr>
            <p:ph type="dt" sz="half" idx="10"/>
          </p:nvPr>
        </p:nvSpPr>
        <p:spPr/>
        <p:txBody>
          <a:bodyPr/>
          <a:lstStyle/>
          <a:p>
            <a:fld id="{D948CF58-0236-4C1E-8C65-87646755D320}" type="datetimeFigureOut">
              <a:rPr lang="en-US" smtClean="0"/>
              <a:t>4/19/2026</a:t>
            </a:fld>
            <a:endParaRPr lang="en-US"/>
          </a:p>
        </p:txBody>
      </p:sp>
      <p:sp>
        <p:nvSpPr>
          <p:cNvPr id="5" name="Marcador de pie de página 4">
            <a:extLst>
              <a:ext uri="{FF2B5EF4-FFF2-40B4-BE49-F238E27FC236}">
                <a16:creationId xmlns:a16="http://schemas.microsoft.com/office/drawing/2014/main" id="{EFC07C3C-AF8F-03A6-DD85-A34EDD8CF67C}"/>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CD1E55E2-67C1-0AB9-107B-B38CF0E41B98}"/>
              </a:ext>
            </a:extLst>
          </p:cNvPr>
          <p:cNvSpPr>
            <a:spLocks noGrp="1"/>
          </p:cNvSpPr>
          <p:nvPr>
            <p:ph type="sldNum" sz="quarter" idx="12"/>
          </p:nvPr>
        </p:nvSpPr>
        <p:spPr/>
        <p:txBody>
          <a:bodyPr/>
          <a:lstStyle/>
          <a:p>
            <a:fld id="{1705A6E5-FEE0-4D9D-A54E-7D228255EBEF}" type="slidenum">
              <a:rPr lang="en-US" smtClean="0"/>
              <a:t>‹Nº›</a:t>
            </a:fld>
            <a:endParaRPr lang="en-US"/>
          </a:p>
        </p:txBody>
      </p:sp>
    </p:spTree>
    <p:extLst>
      <p:ext uri="{BB962C8B-B14F-4D97-AF65-F5344CB8AC3E}">
        <p14:creationId xmlns:p14="http://schemas.microsoft.com/office/powerpoint/2010/main" val="25472234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C9142CEF-0745-4844-97DC-5C032138887C}"/>
              </a:ext>
            </a:extLst>
          </p:cNvPr>
          <p:cNvSpPr/>
          <p:nvPr userDrawn="1"/>
        </p:nvSpPr>
        <p:spPr>
          <a:xfrm>
            <a:off x="0" y="0"/>
            <a:ext cx="12192000" cy="6858000"/>
          </a:xfrm>
          <a:prstGeom prst="rect">
            <a:avLst/>
          </a:prstGeom>
          <a:solidFill>
            <a:srgbClr val="FB89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7" name="Rectángulo 9">
            <a:extLst>
              <a:ext uri="{FF2B5EF4-FFF2-40B4-BE49-F238E27FC236}">
                <a16:creationId xmlns:a16="http://schemas.microsoft.com/office/drawing/2014/main" id="{09FAA7AD-61F9-6C48-9FF8-DD2565423C20}"/>
              </a:ext>
            </a:extLst>
          </p:cNvPr>
          <p:cNvSpPr/>
          <p:nvPr userDrawn="1"/>
        </p:nvSpPr>
        <p:spPr>
          <a:xfrm>
            <a:off x="-10325" y="-1"/>
            <a:ext cx="504825" cy="6857995"/>
          </a:xfrm>
          <a:prstGeom prst="rect">
            <a:avLst/>
          </a:prstGeom>
          <a:solidFill>
            <a:srgbClr val="FDB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21164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ORTADA SOMOS CMI 01">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58AD534-378B-4A49-96C1-7F9D74AA85FE}"/>
              </a:ext>
            </a:extLst>
          </p:cNvPr>
          <p:cNvPicPr>
            <a:picLocks noChangeAspect="1"/>
          </p:cNvPicPr>
          <p:nvPr userDrawn="1"/>
        </p:nvPicPr>
        <p:blipFill>
          <a:blip r:embed="rId2"/>
          <a:srcRect l="293" r="293"/>
          <a:stretch/>
        </p:blipFill>
        <p:spPr>
          <a:xfrm>
            <a:off x="70261" y="259"/>
            <a:ext cx="12121739" cy="6858203"/>
          </a:xfrm>
          <a:prstGeom prst="rect">
            <a:avLst/>
          </a:prstGeom>
        </p:spPr>
      </p:pic>
      <p:sp>
        <p:nvSpPr>
          <p:cNvPr id="11" name="Marcador de texto 10">
            <a:extLst>
              <a:ext uri="{FF2B5EF4-FFF2-40B4-BE49-F238E27FC236}">
                <a16:creationId xmlns:a16="http://schemas.microsoft.com/office/drawing/2014/main" id="{3D2AB41F-6C3D-5A4C-B80B-C086E95CF75C}"/>
              </a:ext>
            </a:extLst>
          </p:cNvPr>
          <p:cNvSpPr>
            <a:spLocks noGrp="1"/>
          </p:cNvSpPr>
          <p:nvPr>
            <p:ph type="body" sz="quarter" idx="15" hasCustomPrompt="1"/>
          </p:nvPr>
        </p:nvSpPr>
        <p:spPr>
          <a:xfrm>
            <a:off x="695370" y="1952625"/>
            <a:ext cx="4824727" cy="432259"/>
          </a:xfrm>
          <a:prstGeom prst="rect">
            <a:avLst/>
          </a:prstGeom>
        </p:spPr>
        <p:txBody>
          <a:bodyPr anchor="t"/>
          <a:lstStyle>
            <a:lvl1pPr marL="0" indent="0">
              <a:buNone/>
              <a:defRPr sz="2400">
                <a:solidFill>
                  <a:schemeClr val="accent3"/>
                </a:solidFill>
                <a:latin typeface="Century Gothic" panose="020B0502020202020204" pitchFamily="34" charset="0"/>
              </a:defRPr>
            </a:lvl1pPr>
            <a:lvl2pPr marL="457177" indent="0">
              <a:buNone/>
              <a:defRPr sz="2400">
                <a:solidFill>
                  <a:schemeClr val="accent3"/>
                </a:solidFill>
              </a:defRPr>
            </a:lvl2pPr>
            <a:lvl3pPr marL="914355" indent="0">
              <a:buNone/>
              <a:defRPr sz="2400">
                <a:solidFill>
                  <a:schemeClr val="accent3"/>
                </a:solidFill>
              </a:defRPr>
            </a:lvl3pPr>
            <a:lvl4pPr marL="1371532" indent="0">
              <a:buNone/>
              <a:defRPr sz="2400">
                <a:solidFill>
                  <a:schemeClr val="accent3"/>
                </a:solidFill>
              </a:defRPr>
            </a:lvl4pPr>
            <a:lvl5pPr marL="1828709" indent="0">
              <a:buNone/>
              <a:defRPr sz="2400">
                <a:solidFill>
                  <a:schemeClr val="accent3"/>
                </a:solidFill>
              </a:defRPr>
            </a:lvl5pPr>
          </a:lstStyle>
          <a:p>
            <a:pPr lvl="0"/>
            <a:r>
              <a:rPr lang="es-MX"/>
              <a:t>Haga clic para modificar</a:t>
            </a:r>
            <a:endParaRPr lang="es-ES_tradnl"/>
          </a:p>
        </p:txBody>
      </p:sp>
      <p:sp>
        <p:nvSpPr>
          <p:cNvPr id="13" name="Marcador de texto 10">
            <a:extLst>
              <a:ext uri="{FF2B5EF4-FFF2-40B4-BE49-F238E27FC236}">
                <a16:creationId xmlns:a16="http://schemas.microsoft.com/office/drawing/2014/main" id="{5E6865D4-3456-F242-B382-6D241C1FE535}"/>
              </a:ext>
            </a:extLst>
          </p:cNvPr>
          <p:cNvSpPr>
            <a:spLocks noGrp="1"/>
          </p:cNvSpPr>
          <p:nvPr>
            <p:ph type="body" sz="quarter" idx="16" hasCustomPrompt="1"/>
          </p:nvPr>
        </p:nvSpPr>
        <p:spPr>
          <a:xfrm>
            <a:off x="695370" y="2464069"/>
            <a:ext cx="4824727" cy="1288967"/>
          </a:xfrm>
          <a:prstGeom prst="rect">
            <a:avLst/>
          </a:prstGeom>
        </p:spPr>
        <p:txBody>
          <a:bodyPr anchor="t"/>
          <a:lstStyle>
            <a:lvl1pPr marL="0" indent="0">
              <a:buNone/>
              <a:defRPr sz="4800" b="1">
                <a:solidFill>
                  <a:schemeClr val="tx2"/>
                </a:solidFill>
                <a:latin typeface="Century Gothic" panose="020B0502020202020204" pitchFamily="34" charset="0"/>
              </a:defRPr>
            </a:lvl1pPr>
            <a:lvl2pPr marL="457177" indent="0">
              <a:buNone/>
              <a:defRPr sz="2400">
                <a:solidFill>
                  <a:schemeClr val="accent3"/>
                </a:solidFill>
              </a:defRPr>
            </a:lvl2pPr>
            <a:lvl3pPr marL="914355" indent="0">
              <a:buNone/>
              <a:defRPr sz="2400">
                <a:solidFill>
                  <a:schemeClr val="accent3"/>
                </a:solidFill>
              </a:defRPr>
            </a:lvl3pPr>
            <a:lvl4pPr marL="1371532" indent="0">
              <a:buNone/>
              <a:defRPr sz="2400">
                <a:solidFill>
                  <a:schemeClr val="accent3"/>
                </a:solidFill>
              </a:defRPr>
            </a:lvl4pPr>
            <a:lvl5pPr marL="1828709" indent="0">
              <a:buNone/>
              <a:defRPr sz="2400">
                <a:solidFill>
                  <a:schemeClr val="accent3"/>
                </a:solidFill>
              </a:defRPr>
            </a:lvl5pPr>
          </a:lstStyle>
          <a:p>
            <a:pPr lvl="0"/>
            <a:r>
              <a:rPr lang="es-MX"/>
              <a:t>Haga clic para modificar</a:t>
            </a:r>
            <a:endParaRPr lang="es-ES_tradnl"/>
          </a:p>
        </p:txBody>
      </p:sp>
      <p:sp>
        <p:nvSpPr>
          <p:cNvPr id="14" name="Marcador de texto 10">
            <a:extLst>
              <a:ext uri="{FF2B5EF4-FFF2-40B4-BE49-F238E27FC236}">
                <a16:creationId xmlns:a16="http://schemas.microsoft.com/office/drawing/2014/main" id="{41D7F811-A4D4-8B4D-8D6E-669C88540F6C}"/>
              </a:ext>
            </a:extLst>
          </p:cNvPr>
          <p:cNvSpPr>
            <a:spLocks noGrp="1"/>
          </p:cNvSpPr>
          <p:nvPr>
            <p:ph type="body" sz="quarter" idx="17" hasCustomPrompt="1"/>
          </p:nvPr>
        </p:nvSpPr>
        <p:spPr>
          <a:xfrm>
            <a:off x="695049" y="3901241"/>
            <a:ext cx="3960376" cy="1115514"/>
          </a:xfrm>
          <a:prstGeom prst="rect">
            <a:avLst/>
          </a:prstGeom>
        </p:spPr>
        <p:txBody>
          <a:bodyPr anchor="t"/>
          <a:lstStyle>
            <a:lvl1pPr marL="0" indent="0">
              <a:buNone/>
              <a:defRPr sz="1400">
                <a:solidFill>
                  <a:schemeClr val="tx2"/>
                </a:solidFill>
                <a:latin typeface="Century Gothic" panose="020B0502020202020204" pitchFamily="34" charset="0"/>
              </a:defRPr>
            </a:lvl1pPr>
            <a:lvl2pPr marL="457177" indent="0">
              <a:buNone/>
              <a:defRPr sz="2400">
                <a:solidFill>
                  <a:schemeClr val="accent3"/>
                </a:solidFill>
              </a:defRPr>
            </a:lvl2pPr>
            <a:lvl3pPr marL="914355" indent="0">
              <a:buNone/>
              <a:defRPr sz="2400">
                <a:solidFill>
                  <a:schemeClr val="accent3"/>
                </a:solidFill>
              </a:defRPr>
            </a:lvl3pPr>
            <a:lvl4pPr marL="1371532" indent="0">
              <a:buNone/>
              <a:defRPr sz="2400">
                <a:solidFill>
                  <a:schemeClr val="accent3"/>
                </a:solidFill>
              </a:defRPr>
            </a:lvl4pPr>
            <a:lvl5pPr marL="1828709" indent="0">
              <a:buNone/>
              <a:defRPr sz="2400">
                <a:solidFill>
                  <a:schemeClr val="accent3"/>
                </a:solidFill>
              </a:defRPr>
            </a:lvl5pPr>
          </a:lstStyle>
          <a:p>
            <a:pPr lvl="0"/>
            <a:r>
              <a:rPr lang="es-MX"/>
              <a:t>Haga clic para modificar</a:t>
            </a:r>
            <a:endParaRPr lang="es-ES_tradnl"/>
          </a:p>
        </p:txBody>
      </p:sp>
      <p:pic>
        <p:nvPicPr>
          <p:cNvPr id="8" name="Imagen 19">
            <a:extLst>
              <a:ext uri="{FF2B5EF4-FFF2-40B4-BE49-F238E27FC236}">
                <a16:creationId xmlns:a16="http://schemas.microsoft.com/office/drawing/2014/main" id="{35B00A37-B949-2A4F-A0E7-2A00319896F5}"/>
              </a:ext>
            </a:extLst>
          </p:cNvPr>
          <p:cNvPicPr>
            <a:picLocks noChangeAspect="1"/>
          </p:cNvPicPr>
          <p:nvPr userDrawn="1"/>
        </p:nvPicPr>
        <p:blipFill>
          <a:blip r:embed="rId3"/>
          <a:srcRect/>
          <a:stretch/>
        </p:blipFill>
        <p:spPr>
          <a:xfrm>
            <a:off x="796186" y="6368534"/>
            <a:ext cx="415507" cy="225637"/>
          </a:xfrm>
          <a:prstGeom prst="rect">
            <a:avLst/>
          </a:prstGeom>
        </p:spPr>
      </p:pic>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35501597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ORTADA SOMOS CMI 0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D672A1-9A8F-5A45-BC9B-9862C0CA1EA2}"/>
              </a:ext>
            </a:extLst>
          </p:cNvPr>
          <p:cNvSpPr/>
          <p:nvPr userDrawn="1"/>
        </p:nvSpPr>
        <p:spPr>
          <a:xfrm>
            <a:off x="4901805" y="6309320"/>
            <a:ext cx="186018" cy="324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T" sz="900">
              <a:latin typeface="Century Gothic" panose="020B0502020202020204" pitchFamily="34" charset="0"/>
            </a:endParaRPr>
          </a:p>
        </p:txBody>
      </p:sp>
      <p:sp>
        <p:nvSpPr>
          <p:cNvPr id="11" name="Marcador de texto 10">
            <a:extLst>
              <a:ext uri="{FF2B5EF4-FFF2-40B4-BE49-F238E27FC236}">
                <a16:creationId xmlns:a16="http://schemas.microsoft.com/office/drawing/2014/main" id="{3D2AB41F-6C3D-5A4C-B80B-C086E95CF75C}"/>
              </a:ext>
            </a:extLst>
          </p:cNvPr>
          <p:cNvSpPr>
            <a:spLocks noGrp="1"/>
          </p:cNvSpPr>
          <p:nvPr>
            <p:ph type="body" sz="quarter" idx="15"/>
          </p:nvPr>
        </p:nvSpPr>
        <p:spPr>
          <a:xfrm>
            <a:off x="5999746" y="3774834"/>
            <a:ext cx="4987846" cy="432259"/>
          </a:xfrm>
          <a:prstGeom prst="rect">
            <a:avLst/>
          </a:prstGeom>
        </p:spPr>
        <p:txBody>
          <a:bodyPr anchor="t"/>
          <a:lstStyle>
            <a:lvl1pPr marL="0" indent="0" algn="ctr">
              <a:buNone/>
              <a:defRPr sz="3300" b="1">
                <a:solidFill>
                  <a:schemeClr val="accent1"/>
                </a:solidFill>
                <a:latin typeface="Century Gothic" panose="020B0502020202020204" pitchFamily="34" charset="0"/>
              </a:defRPr>
            </a:lvl1pPr>
            <a:lvl2pPr marL="457177" indent="0">
              <a:buNone/>
              <a:defRPr sz="2400">
                <a:solidFill>
                  <a:schemeClr val="accent3"/>
                </a:solidFill>
              </a:defRPr>
            </a:lvl2pPr>
            <a:lvl3pPr marL="914355" indent="0">
              <a:buNone/>
              <a:defRPr sz="2400">
                <a:solidFill>
                  <a:schemeClr val="accent3"/>
                </a:solidFill>
              </a:defRPr>
            </a:lvl3pPr>
            <a:lvl4pPr marL="1371532" indent="0">
              <a:buNone/>
              <a:defRPr sz="2400">
                <a:solidFill>
                  <a:schemeClr val="accent3"/>
                </a:solidFill>
              </a:defRPr>
            </a:lvl4pPr>
            <a:lvl5pPr marL="1828709" indent="0">
              <a:buNone/>
              <a:defRPr sz="2400">
                <a:solidFill>
                  <a:schemeClr val="accent3"/>
                </a:solidFill>
              </a:defRPr>
            </a:lvl5pPr>
          </a:lstStyle>
          <a:p>
            <a:pPr lvl="0"/>
            <a:r>
              <a:rPr lang="es-MX"/>
              <a:t>Haga clic para modificar los estilos de texto del patrón</a:t>
            </a:r>
          </a:p>
        </p:txBody>
      </p:sp>
      <p:sp>
        <p:nvSpPr>
          <p:cNvPr id="13" name="Marcador de texto 10">
            <a:extLst>
              <a:ext uri="{FF2B5EF4-FFF2-40B4-BE49-F238E27FC236}">
                <a16:creationId xmlns:a16="http://schemas.microsoft.com/office/drawing/2014/main" id="{5E6865D4-3456-F242-B382-6D241C1FE535}"/>
              </a:ext>
            </a:extLst>
          </p:cNvPr>
          <p:cNvSpPr>
            <a:spLocks noGrp="1"/>
          </p:cNvSpPr>
          <p:nvPr>
            <p:ph type="body" sz="quarter" idx="16" hasCustomPrompt="1"/>
          </p:nvPr>
        </p:nvSpPr>
        <p:spPr>
          <a:xfrm>
            <a:off x="5663924" y="1403111"/>
            <a:ext cx="5659491" cy="2277917"/>
          </a:xfrm>
          <a:prstGeom prst="rect">
            <a:avLst/>
          </a:prstGeom>
        </p:spPr>
        <p:txBody>
          <a:bodyPr anchor="t"/>
          <a:lstStyle>
            <a:lvl1pPr marL="0" indent="0" algn="ctr">
              <a:buNone/>
              <a:defRPr sz="7500" b="1">
                <a:solidFill>
                  <a:schemeClr val="tx2"/>
                </a:solidFill>
                <a:latin typeface="Century Gothic" panose="020B0502020202020204" pitchFamily="34" charset="0"/>
              </a:defRPr>
            </a:lvl1pPr>
            <a:lvl2pPr marL="457177" indent="0">
              <a:buNone/>
              <a:defRPr sz="2400">
                <a:solidFill>
                  <a:schemeClr val="accent3"/>
                </a:solidFill>
              </a:defRPr>
            </a:lvl2pPr>
            <a:lvl3pPr marL="914355" indent="0">
              <a:buNone/>
              <a:defRPr sz="2400">
                <a:solidFill>
                  <a:schemeClr val="accent3"/>
                </a:solidFill>
              </a:defRPr>
            </a:lvl3pPr>
            <a:lvl4pPr marL="1371532" indent="0">
              <a:buNone/>
              <a:defRPr sz="2400">
                <a:solidFill>
                  <a:schemeClr val="accent3"/>
                </a:solidFill>
              </a:defRPr>
            </a:lvl4pPr>
            <a:lvl5pPr marL="1828709" indent="0">
              <a:buNone/>
              <a:defRPr sz="2400">
                <a:solidFill>
                  <a:schemeClr val="accent3"/>
                </a:solidFill>
              </a:defRPr>
            </a:lvl5pPr>
          </a:lstStyle>
          <a:p>
            <a:pPr lvl="0"/>
            <a:r>
              <a:rPr lang="es-MX"/>
              <a:t>Haga clic modificar</a:t>
            </a:r>
            <a:endParaRPr lang="es-ES_tradnl"/>
          </a:p>
        </p:txBody>
      </p:sp>
      <p:sp>
        <p:nvSpPr>
          <p:cNvPr id="14" name="Marcador de texto 10">
            <a:extLst>
              <a:ext uri="{FF2B5EF4-FFF2-40B4-BE49-F238E27FC236}">
                <a16:creationId xmlns:a16="http://schemas.microsoft.com/office/drawing/2014/main" id="{41D7F811-A4D4-8B4D-8D6E-669C88540F6C}"/>
              </a:ext>
            </a:extLst>
          </p:cNvPr>
          <p:cNvSpPr>
            <a:spLocks noGrp="1"/>
          </p:cNvSpPr>
          <p:nvPr>
            <p:ph type="body" sz="quarter" idx="17"/>
          </p:nvPr>
        </p:nvSpPr>
        <p:spPr>
          <a:xfrm>
            <a:off x="5663923" y="5612565"/>
            <a:ext cx="5659486" cy="336716"/>
          </a:xfrm>
          <a:prstGeom prst="rect">
            <a:avLst/>
          </a:prstGeom>
        </p:spPr>
        <p:txBody>
          <a:bodyPr anchor="t"/>
          <a:lstStyle>
            <a:lvl1pPr marL="0" indent="0" algn="ctr">
              <a:buNone/>
              <a:defRPr sz="1400">
                <a:solidFill>
                  <a:schemeClr val="tx2"/>
                </a:solidFill>
                <a:latin typeface="Century Gothic" panose="020B0502020202020204" pitchFamily="34" charset="0"/>
              </a:defRPr>
            </a:lvl1pPr>
            <a:lvl2pPr marL="457177" indent="0">
              <a:buNone/>
              <a:defRPr sz="2400">
                <a:solidFill>
                  <a:schemeClr val="accent3"/>
                </a:solidFill>
              </a:defRPr>
            </a:lvl2pPr>
            <a:lvl3pPr marL="914355" indent="0">
              <a:buNone/>
              <a:defRPr sz="2400">
                <a:solidFill>
                  <a:schemeClr val="accent3"/>
                </a:solidFill>
              </a:defRPr>
            </a:lvl3pPr>
            <a:lvl4pPr marL="1371532" indent="0">
              <a:buNone/>
              <a:defRPr sz="2400">
                <a:solidFill>
                  <a:schemeClr val="accent3"/>
                </a:solidFill>
              </a:defRPr>
            </a:lvl4pPr>
            <a:lvl5pPr marL="1828709" indent="0">
              <a:buNone/>
              <a:defRPr sz="2400">
                <a:solidFill>
                  <a:schemeClr val="accent3"/>
                </a:solidFill>
              </a:defRPr>
            </a:lvl5pPr>
          </a:lstStyle>
          <a:p>
            <a:pPr lvl="0"/>
            <a:r>
              <a:rPr lang="es-MX"/>
              <a:t>Haga clic para modificar los estilos de texto del patrón</a:t>
            </a:r>
          </a:p>
        </p:txBody>
      </p:sp>
      <p:sp>
        <p:nvSpPr>
          <p:cNvPr id="8" name="Shape 2907">
            <a:extLst>
              <a:ext uri="{FF2B5EF4-FFF2-40B4-BE49-F238E27FC236}">
                <a16:creationId xmlns:a16="http://schemas.microsoft.com/office/drawing/2014/main" id="{A4DB5CAA-B518-AC46-9A7E-6693E50F860E}"/>
              </a:ext>
            </a:extLst>
          </p:cNvPr>
          <p:cNvSpPr/>
          <p:nvPr userDrawn="1"/>
        </p:nvSpPr>
        <p:spPr>
          <a:xfrm>
            <a:off x="8279342" y="4941168"/>
            <a:ext cx="428653" cy="427831"/>
          </a:xfrm>
          <a:custGeom>
            <a:avLst/>
            <a:gdLst/>
            <a:ahLst/>
            <a:cxnLst>
              <a:cxn ang="0">
                <a:pos x="wd2" y="hd2"/>
              </a:cxn>
              <a:cxn ang="5400000">
                <a:pos x="wd2" y="hd2"/>
              </a:cxn>
              <a:cxn ang="10800000">
                <a:pos x="wd2" y="hd2"/>
              </a:cxn>
              <a:cxn ang="16200000">
                <a:pos x="wd2" y="hd2"/>
              </a:cxn>
            </a:cxnLst>
            <a:rect l="0" t="0" r="r" b="b"/>
            <a:pathLst>
              <a:path w="21600" h="21600" extrusionOk="0">
                <a:moveTo>
                  <a:pt x="12973" y="235"/>
                </a:moveTo>
                <a:cubicBezTo>
                  <a:pt x="12909" y="205"/>
                  <a:pt x="12840" y="184"/>
                  <a:pt x="12764" y="184"/>
                </a:cubicBezTo>
                <a:cubicBezTo>
                  <a:pt x="12493" y="184"/>
                  <a:pt x="12273" y="404"/>
                  <a:pt x="12273" y="675"/>
                </a:cubicBezTo>
                <a:cubicBezTo>
                  <a:pt x="12273" y="946"/>
                  <a:pt x="12493" y="1166"/>
                  <a:pt x="12764" y="1166"/>
                </a:cubicBezTo>
                <a:lnTo>
                  <a:pt x="12764" y="1179"/>
                </a:lnTo>
                <a:cubicBezTo>
                  <a:pt x="17245" y="2089"/>
                  <a:pt x="20618" y="6050"/>
                  <a:pt x="20618" y="10800"/>
                </a:cubicBezTo>
                <a:cubicBezTo>
                  <a:pt x="20618" y="16223"/>
                  <a:pt x="16223" y="20618"/>
                  <a:pt x="10800" y="20618"/>
                </a:cubicBezTo>
                <a:cubicBezTo>
                  <a:pt x="5377" y="20618"/>
                  <a:pt x="982" y="16223"/>
                  <a:pt x="982" y="10800"/>
                </a:cubicBezTo>
                <a:cubicBezTo>
                  <a:pt x="982" y="6050"/>
                  <a:pt x="4355" y="2089"/>
                  <a:pt x="8836" y="1179"/>
                </a:cubicBezTo>
                <a:lnTo>
                  <a:pt x="8836" y="1166"/>
                </a:lnTo>
                <a:cubicBezTo>
                  <a:pt x="9107" y="1166"/>
                  <a:pt x="9327" y="946"/>
                  <a:pt x="9327" y="675"/>
                </a:cubicBezTo>
                <a:cubicBezTo>
                  <a:pt x="9327" y="404"/>
                  <a:pt x="9107" y="184"/>
                  <a:pt x="8836" y="184"/>
                </a:cubicBezTo>
                <a:cubicBezTo>
                  <a:pt x="8761" y="184"/>
                  <a:pt x="8691" y="205"/>
                  <a:pt x="8627" y="235"/>
                </a:cubicBezTo>
                <a:cubicBezTo>
                  <a:pt x="3706" y="1243"/>
                  <a:pt x="0" y="5582"/>
                  <a:pt x="0" y="10800"/>
                </a:cubicBezTo>
                <a:cubicBezTo>
                  <a:pt x="0" y="16765"/>
                  <a:pt x="4835" y="21600"/>
                  <a:pt x="10800" y="21600"/>
                </a:cubicBezTo>
                <a:cubicBezTo>
                  <a:pt x="16765" y="21600"/>
                  <a:pt x="21600" y="16765"/>
                  <a:pt x="21600" y="10800"/>
                </a:cubicBezTo>
                <a:cubicBezTo>
                  <a:pt x="21600" y="5582"/>
                  <a:pt x="17893" y="1243"/>
                  <a:pt x="12973" y="235"/>
                </a:cubicBezTo>
                <a:moveTo>
                  <a:pt x="6873" y="9818"/>
                </a:moveTo>
                <a:cubicBezTo>
                  <a:pt x="6602" y="9818"/>
                  <a:pt x="6382" y="10038"/>
                  <a:pt x="6382" y="10309"/>
                </a:cubicBezTo>
                <a:cubicBezTo>
                  <a:pt x="6382" y="10445"/>
                  <a:pt x="6437" y="10567"/>
                  <a:pt x="6526" y="10656"/>
                </a:cubicBezTo>
                <a:lnTo>
                  <a:pt x="10453" y="14583"/>
                </a:lnTo>
                <a:cubicBezTo>
                  <a:pt x="10542" y="14673"/>
                  <a:pt x="10664" y="14727"/>
                  <a:pt x="10800" y="14727"/>
                </a:cubicBezTo>
                <a:cubicBezTo>
                  <a:pt x="10936" y="14727"/>
                  <a:pt x="11059" y="14673"/>
                  <a:pt x="11147" y="14583"/>
                </a:cubicBezTo>
                <a:lnTo>
                  <a:pt x="15074" y="10656"/>
                </a:lnTo>
                <a:cubicBezTo>
                  <a:pt x="15163" y="10567"/>
                  <a:pt x="15218" y="10445"/>
                  <a:pt x="15218" y="10309"/>
                </a:cubicBezTo>
                <a:cubicBezTo>
                  <a:pt x="15218" y="10038"/>
                  <a:pt x="14998" y="9818"/>
                  <a:pt x="14727" y="9818"/>
                </a:cubicBezTo>
                <a:cubicBezTo>
                  <a:pt x="14592" y="9818"/>
                  <a:pt x="14469" y="9873"/>
                  <a:pt x="14380" y="9962"/>
                </a:cubicBezTo>
                <a:lnTo>
                  <a:pt x="11291" y="13051"/>
                </a:lnTo>
                <a:lnTo>
                  <a:pt x="11291" y="491"/>
                </a:lnTo>
                <a:cubicBezTo>
                  <a:pt x="11291" y="220"/>
                  <a:pt x="11071" y="0"/>
                  <a:pt x="10800" y="0"/>
                </a:cubicBezTo>
                <a:cubicBezTo>
                  <a:pt x="10529" y="0"/>
                  <a:pt x="10309" y="220"/>
                  <a:pt x="10309" y="491"/>
                </a:cubicBezTo>
                <a:lnTo>
                  <a:pt x="10309" y="13051"/>
                </a:lnTo>
                <a:lnTo>
                  <a:pt x="7220" y="9962"/>
                </a:lnTo>
                <a:cubicBezTo>
                  <a:pt x="7131" y="9873"/>
                  <a:pt x="7009" y="9818"/>
                  <a:pt x="6873" y="9818"/>
                </a:cubicBezTo>
              </a:path>
            </a:pathLst>
          </a:custGeom>
          <a:solidFill>
            <a:schemeClr val="accent3"/>
          </a:solidFill>
          <a:ln w="12700">
            <a:miter lim="400000"/>
          </a:ln>
        </p:spPr>
        <p:txBody>
          <a:bodyPr lIns="9523" tIns="9523" rIns="9523" bIns="9523" anchor="ctr"/>
          <a:lstStyle/>
          <a:p>
            <a:pPr algn="ctr" defTabSz="114266" eaLnBrk="1" fontAlgn="auto" hangingPunct="1">
              <a:spcBef>
                <a:spcPts val="0"/>
              </a:spcBef>
              <a:spcAft>
                <a:spcPts val="0"/>
              </a:spcAf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750">
              <a:solidFill>
                <a:srgbClr val="FFFFFF"/>
              </a:solidFill>
              <a:effectLst>
                <a:outerShdw blurRad="38100" dist="12700" dir="5400000" rotWithShape="0">
                  <a:srgbClr val="000000">
                    <a:alpha val="50000"/>
                  </a:srgbClr>
                </a:outerShdw>
              </a:effectLst>
              <a:latin typeface="Century Gothic" panose="020B0502020202020204" pitchFamily="34" charset="0"/>
              <a:ea typeface="Source Sans Pro Light" charset="0"/>
              <a:cs typeface="Source Sans Pro Light" charset="0"/>
              <a:sym typeface="Gill Sans"/>
            </a:endParaRPr>
          </a:p>
        </p:txBody>
      </p:sp>
      <p:cxnSp>
        <p:nvCxnSpPr>
          <p:cNvPr id="12" name="Conector recto 11">
            <a:extLst>
              <a:ext uri="{FF2B5EF4-FFF2-40B4-BE49-F238E27FC236}">
                <a16:creationId xmlns:a16="http://schemas.microsoft.com/office/drawing/2014/main" id="{A6B4842B-9DD4-BE46-8229-C1A826191456}"/>
              </a:ext>
            </a:extLst>
          </p:cNvPr>
          <p:cNvCxnSpPr/>
          <p:nvPr userDrawn="1"/>
        </p:nvCxnSpPr>
        <p:spPr>
          <a:xfrm flipV="1">
            <a:off x="5087822" y="368660"/>
            <a:ext cx="0" cy="5940660"/>
          </a:xfrm>
          <a:prstGeom prst="line">
            <a:avLst/>
          </a:prstGeom>
          <a:ln w="28575">
            <a:solidFill>
              <a:schemeClr val="accent1"/>
            </a:solidFill>
          </a:ln>
        </p:spPr>
        <p:style>
          <a:lnRef idx="1">
            <a:schemeClr val="accent3"/>
          </a:lnRef>
          <a:fillRef idx="0">
            <a:schemeClr val="accent3"/>
          </a:fillRef>
          <a:effectRef idx="0">
            <a:schemeClr val="accent3"/>
          </a:effectRef>
          <a:fontRef idx="minor">
            <a:schemeClr val="tx1"/>
          </a:fontRef>
        </p:style>
      </p:cxnSp>
      <p:pic>
        <p:nvPicPr>
          <p:cNvPr id="4" name="Imagen 3">
            <a:extLst>
              <a:ext uri="{FF2B5EF4-FFF2-40B4-BE49-F238E27FC236}">
                <a16:creationId xmlns:a16="http://schemas.microsoft.com/office/drawing/2014/main" id="{B68303A1-464E-C542-BD3E-763B67479364}"/>
              </a:ext>
            </a:extLst>
          </p:cNvPr>
          <p:cNvPicPr>
            <a:picLocks noChangeAspect="1"/>
          </p:cNvPicPr>
          <p:nvPr userDrawn="1"/>
        </p:nvPicPr>
        <p:blipFill>
          <a:blip r:embed="rId2"/>
          <a:srcRect/>
          <a:stretch/>
        </p:blipFill>
        <p:spPr>
          <a:xfrm>
            <a:off x="-715" y="0"/>
            <a:ext cx="4902519" cy="6858000"/>
          </a:xfrm>
          <a:prstGeom prst="rect">
            <a:avLst/>
          </a:prstGeom>
        </p:spPr>
      </p:pic>
      <p:sp>
        <p:nvSpPr>
          <p:cNvPr id="15" name="Rectangle 5">
            <a:extLst>
              <a:ext uri="{FF2B5EF4-FFF2-40B4-BE49-F238E27FC236}">
                <a16:creationId xmlns:a16="http://schemas.microsoft.com/office/drawing/2014/main" id="{861E434D-FCD2-C545-AF3A-8396B87801AE}"/>
              </a:ext>
            </a:extLst>
          </p:cNvPr>
          <p:cNvSpPr/>
          <p:nvPr userDrawn="1"/>
        </p:nvSpPr>
        <p:spPr>
          <a:xfrm rot="5400000">
            <a:off x="1431498" y="-1292070"/>
            <a:ext cx="324644" cy="3214056"/>
          </a:xfrm>
          <a:prstGeom prst="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16" name="Rectangle 10">
            <a:extLst>
              <a:ext uri="{FF2B5EF4-FFF2-40B4-BE49-F238E27FC236}">
                <a16:creationId xmlns:a16="http://schemas.microsoft.com/office/drawing/2014/main" id="{B282F020-105B-A441-8C4B-E227E411A9B6}"/>
              </a:ext>
            </a:extLst>
          </p:cNvPr>
          <p:cNvSpPr/>
          <p:nvPr userDrawn="1"/>
        </p:nvSpPr>
        <p:spPr>
          <a:xfrm rot="5400000">
            <a:off x="315988" y="272728"/>
            <a:ext cx="324644" cy="941355"/>
          </a:xfrm>
          <a:prstGeom prst="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pic>
        <p:nvPicPr>
          <p:cNvPr id="18" name="Imagen 19">
            <a:extLst>
              <a:ext uri="{FF2B5EF4-FFF2-40B4-BE49-F238E27FC236}">
                <a16:creationId xmlns:a16="http://schemas.microsoft.com/office/drawing/2014/main" id="{17CAEC7B-284B-974F-8DD1-27A4091F9360}"/>
              </a:ext>
            </a:extLst>
          </p:cNvPr>
          <p:cNvPicPr>
            <a:picLocks noChangeAspect="1"/>
          </p:cNvPicPr>
          <p:nvPr userDrawn="1"/>
        </p:nvPicPr>
        <p:blipFill>
          <a:blip r:embed="rId3"/>
          <a:srcRect/>
          <a:stretch/>
        </p:blipFill>
        <p:spPr>
          <a:xfrm>
            <a:off x="5219005" y="389765"/>
            <a:ext cx="415508" cy="225637"/>
          </a:xfrm>
          <a:prstGeom prst="rect">
            <a:avLst/>
          </a:prstGeom>
        </p:spPr>
      </p:pic>
      <p:sp>
        <p:nvSpPr>
          <p:cNvPr id="17" name="Slide Number Placeholder 5">
            <a:extLst>
              <a:ext uri="{FF2B5EF4-FFF2-40B4-BE49-F238E27FC236}">
                <a16:creationId xmlns:a16="http://schemas.microsoft.com/office/drawing/2014/main" id="{0720D3A6-E43C-2D43-A9B4-FE93189E384F}"/>
              </a:ext>
            </a:extLst>
          </p:cNvPr>
          <p:cNvSpPr>
            <a:spLocks noGrp="1"/>
          </p:cNvSpPr>
          <p:nvPr>
            <p:ph type="sldNum" sz="quarter" idx="14"/>
          </p:nvPr>
        </p:nvSpPr>
        <p:spPr>
          <a:xfrm>
            <a:off x="370706" y="225457"/>
            <a:ext cx="324343" cy="923330"/>
          </a:xfrm>
          <a:prstGeom prst="rect">
            <a:avLst/>
          </a:prstGeom>
        </p:spPr>
        <p:txBody>
          <a:bodyPr>
            <a:spAutoFit/>
          </a:bodyPr>
          <a:lstStyle>
            <a:lvl1pPr algn="l">
              <a:defRPr b="1">
                <a:solidFill>
                  <a:schemeClr val="bg1"/>
                </a:solidFill>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15004846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ORTADA SOMOS CMI 03">
    <p:spTree>
      <p:nvGrpSpPr>
        <p:cNvPr id="1" name=""/>
        <p:cNvGrpSpPr/>
        <p:nvPr/>
      </p:nvGrpSpPr>
      <p:grpSpPr>
        <a:xfrm>
          <a:off x="0" y="0"/>
          <a:ext cx="0" cy="0"/>
          <a:chOff x="0" y="0"/>
          <a:chExt cx="0" cy="0"/>
        </a:xfrm>
      </p:grpSpPr>
      <p:sp>
        <p:nvSpPr>
          <p:cNvPr id="9" name="Rectangle 1">
            <a:extLst>
              <a:ext uri="{FF2B5EF4-FFF2-40B4-BE49-F238E27FC236}">
                <a16:creationId xmlns:a16="http://schemas.microsoft.com/office/drawing/2014/main" id="{E8E5D2E3-78F1-EB4C-A40E-56C996B912BE}"/>
              </a:ext>
            </a:extLst>
          </p:cNvPr>
          <p:cNvSpPr/>
          <p:nvPr userDrawn="1"/>
        </p:nvSpPr>
        <p:spPr>
          <a:xfrm>
            <a:off x="0" y="-1855"/>
            <a:ext cx="12192000" cy="6857554"/>
          </a:xfrm>
          <a:prstGeom prst="rect">
            <a:avLst/>
          </a:prstGeom>
          <a:gradFill flip="none" rotWithShape="1">
            <a:gsLst>
              <a:gs pos="0">
                <a:schemeClr val="accent2"/>
              </a:gs>
              <a:gs pos="47000">
                <a:schemeClr val="accent1"/>
              </a:gs>
              <a:gs pos="99000">
                <a:schemeClr val="accent3"/>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900">
              <a:latin typeface="Century Gothic" panose="020B0502020202020204" pitchFamily="34" charset="0"/>
            </a:endParaRPr>
          </a:p>
        </p:txBody>
      </p:sp>
      <p:pic>
        <p:nvPicPr>
          <p:cNvPr id="10" name="Picture Placeholder 7">
            <a:extLst>
              <a:ext uri="{FF2B5EF4-FFF2-40B4-BE49-F238E27FC236}">
                <a16:creationId xmlns:a16="http://schemas.microsoft.com/office/drawing/2014/main" id="{B11E0129-AD0C-6045-9F67-69F04D04BD28}"/>
              </a:ext>
            </a:extLst>
          </p:cNvPr>
          <p:cNvPicPr>
            <a:picLocks noChangeAspect="1"/>
          </p:cNvPicPr>
          <p:nvPr userDrawn="1"/>
        </p:nvPicPr>
        <p:blipFill rotWithShape="1">
          <a:blip r:embed="rId2"/>
          <a:srcRect l="7901" t="48427" b="6891"/>
          <a:stretch/>
        </p:blipFill>
        <p:spPr>
          <a:xfrm>
            <a:off x="-1570" y="0"/>
            <a:ext cx="12192001" cy="3326970"/>
          </a:xfrm>
          <a:prstGeom prst="rect">
            <a:avLst/>
          </a:prstGeom>
          <a:solidFill>
            <a:schemeClr val="bg1"/>
          </a:solidFill>
        </p:spPr>
      </p:pic>
      <p:pic>
        <p:nvPicPr>
          <p:cNvPr id="15" name="Gráfico 14">
            <a:extLst>
              <a:ext uri="{FF2B5EF4-FFF2-40B4-BE49-F238E27FC236}">
                <a16:creationId xmlns:a16="http://schemas.microsoft.com/office/drawing/2014/main" id="{0296CE5C-4A02-7841-82E3-AC180C377F1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39806" r="6022" b="12613"/>
          <a:stretch/>
        </p:blipFill>
        <p:spPr>
          <a:xfrm flipH="1">
            <a:off x="-785" y="9158"/>
            <a:ext cx="12192000" cy="6858000"/>
          </a:xfrm>
          <a:prstGeom prst="rect">
            <a:avLst/>
          </a:prstGeom>
        </p:spPr>
      </p:pic>
      <p:sp>
        <p:nvSpPr>
          <p:cNvPr id="11" name="Marcador de texto 10">
            <a:extLst>
              <a:ext uri="{FF2B5EF4-FFF2-40B4-BE49-F238E27FC236}">
                <a16:creationId xmlns:a16="http://schemas.microsoft.com/office/drawing/2014/main" id="{3D2AB41F-6C3D-5A4C-B80B-C086E95CF75C}"/>
              </a:ext>
            </a:extLst>
          </p:cNvPr>
          <p:cNvSpPr>
            <a:spLocks noGrp="1"/>
          </p:cNvSpPr>
          <p:nvPr>
            <p:ph type="body" sz="quarter" idx="15"/>
          </p:nvPr>
        </p:nvSpPr>
        <p:spPr>
          <a:xfrm>
            <a:off x="587031" y="5242812"/>
            <a:ext cx="11017937" cy="432259"/>
          </a:xfrm>
          <a:prstGeom prst="rect">
            <a:avLst/>
          </a:prstGeom>
        </p:spPr>
        <p:txBody>
          <a:bodyPr anchor="t"/>
          <a:lstStyle>
            <a:lvl1pPr marL="0" indent="0" algn="ctr">
              <a:buNone/>
              <a:defRPr sz="3300" b="1">
                <a:solidFill>
                  <a:schemeClr val="bg1"/>
                </a:solidFill>
                <a:latin typeface="Century Gothic" panose="020B0502020202020204" pitchFamily="34" charset="0"/>
              </a:defRPr>
            </a:lvl1pPr>
            <a:lvl2pPr marL="457177" indent="0">
              <a:buNone/>
              <a:defRPr sz="2400">
                <a:solidFill>
                  <a:schemeClr val="accent3"/>
                </a:solidFill>
              </a:defRPr>
            </a:lvl2pPr>
            <a:lvl3pPr marL="914355" indent="0">
              <a:buNone/>
              <a:defRPr sz="2400">
                <a:solidFill>
                  <a:schemeClr val="accent3"/>
                </a:solidFill>
              </a:defRPr>
            </a:lvl3pPr>
            <a:lvl4pPr marL="1371532" indent="0">
              <a:buNone/>
              <a:defRPr sz="2400">
                <a:solidFill>
                  <a:schemeClr val="accent3"/>
                </a:solidFill>
              </a:defRPr>
            </a:lvl4pPr>
            <a:lvl5pPr marL="1828709" indent="0">
              <a:buNone/>
              <a:defRPr sz="2400">
                <a:solidFill>
                  <a:schemeClr val="accent3"/>
                </a:solidFill>
              </a:defRPr>
            </a:lvl5pPr>
          </a:lstStyle>
          <a:p>
            <a:pPr lvl="0"/>
            <a:r>
              <a:rPr lang="es-MX"/>
              <a:t>Haga clic para modificar los estilos de texto del patrón</a:t>
            </a:r>
          </a:p>
        </p:txBody>
      </p:sp>
      <p:sp>
        <p:nvSpPr>
          <p:cNvPr id="13" name="Marcador de texto 10">
            <a:extLst>
              <a:ext uri="{FF2B5EF4-FFF2-40B4-BE49-F238E27FC236}">
                <a16:creationId xmlns:a16="http://schemas.microsoft.com/office/drawing/2014/main" id="{5E6865D4-3456-F242-B382-6D241C1FE535}"/>
              </a:ext>
            </a:extLst>
          </p:cNvPr>
          <p:cNvSpPr>
            <a:spLocks noGrp="1"/>
          </p:cNvSpPr>
          <p:nvPr>
            <p:ph type="body" sz="quarter" idx="16" hasCustomPrompt="1"/>
          </p:nvPr>
        </p:nvSpPr>
        <p:spPr>
          <a:xfrm>
            <a:off x="591849" y="4044798"/>
            <a:ext cx="11017937" cy="1040387"/>
          </a:xfrm>
          <a:prstGeom prst="rect">
            <a:avLst/>
          </a:prstGeom>
        </p:spPr>
        <p:txBody>
          <a:bodyPr anchor="t"/>
          <a:lstStyle>
            <a:lvl1pPr marL="0" indent="0" algn="ctr">
              <a:buNone/>
              <a:defRPr sz="7500" b="1">
                <a:solidFill>
                  <a:schemeClr val="bg1"/>
                </a:solidFill>
                <a:latin typeface="Century Gothic" panose="020B0502020202020204" pitchFamily="34" charset="0"/>
              </a:defRPr>
            </a:lvl1pPr>
            <a:lvl2pPr marL="457177" indent="0">
              <a:buNone/>
              <a:defRPr sz="2400">
                <a:solidFill>
                  <a:schemeClr val="accent3"/>
                </a:solidFill>
              </a:defRPr>
            </a:lvl2pPr>
            <a:lvl3pPr marL="914355" indent="0">
              <a:buNone/>
              <a:defRPr sz="2400">
                <a:solidFill>
                  <a:schemeClr val="accent3"/>
                </a:solidFill>
              </a:defRPr>
            </a:lvl3pPr>
            <a:lvl4pPr marL="1371532" indent="0">
              <a:buNone/>
              <a:defRPr sz="2400">
                <a:solidFill>
                  <a:schemeClr val="accent3"/>
                </a:solidFill>
              </a:defRPr>
            </a:lvl4pPr>
            <a:lvl5pPr marL="1828709" indent="0">
              <a:buNone/>
              <a:defRPr sz="2400">
                <a:solidFill>
                  <a:schemeClr val="accent3"/>
                </a:solidFill>
              </a:defRPr>
            </a:lvl5pPr>
          </a:lstStyle>
          <a:p>
            <a:pPr lvl="0"/>
            <a:r>
              <a:rPr lang="es-MX"/>
              <a:t>Haga clic modificar</a:t>
            </a:r>
            <a:endParaRPr lang="es-ES_tradnl"/>
          </a:p>
        </p:txBody>
      </p:sp>
      <p:sp>
        <p:nvSpPr>
          <p:cNvPr id="14" name="Marcador de texto 10">
            <a:extLst>
              <a:ext uri="{FF2B5EF4-FFF2-40B4-BE49-F238E27FC236}">
                <a16:creationId xmlns:a16="http://schemas.microsoft.com/office/drawing/2014/main" id="{41D7F811-A4D4-8B4D-8D6E-669C88540F6C}"/>
              </a:ext>
            </a:extLst>
          </p:cNvPr>
          <p:cNvSpPr>
            <a:spLocks noGrp="1"/>
          </p:cNvSpPr>
          <p:nvPr>
            <p:ph type="body" sz="quarter" idx="17"/>
          </p:nvPr>
        </p:nvSpPr>
        <p:spPr>
          <a:xfrm>
            <a:off x="3271074" y="3686686"/>
            <a:ext cx="5659486" cy="336716"/>
          </a:xfrm>
          <a:prstGeom prst="rect">
            <a:avLst/>
          </a:prstGeom>
        </p:spPr>
        <p:txBody>
          <a:bodyPr anchor="t"/>
          <a:lstStyle>
            <a:lvl1pPr marL="0" indent="0" algn="ctr">
              <a:buNone/>
              <a:defRPr sz="1400">
                <a:solidFill>
                  <a:schemeClr val="bg1"/>
                </a:solidFill>
                <a:latin typeface="Century Gothic" panose="020B0502020202020204" pitchFamily="34" charset="0"/>
              </a:defRPr>
            </a:lvl1pPr>
            <a:lvl2pPr marL="457177" indent="0">
              <a:buNone/>
              <a:defRPr sz="2400">
                <a:solidFill>
                  <a:schemeClr val="accent3"/>
                </a:solidFill>
              </a:defRPr>
            </a:lvl2pPr>
            <a:lvl3pPr marL="914355" indent="0">
              <a:buNone/>
              <a:defRPr sz="2400">
                <a:solidFill>
                  <a:schemeClr val="accent3"/>
                </a:solidFill>
              </a:defRPr>
            </a:lvl3pPr>
            <a:lvl4pPr marL="1371532" indent="0">
              <a:buNone/>
              <a:defRPr sz="2400">
                <a:solidFill>
                  <a:schemeClr val="accent3"/>
                </a:solidFill>
              </a:defRPr>
            </a:lvl4pPr>
            <a:lvl5pPr marL="1828709" indent="0">
              <a:buNone/>
              <a:defRPr sz="2400">
                <a:solidFill>
                  <a:schemeClr val="accent3"/>
                </a:solidFill>
              </a:defRPr>
            </a:lvl5pPr>
          </a:lstStyle>
          <a:p>
            <a:pPr lvl="0"/>
            <a:r>
              <a:rPr lang="es-MX"/>
              <a:t>Haga clic para modificar los estilos de texto del patrón</a:t>
            </a:r>
          </a:p>
        </p:txBody>
      </p:sp>
      <p:sp>
        <p:nvSpPr>
          <p:cNvPr id="8" name="Shape 2907">
            <a:extLst>
              <a:ext uri="{FF2B5EF4-FFF2-40B4-BE49-F238E27FC236}">
                <a16:creationId xmlns:a16="http://schemas.microsoft.com/office/drawing/2014/main" id="{A4DB5CAA-B518-AC46-9A7E-6693E50F860E}"/>
              </a:ext>
            </a:extLst>
          </p:cNvPr>
          <p:cNvSpPr/>
          <p:nvPr userDrawn="1"/>
        </p:nvSpPr>
        <p:spPr>
          <a:xfrm>
            <a:off x="5886491" y="5964776"/>
            <a:ext cx="428653" cy="427831"/>
          </a:xfrm>
          <a:custGeom>
            <a:avLst/>
            <a:gdLst/>
            <a:ahLst/>
            <a:cxnLst>
              <a:cxn ang="0">
                <a:pos x="wd2" y="hd2"/>
              </a:cxn>
              <a:cxn ang="5400000">
                <a:pos x="wd2" y="hd2"/>
              </a:cxn>
              <a:cxn ang="10800000">
                <a:pos x="wd2" y="hd2"/>
              </a:cxn>
              <a:cxn ang="16200000">
                <a:pos x="wd2" y="hd2"/>
              </a:cxn>
            </a:cxnLst>
            <a:rect l="0" t="0" r="r" b="b"/>
            <a:pathLst>
              <a:path w="21600" h="21600" extrusionOk="0">
                <a:moveTo>
                  <a:pt x="12973" y="235"/>
                </a:moveTo>
                <a:cubicBezTo>
                  <a:pt x="12909" y="205"/>
                  <a:pt x="12840" y="184"/>
                  <a:pt x="12764" y="184"/>
                </a:cubicBezTo>
                <a:cubicBezTo>
                  <a:pt x="12493" y="184"/>
                  <a:pt x="12273" y="404"/>
                  <a:pt x="12273" y="675"/>
                </a:cubicBezTo>
                <a:cubicBezTo>
                  <a:pt x="12273" y="946"/>
                  <a:pt x="12493" y="1166"/>
                  <a:pt x="12764" y="1166"/>
                </a:cubicBezTo>
                <a:lnTo>
                  <a:pt x="12764" y="1179"/>
                </a:lnTo>
                <a:cubicBezTo>
                  <a:pt x="17245" y="2089"/>
                  <a:pt x="20618" y="6050"/>
                  <a:pt x="20618" y="10800"/>
                </a:cubicBezTo>
                <a:cubicBezTo>
                  <a:pt x="20618" y="16223"/>
                  <a:pt x="16223" y="20618"/>
                  <a:pt x="10800" y="20618"/>
                </a:cubicBezTo>
                <a:cubicBezTo>
                  <a:pt x="5377" y="20618"/>
                  <a:pt x="982" y="16223"/>
                  <a:pt x="982" y="10800"/>
                </a:cubicBezTo>
                <a:cubicBezTo>
                  <a:pt x="982" y="6050"/>
                  <a:pt x="4355" y="2089"/>
                  <a:pt x="8836" y="1179"/>
                </a:cubicBezTo>
                <a:lnTo>
                  <a:pt x="8836" y="1166"/>
                </a:lnTo>
                <a:cubicBezTo>
                  <a:pt x="9107" y="1166"/>
                  <a:pt x="9327" y="946"/>
                  <a:pt x="9327" y="675"/>
                </a:cubicBezTo>
                <a:cubicBezTo>
                  <a:pt x="9327" y="404"/>
                  <a:pt x="9107" y="184"/>
                  <a:pt x="8836" y="184"/>
                </a:cubicBezTo>
                <a:cubicBezTo>
                  <a:pt x="8761" y="184"/>
                  <a:pt x="8691" y="205"/>
                  <a:pt x="8627" y="235"/>
                </a:cubicBezTo>
                <a:cubicBezTo>
                  <a:pt x="3706" y="1243"/>
                  <a:pt x="0" y="5582"/>
                  <a:pt x="0" y="10800"/>
                </a:cubicBezTo>
                <a:cubicBezTo>
                  <a:pt x="0" y="16765"/>
                  <a:pt x="4835" y="21600"/>
                  <a:pt x="10800" y="21600"/>
                </a:cubicBezTo>
                <a:cubicBezTo>
                  <a:pt x="16765" y="21600"/>
                  <a:pt x="21600" y="16765"/>
                  <a:pt x="21600" y="10800"/>
                </a:cubicBezTo>
                <a:cubicBezTo>
                  <a:pt x="21600" y="5582"/>
                  <a:pt x="17893" y="1243"/>
                  <a:pt x="12973" y="235"/>
                </a:cubicBezTo>
                <a:moveTo>
                  <a:pt x="6873" y="9818"/>
                </a:moveTo>
                <a:cubicBezTo>
                  <a:pt x="6602" y="9818"/>
                  <a:pt x="6382" y="10038"/>
                  <a:pt x="6382" y="10309"/>
                </a:cubicBezTo>
                <a:cubicBezTo>
                  <a:pt x="6382" y="10445"/>
                  <a:pt x="6437" y="10567"/>
                  <a:pt x="6526" y="10656"/>
                </a:cubicBezTo>
                <a:lnTo>
                  <a:pt x="10453" y="14583"/>
                </a:lnTo>
                <a:cubicBezTo>
                  <a:pt x="10542" y="14673"/>
                  <a:pt x="10664" y="14727"/>
                  <a:pt x="10800" y="14727"/>
                </a:cubicBezTo>
                <a:cubicBezTo>
                  <a:pt x="10936" y="14727"/>
                  <a:pt x="11059" y="14673"/>
                  <a:pt x="11147" y="14583"/>
                </a:cubicBezTo>
                <a:lnTo>
                  <a:pt x="15074" y="10656"/>
                </a:lnTo>
                <a:cubicBezTo>
                  <a:pt x="15163" y="10567"/>
                  <a:pt x="15218" y="10445"/>
                  <a:pt x="15218" y="10309"/>
                </a:cubicBezTo>
                <a:cubicBezTo>
                  <a:pt x="15218" y="10038"/>
                  <a:pt x="14998" y="9818"/>
                  <a:pt x="14727" y="9818"/>
                </a:cubicBezTo>
                <a:cubicBezTo>
                  <a:pt x="14592" y="9818"/>
                  <a:pt x="14469" y="9873"/>
                  <a:pt x="14380" y="9962"/>
                </a:cubicBezTo>
                <a:lnTo>
                  <a:pt x="11291" y="13051"/>
                </a:lnTo>
                <a:lnTo>
                  <a:pt x="11291" y="491"/>
                </a:lnTo>
                <a:cubicBezTo>
                  <a:pt x="11291" y="220"/>
                  <a:pt x="11071" y="0"/>
                  <a:pt x="10800" y="0"/>
                </a:cubicBezTo>
                <a:cubicBezTo>
                  <a:pt x="10529" y="0"/>
                  <a:pt x="10309" y="220"/>
                  <a:pt x="10309" y="491"/>
                </a:cubicBezTo>
                <a:lnTo>
                  <a:pt x="10309" y="13051"/>
                </a:lnTo>
                <a:lnTo>
                  <a:pt x="7220" y="9962"/>
                </a:lnTo>
                <a:cubicBezTo>
                  <a:pt x="7131" y="9873"/>
                  <a:pt x="7009" y="9818"/>
                  <a:pt x="6873" y="9818"/>
                </a:cubicBezTo>
              </a:path>
            </a:pathLst>
          </a:custGeom>
          <a:solidFill>
            <a:schemeClr val="bg1"/>
          </a:solidFill>
          <a:ln w="12700">
            <a:miter lim="400000"/>
          </a:ln>
        </p:spPr>
        <p:txBody>
          <a:bodyPr lIns="9523" tIns="9523" rIns="9523" bIns="9523" anchor="ctr"/>
          <a:lstStyle/>
          <a:p>
            <a:pPr algn="ctr" defTabSz="114266" eaLnBrk="1" fontAlgn="auto" hangingPunct="1">
              <a:spcBef>
                <a:spcPts val="0"/>
              </a:spcBef>
              <a:spcAft>
                <a:spcPts val="0"/>
              </a:spcAf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750">
              <a:solidFill>
                <a:srgbClr val="FFFFFF"/>
              </a:solidFill>
              <a:effectLst>
                <a:outerShdw blurRad="38100" dist="12700" dir="5400000" rotWithShape="0">
                  <a:srgbClr val="000000">
                    <a:alpha val="50000"/>
                  </a:srgbClr>
                </a:outerShdw>
              </a:effectLst>
              <a:latin typeface="Century Gothic" panose="020B0502020202020204" pitchFamily="34" charset="0"/>
              <a:ea typeface="Source Sans Pro Light" charset="0"/>
              <a:cs typeface="Source Sans Pro Light" charset="0"/>
              <a:sym typeface="Gill Sans"/>
            </a:endParaRPr>
          </a:p>
        </p:txBody>
      </p:sp>
      <p:pic>
        <p:nvPicPr>
          <p:cNvPr id="12" name="Imagen 19">
            <a:extLst>
              <a:ext uri="{FF2B5EF4-FFF2-40B4-BE49-F238E27FC236}">
                <a16:creationId xmlns:a16="http://schemas.microsoft.com/office/drawing/2014/main" id="{138D7E65-1DF9-E64C-B455-42D706EECACC}"/>
              </a:ext>
            </a:extLst>
          </p:cNvPr>
          <p:cNvPicPr>
            <a:picLocks noChangeAspect="1"/>
          </p:cNvPicPr>
          <p:nvPr userDrawn="1"/>
        </p:nvPicPr>
        <p:blipFill>
          <a:blip r:embed="rId4"/>
          <a:srcRect/>
          <a:stretch/>
        </p:blipFill>
        <p:spPr>
          <a:xfrm>
            <a:off x="587031" y="292006"/>
            <a:ext cx="415507" cy="225637"/>
          </a:xfrm>
          <a:prstGeom prst="rect">
            <a:avLst/>
          </a:prstGeom>
        </p:spPr>
      </p:pic>
      <p:sp>
        <p:nvSpPr>
          <p:cNvPr id="16" name="Slide Number Placeholder 5">
            <a:extLst>
              <a:ext uri="{FF2B5EF4-FFF2-40B4-BE49-F238E27FC236}">
                <a16:creationId xmlns:a16="http://schemas.microsoft.com/office/drawing/2014/main" id="{9721AAC0-5D73-B945-B55D-43E9F94C68CC}"/>
              </a:ext>
            </a:extLst>
          </p:cNvPr>
          <p:cNvSpPr>
            <a:spLocks noGrp="1"/>
          </p:cNvSpPr>
          <p:nvPr>
            <p:ph type="sldNum" sz="quarter" idx="14"/>
          </p:nvPr>
        </p:nvSpPr>
        <p:spPr>
          <a:xfrm>
            <a:off x="370706" y="6381328"/>
            <a:ext cx="324343" cy="923330"/>
          </a:xfrm>
          <a:prstGeom prst="rect">
            <a:avLst/>
          </a:prstGeom>
        </p:spPr>
        <p:txBody>
          <a:bodyPr>
            <a:spAutoFit/>
          </a:bodyPr>
          <a:lstStyle>
            <a:lvl1pPr algn="l">
              <a:defRPr b="1">
                <a:solidFill>
                  <a:schemeClr val="bg1"/>
                </a:solidFill>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41257955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lanco SOMOS CMI">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spAutoFit/>
          </a:bodyPr>
          <a:lstStyle>
            <a:lvl1pPr algn="l">
              <a:defRPr b="1">
                <a:solidFill>
                  <a:schemeClr val="accent1"/>
                </a:solidFill>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36799471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ulos">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grpSp>
        <p:nvGrpSpPr>
          <p:cNvPr id="3" name="Grupo 2">
            <a:extLst>
              <a:ext uri="{FF2B5EF4-FFF2-40B4-BE49-F238E27FC236}">
                <a16:creationId xmlns:a16="http://schemas.microsoft.com/office/drawing/2014/main" id="{8E85AB04-A733-A740-AAFB-89E4F4F40EF5}"/>
              </a:ext>
            </a:extLst>
          </p:cNvPr>
          <p:cNvGrpSpPr/>
          <p:nvPr userDrawn="1"/>
        </p:nvGrpSpPr>
        <p:grpSpPr>
          <a:xfrm>
            <a:off x="5414190" y="1196752"/>
            <a:ext cx="1363617" cy="1363529"/>
            <a:chOff x="484021" y="1418770"/>
            <a:chExt cx="1506119" cy="1506119"/>
          </a:xfrm>
        </p:grpSpPr>
        <p:sp>
          <p:nvSpPr>
            <p:cNvPr id="4" name="Elipse 3">
              <a:extLst>
                <a:ext uri="{FF2B5EF4-FFF2-40B4-BE49-F238E27FC236}">
                  <a16:creationId xmlns:a16="http://schemas.microsoft.com/office/drawing/2014/main" id="{2CAF5031-218C-1C4D-95C5-4ACBA9E4D7F3}"/>
                </a:ext>
              </a:extLst>
            </p:cNvPr>
            <p:cNvSpPr/>
            <p:nvPr/>
          </p:nvSpPr>
          <p:spPr>
            <a:xfrm>
              <a:off x="484021" y="1418770"/>
              <a:ext cx="1506119" cy="1506119"/>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pic>
          <p:nvPicPr>
            <p:cNvPr id="5" name="Imagen 4">
              <a:extLst>
                <a:ext uri="{FF2B5EF4-FFF2-40B4-BE49-F238E27FC236}">
                  <a16:creationId xmlns:a16="http://schemas.microsoft.com/office/drawing/2014/main" id="{CD768D4A-EEB1-3F42-A896-BFF91D7CF0B6}"/>
                </a:ext>
              </a:extLst>
            </p:cNvPr>
            <p:cNvPicPr>
              <a:picLocks noChangeAspect="1"/>
            </p:cNvPicPr>
            <p:nvPr/>
          </p:nvPicPr>
          <p:blipFill>
            <a:blip r:embed="rId2"/>
            <a:srcRect/>
            <a:stretch/>
          </p:blipFill>
          <p:spPr>
            <a:xfrm>
              <a:off x="666625" y="1843741"/>
              <a:ext cx="1140909" cy="619599"/>
            </a:xfrm>
            <a:prstGeom prst="rect">
              <a:avLst/>
            </a:prstGeom>
          </p:spPr>
        </p:pic>
      </p:grpSp>
      <p:grpSp>
        <p:nvGrpSpPr>
          <p:cNvPr id="6" name="Grupo 5">
            <a:extLst>
              <a:ext uri="{FF2B5EF4-FFF2-40B4-BE49-F238E27FC236}">
                <a16:creationId xmlns:a16="http://schemas.microsoft.com/office/drawing/2014/main" id="{20586723-8FC1-4743-B2ED-3CE379C966FA}"/>
              </a:ext>
            </a:extLst>
          </p:cNvPr>
          <p:cNvGrpSpPr/>
          <p:nvPr userDrawn="1"/>
        </p:nvGrpSpPr>
        <p:grpSpPr>
          <a:xfrm>
            <a:off x="3817725" y="4931860"/>
            <a:ext cx="4701826" cy="844996"/>
            <a:chOff x="3985794" y="3888326"/>
            <a:chExt cx="2687244" cy="482974"/>
          </a:xfrm>
        </p:grpSpPr>
        <p:pic>
          <p:nvPicPr>
            <p:cNvPr id="7" name="Imagen 6">
              <a:extLst>
                <a:ext uri="{FF2B5EF4-FFF2-40B4-BE49-F238E27FC236}">
                  <a16:creationId xmlns:a16="http://schemas.microsoft.com/office/drawing/2014/main" id="{53C94990-5C6E-3744-A890-782AB4D8D27B}"/>
                </a:ext>
              </a:extLst>
            </p:cNvPr>
            <p:cNvPicPr>
              <a:picLocks noChangeAspect="1"/>
            </p:cNvPicPr>
            <p:nvPr/>
          </p:nvPicPr>
          <p:blipFill>
            <a:blip r:embed="rId3"/>
            <a:srcRect/>
            <a:stretch/>
          </p:blipFill>
          <p:spPr>
            <a:xfrm>
              <a:off x="3985794" y="3888326"/>
              <a:ext cx="1390060" cy="394220"/>
            </a:xfrm>
            <a:prstGeom prst="rect">
              <a:avLst/>
            </a:prstGeom>
          </p:spPr>
        </p:pic>
        <p:sp>
          <p:nvSpPr>
            <p:cNvPr id="8" name="CuadroTexto 7">
              <a:extLst>
                <a:ext uri="{FF2B5EF4-FFF2-40B4-BE49-F238E27FC236}">
                  <a16:creationId xmlns:a16="http://schemas.microsoft.com/office/drawing/2014/main" id="{71084441-27B3-AE4E-A7C2-A07F71C3B699}"/>
                </a:ext>
              </a:extLst>
            </p:cNvPr>
            <p:cNvSpPr txBox="1"/>
            <p:nvPr/>
          </p:nvSpPr>
          <p:spPr>
            <a:xfrm>
              <a:off x="5458889" y="3949102"/>
              <a:ext cx="1214149" cy="422198"/>
            </a:xfrm>
            <a:prstGeom prst="rect">
              <a:avLst/>
            </a:prstGeom>
            <a:noFill/>
          </p:spPr>
          <p:txBody>
            <a:bodyPr wrap="square">
              <a:spAutoFit/>
            </a:bodyPr>
            <a:lstStyle>
              <a:defPPr>
                <a:defRPr lang="es-419"/>
              </a:defPPr>
              <a:lvl1pPr marR="0" lvl="0" indent="0" fontAlgn="auto">
                <a:lnSpc>
                  <a:spcPct val="100000"/>
                </a:lnSpc>
                <a:spcBef>
                  <a:spcPts val="0"/>
                </a:spcBef>
                <a:spcAft>
                  <a:spcPts val="0"/>
                </a:spcAft>
                <a:buClrTx/>
                <a:buSzTx/>
                <a:buFontTx/>
                <a:buNone/>
                <a:tabLst/>
                <a:defRPr kumimoji="0" sz="2400" b="1" i="0" u="none" strike="noStrike" kern="0" cap="none" spc="0" normalizeH="0" baseline="0">
                  <a:ln w="0"/>
                  <a:solidFill>
                    <a:srgbClr val="686A6C"/>
                  </a:solidFill>
                  <a:effectLst/>
                  <a:uLnTx/>
                  <a:uFillTx/>
                  <a:latin typeface="Century Gothic" panose="020B0502020202020204" pitchFamily="34" charset="0"/>
                </a:defRPr>
              </a:lvl1pPr>
            </a:lstStyle>
            <a:p>
              <a:pPr defTabSz="342900" eaLnBrk="1" hangingPunct="1">
                <a:defRPr/>
              </a:pPr>
              <a:r>
                <a:rPr lang="es-CO" sz="1400" b="0">
                  <a:latin typeface="Century Gothic" panose="020B0502020202020204" pitchFamily="34" charset="0"/>
                  <a:ea typeface="+mn-ea"/>
                </a:rPr>
                <a:t>LA FUERZA QUE NOS UNE </a:t>
              </a:r>
              <a:r>
                <a:rPr lang="es-CO" sz="1400">
                  <a:latin typeface="Century Gothic" panose="020B0502020202020204" pitchFamily="34" charset="0"/>
                  <a:ea typeface="+mn-ea"/>
                </a:rPr>
                <a:t>PARA TRASCENDER</a:t>
              </a:r>
              <a:endParaRPr lang="es-GT" sz="1400">
                <a:latin typeface="Century Gothic" panose="020B0502020202020204" pitchFamily="34" charset="0"/>
                <a:ea typeface="+mn-ea"/>
              </a:endParaRPr>
            </a:p>
          </p:txBody>
        </p:sp>
      </p:grpSp>
      <p:cxnSp>
        <p:nvCxnSpPr>
          <p:cNvPr id="9" name="Conector recto 8">
            <a:extLst>
              <a:ext uri="{FF2B5EF4-FFF2-40B4-BE49-F238E27FC236}">
                <a16:creationId xmlns:a16="http://schemas.microsoft.com/office/drawing/2014/main" id="{C2844DD4-9015-194B-A533-6ABA61FE3A71}"/>
              </a:ext>
            </a:extLst>
          </p:cNvPr>
          <p:cNvCxnSpPr>
            <a:cxnSpLocks/>
          </p:cNvCxnSpPr>
          <p:nvPr userDrawn="1"/>
        </p:nvCxnSpPr>
        <p:spPr>
          <a:xfrm>
            <a:off x="4479732" y="4617132"/>
            <a:ext cx="3232536"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4FED6B4-63A2-BE45-9523-9C3AF9DBEF87}"/>
              </a:ext>
            </a:extLst>
          </p:cNvPr>
          <p:cNvSpPr>
            <a:spLocks noGrp="1"/>
          </p:cNvSpPr>
          <p:nvPr>
            <p:ph type="ctrTitle"/>
          </p:nvPr>
        </p:nvSpPr>
        <p:spPr>
          <a:xfrm>
            <a:off x="677042" y="3022693"/>
            <a:ext cx="10837909" cy="812614"/>
          </a:xfrm>
          <a:prstGeom prst="rect">
            <a:avLst/>
          </a:prstGeom>
        </p:spPr>
        <p:txBody>
          <a:bodyPr anchor="t"/>
          <a:lstStyle>
            <a:lvl1pPr algn="ctr">
              <a:lnSpc>
                <a:spcPct val="100000"/>
              </a:lnSpc>
              <a:defRPr sz="4800" b="1">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1" name="Subtitle 2">
            <a:extLst>
              <a:ext uri="{FF2B5EF4-FFF2-40B4-BE49-F238E27FC236}">
                <a16:creationId xmlns:a16="http://schemas.microsoft.com/office/drawing/2014/main" id="{23A7CA7C-B8CD-D945-A6CB-100731699DDF}"/>
              </a:ext>
            </a:extLst>
          </p:cNvPr>
          <p:cNvSpPr>
            <a:spLocks noGrp="1"/>
          </p:cNvSpPr>
          <p:nvPr>
            <p:ph type="subTitle" idx="1"/>
          </p:nvPr>
        </p:nvSpPr>
        <p:spPr>
          <a:xfrm>
            <a:off x="677042" y="3941637"/>
            <a:ext cx="10837908" cy="263562"/>
          </a:xfrm>
          <a:prstGeom prst="rect">
            <a:avLst/>
          </a:prstGeom>
        </p:spPr>
        <p:txBody>
          <a:bodyPr anchor="t"/>
          <a:lstStyle>
            <a:lvl1pPr marL="0" indent="0" algn="ctr">
              <a:lnSpc>
                <a:spcPct val="100000"/>
              </a:lnSpc>
              <a:buNone/>
              <a:defRPr sz="1600">
                <a:solidFill>
                  <a:schemeClr val="tx2"/>
                </a:solidFill>
                <a:latin typeface="Century Gothic" panose="020B0502020202020204" pitchFamily="34" charset="0"/>
              </a:defRPr>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es-MX"/>
              <a:t>Haz clic para editar el estilo de subtítulo del patrón</a:t>
            </a:r>
            <a:endParaRPr lang="en-US"/>
          </a:p>
        </p:txBody>
      </p:sp>
      <p:sp>
        <p:nvSpPr>
          <p:cNvPr id="17" name="www.somoscmi.com">
            <a:hlinkClick r:id="rId4"/>
            <a:extLst>
              <a:ext uri="{FF2B5EF4-FFF2-40B4-BE49-F238E27FC236}">
                <a16:creationId xmlns:a16="http://schemas.microsoft.com/office/drawing/2014/main" id="{36389916-0E97-0A4F-BC05-3EA88763F1FF}"/>
              </a:ext>
            </a:extLst>
          </p:cNvPr>
          <p:cNvSpPr txBox="1"/>
          <p:nvPr userDrawn="1"/>
        </p:nvSpPr>
        <p:spPr>
          <a:xfrm>
            <a:off x="10776825" y="6415857"/>
            <a:ext cx="1047907" cy="107722"/>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algn="ctr" defTabSz="2316479">
              <a:spcBef>
                <a:spcPts val="600"/>
              </a:spcBef>
              <a:defRPr sz="1140" b="1">
                <a:solidFill>
                  <a:schemeClr val="accent4">
                    <a:lumOff val="15098"/>
                  </a:schemeClr>
                </a:solidFill>
              </a:defRPr>
            </a:lvl1pPr>
          </a:lstStyle>
          <a:p>
            <a:pPr algn="r"/>
            <a:r>
              <a:rPr sz="700" err="1">
                <a:solidFill>
                  <a:schemeClr val="accent3"/>
                </a:solidFill>
                <a:latin typeface="Century Gothic" panose="020B0502020202020204" pitchFamily="34" charset="0"/>
                <a:hlinkClick r:id="rId4"/>
              </a:rPr>
              <a:t>www.somoscmi.co</a:t>
            </a:r>
            <a:r>
              <a:rPr lang="en-US" sz="700" err="1">
                <a:solidFill>
                  <a:schemeClr val="accent3"/>
                </a:solidFill>
                <a:latin typeface="Century Gothic" panose="020B0502020202020204" pitchFamily="34" charset="0"/>
                <a:hlinkClick r:id="rId4"/>
              </a:rPr>
              <a:t>m</a:t>
            </a:r>
            <a:endParaRPr sz="700">
              <a:solidFill>
                <a:schemeClr val="accent3"/>
              </a:solidFill>
              <a:latin typeface="Century Gothic" panose="020B0502020202020204" pitchFamily="34" charset="0"/>
            </a:endParaRPr>
          </a:p>
        </p:txBody>
      </p:sp>
      <p:sp>
        <p:nvSpPr>
          <p:cNvPr id="18" name="Rectangle">
            <a:extLst>
              <a:ext uri="{FF2B5EF4-FFF2-40B4-BE49-F238E27FC236}">
                <a16:creationId xmlns:a16="http://schemas.microsoft.com/office/drawing/2014/main" id="{5DA841A5-AE9A-F745-A3C7-F32C4C240C04}"/>
              </a:ext>
            </a:extLst>
          </p:cNvPr>
          <p:cNvSpPr/>
          <p:nvPr userDrawn="1"/>
        </p:nvSpPr>
        <p:spPr>
          <a:xfrm>
            <a:off x="767061" y="6343517"/>
            <a:ext cx="765187" cy="263562"/>
          </a:xfrm>
          <a:prstGeom prst="rect">
            <a:avLst/>
          </a:prstGeom>
          <a:solidFill>
            <a:schemeClr val="bg1"/>
          </a:solidFill>
          <a:ln w="12700">
            <a:miter lim="400000"/>
          </a:ln>
        </p:spPr>
        <p:txBody>
          <a:bodyPr lIns="60960" tIns="60960" rIns="60960" bIns="60960" anchor="ctr"/>
          <a:lstStyle/>
          <a:p>
            <a:endParaRPr sz="900">
              <a:latin typeface="Century Gothic" panose="020B0502020202020204" pitchFamily="34" charset="0"/>
            </a:endParaRPr>
          </a:p>
        </p:txBody>
      </p:sp>
      <p:sp>
        <p:nvSpPr>
          <p:cNvPr id="16" name="Line">
            <a:extLst>
              <a:ext uri="{FF2B5EF4-FFF2-40B4-BE49-F238E27FC236}">
                <a16:creationId xmlns:a16="http://schemas.microsoft.com/office/drawing/2014/main" id="{486695AF-2A71-8A4F-A64F-7673D064E916}"/>
              </a:ext>
            </a:extLst>
          </p:cNvPr>
          <p:cNvSpPr/>
          <p:nvPr userDrawn="1"/>
        </p:nvSpPr>
        <p:spPr>
          <a:xfrm>
            <a:off x="767062" y="6483671"/>
            <a:ext cx="10081776" cy="0"/>
          </a:xfrm>
          <a:prstGeom prst="line">
            <a:avLst/>
          </a:prstGeom>
          <a:ln w="25400">
            <a:solidFill>
              <a:schemeClr val="accent1"/>
            </a:solidFill>
          </a:ln>
        </p:spPr>
        <p:txBody>
          <a:bodyPr lIns="60960" tIns="60960" rIns="60960" bIns="60960"/>
          <a:lstStyle/>
          <a:p>
            <a:pPr>
              <a:defRPr>
                <a:solidFill>
                  <a:srgbClr val="0B0B0B"/>
                </a:solidFill>
              </a:defRPr>
            </a:pPr>
            <a:endParaRPr sz="900">
              <a:latin typeface="Century Gothic" panose="020B0502020202020204" pitchFamily="34" charset="0"/>
            </a:endParaRPr>
          </a:p>
        </p:txBody>
      </p:sp>
    </p:spTree>
    <p:extLst>
      <p:ext uri="{BB962C8B-B14F-4D97-AF65-F5344CB8AC3E}">
        <p14:creationId xmlns:p14="http://schemas.microsoft.com/office/powerpoint/2010/main" val="25366228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on Juanito">
    <p:spTree>
      <p:nvGrpSpPr>
        <p:cNvPr id="1" name=""/>
        <p:cNvGrpSpPr/>
        <p:nvPr/>
      </p:nvGrpSpPr>
      <p:grpSpPr>
        <a:xfrm>
          <a:off x="0" y="0"/>
          <a:ext cx="0" cy="0"/>
          <a:chOff x="0" y="0"/>
          <a:chExt cx="0" cy="0"/>
        </a:xfrm>
      </p:grpSpPr>
      <p:pic>
        <p:nvPicPr>
          <p:cNvPr id="8" name="Imagen 18">
            <a:extLst>
              <a:ext uri="{FF2B5EF4-FFF2-40B4-BE49-F238E27FC236}">
                <a16:creationId xmlns:a16="http://schemas.microsoft.com/office/drawing/2014/main" id="{79580206-D840-1C45-AC14-9A2906287A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Imagen 19">
            <a:extLst>
              <a:ext uri="{FF2B5EF4-FFF2-40B4-BE49-F238E27FC236}">
                <a16:creationId xmlns:a16="http://schemas.microsoft.com/office/drawing/2014/main" id="{32D567B9-4B59-1F48-BAAC-81F76F709E26}"/>
              </a:ext>
            </a:extLst>
          </p:cNvPr>
          <p:cNvPicPr>
            <a:picLocks noChangeAspect="1"/>
          </p:cNvPicPr>
          <p:nvPr userDrawn="1"/>
        </p:nvPicPr>
        <p:blipFill>
          <a:blip r:embed="rId3"/>
          <a:srcRect/>
          <a:stretch/>
        </p:blipFill>
        <p:spPr>
          <a:xfrm>
            <a:off x="587031" y="292006"/>
            <a:ext cx="415507" cy="225637"/>
          </a:xfrm>
          <a:prstGeom prst="rect">
            <a:avLst/>
          </a:prstGeom>
        </p:spPr>
      </p:pic>
      <p:sp>
        <p:nvSpPr>
          <p:cNvPr id="10" name="Slide Number Placeholder 5">
            <a:extLst>
              <a:ext uri="{FF2B5EF4-FFF2-40B4-BE49-F238E27FC236}">
                <a16:creationId xmlns:a16="http://schemas.microsoft.com/office/drawing/2014/main" id="{F0FCF2E0-2371-9246-BC9B-76275006EE23}"/>
              </a:ext>
            </a:extLst>
          </p:cNvPr>
          <p:cNvSpPr>
            <a:spLocks noGrp="1"/>
          </p:cNvSpPr>
          <p:nvPr>
            <p:ph type="sldNum" sz="quarter" idx="14"/>
          </p:nvPr>
        </p:nvSpPr>
        <p:spPr>
          <a:xfrm>
            <a:off x="792814" y="4869160"/>
            <a:ext cx="324343" cy="923330"/>
          </a:xfrm>
          <a:prstGeom prst="rect">
            <a:avLst/>
          </a:prstGeom>
        </p:spPr>
        <p:txBody>
          <a:bodyPr>
            <a:spAutoFit/>
          </a:bodyPr>
          <a:lstStyle>
            <a:lvl1pPr algn="l">
              <a:defRPr b="1">
                <a:solidFill>
                  <a:schemeClr val="bg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4071231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Mandala SOMOS CMI">
    <p:spTree>
      <p:nvGrpSpPr>
        <p:cNvPr id="1" name=""/>
        <p:cNvGrpSpPr/>
        <p:nvPr/>
      </p:nvGrpSpPr>
      <p:grpSpPr>
        <a:xfrm>
          <a:off x="0" y="0"/>
          <a:ext cx="0" cy="0"/>
          <a:chOff x="0" y="0"/>
          <a:chExt cx="0" cy="0"/>
        </a:xfrm>
      </p:grpSpPr>
      <p:cxnSp>
        <p:nvCxnSpPr>
          <p:cNvPr id="44" name="Conector recto 43">
            <a:extLst>
              <a:ext uri="{FF2B5EF4-FFF2-40B4-BE49-F238E27FC236}">
                <a16:creationId xmlns:a16="http://schemas.microsoft.com/office/drawing/2014/main" id="{3E472738-6627-0B48-9E3D-BA14E67C8EDF}"/>
              </a:ext>
            </a:extLst>
          </p:cNvPr>
          <p:cNvCxnSpPr>
            <a:stCxn id="26" idx="0"/>
            <a:endCxn id="5" idx="2"/>
          </p:cNvCxnSpPr>
          <p:nvPr userDrawn="1"/>
        </p:nvCxnSpPr>
        <p:spPr>
          <a:xfrm flipV="1">
            <a:off x="2234470" y="3117056"/>
            <a:ext cx="0" cy="359622"/>
          </a:xfrm>
          <a:prstGeom prst="line">
            <a:avLst/>
          </a:prstGeom>
          <a:ln w="76200">
            <a:solidFill>
              <a:schemeClr val="bg1"/>
            </a:solidFill>
          </a:ln>
          <a:effectLst>
            <a:outerShdw blurRad="269878"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ABAB79FA-6BB6-C742-9775-63C22F788434}"/>
              </a:ext>
            </a:extLst>
          </p:cNvPr>
          <p:cNvCxnSpPr>
            <a:stCxn id="38" idx="0"/>
            <a:endCxn id="32" idx="2"/>
          </p:cNvCxnSpPr>
          <p:nvPr userDrawn="1"/>
        </p:nvCxnSpPr>
        <p:spPr>
          <a:xfrm flipV="1">
            <a:off x="9968628" y="3117056"/>
            <a:ext cx="0" cy="359622"/>
          </a:xfrm>
          <a:prstGeom prst="line">
            <a:avLst/>
          </a:prstGeom>
          <a:ln w="76200">
            <a:solidFill>
              <a:schemeClr val="bg1"/>
            </a:solidFill>
          </a:ln>
          <a:effectLst>
            <a:outerShdw blurRad="229993" dist="38100" dir="10800000" algn="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A0B307D8-C40C-B743-B393-CE45B9E0D075}"/>
              </a:ext>
            </a:extLst>
          </p:cNvPr>
          <p:cNvCxnSpPr/>
          <p:nvPr userDrawn="1"/>
        </p:nvCxnSpPr>
        <p:spPr>
          <a:xfrm>
            <a:off x="4098236" y="944724"/>
            <a:ext cx="4006628" cy="0"/>
          </a:xfrm>
          <a:prstGeom prst="line">
            <a:avLst/>
          </a:prstGeom>
          <a:ln w="76200">
            <a:solidFill>
              <a:schemeClr val="bg1"/>
            </a:solidFill>
          </a:ln>
          <a:effectLst>
            <a:outerShdw blurRad="182046"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7" name="Conector recto 46">
            <a:extLst>
              <a:ext uri="{FF2B5EF4-FFF2-40B4-BE49-F238E27FC236}">
                <a16:creationId xmlns:a16="http://schemas.microsoft.com/office/drawing/2014/main" id="{D70BF61E-091D-2A47-AB2E-41C5F7ED51AA}"/>
              </a:ext>
            </a:extLst>
          </p:cNvPr>
          <p:cNvCxnSpPr/>
          <p:nvPr userDrawn="1"/>
        </p:nvCxnSpPr>
        <p:spPr>
          <a:xfrm>
            <a:off x="4098236" y="5667459"/>
            <a:ext cx="4006628" cy="0"/>
          </a:xfrm>
          <a:prstGeom prst="line">
            <a:avLst/>
          </a:prstGeom>
          <a:ln w="104775">
            <a:solidFill>
              <a:schemeClr val="bg1"/>
            </a:solidFill>
          </a:ln>
          <a:effectLst>
            <a:outerShdw blurRad="182046" dist="38100" dir="108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Rectángulo 3">
            <a:extLst>
              <a:ext uri="{FF2B5EF4-FFF2-40B4-BE49-F238E27FC236}">
                <a16:creationId xmlns:a16="http://schemas.microsoft.com/office/drawing/2014/main" id="{4B064A55-EFEB-C24C-968F-459FEEAE3DC8}"/>
              </a:ext>
            </a:extLst>
          </p:cNvPr>
          <p:cNvSpPr/>
          <p:nvPr userDrawn="1"/>
        </p:nvSpPr>
        <p:spPr>
          <a:xfrm>
            <a:off x="10164717" y="188640"/>
            <a:ext cx="1800317" cy="570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5" name="Rectángulo redondeado 4">
            <a:extLst>
              <a:ext uri="{FF2B5EF4-FFF2-40B4-BE49-F238E27FC236}">
                <a16:creationId xmlns:a16="http://schemas.microsoft.com/office/drawing/2014/main" id="{0CFFDA59-4325-6D44-962D-DB641429C7D1}"/>
              </a:ext>
            </a:extLst>
          </p:cNvPr>
          <p:cNvSpPr/>
          <p:nvPr userDrawn="1"/>
        </p:nvSpPr>
        <p:spPr>
          <a:xfrm>
            <a:off x="370705" y="501002"/>
            <a:ext cx="3727530" cy="2616053"/>
          </a:xfrm>
          <a:prstGeom prst="roundRect">
            <a:avLst/>
          </a:prstGeom>
          <a:solidFill>
            <a:schemeClr val="bg1"/>
          </a:solidFill>
          <a:ln w="38100">
            <a:noFill/>
          </a:ln>
          <a:effectLst>
            <a:outerShdw blurRad="260445" dist="1270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6" name="Marcador de número de diapositiva 4">
            <a:extLst>
              <a:ext uri="{FF2B5EF4-FFF2-40B4-BE49-F238E27FC236}">
                <a16:creationId xmlns:a16="http://schemas.microsoft.com/office/drawing/2014/main" id="{9CB06D86-153E-A04D-96AC-3D0E9F6FA2E5}"/>
              </a:ext>
            </a:extLst>
          </p:cNvPr>
          <p:cNvSpPr>
            <a:spLocks noGrp="1"/>
          </p:cNvSpPr>
          <p:nvPr>
            <p:ph type="sldNum" sz="quarter" idx="14"/>
          </p:nvPr>
        </p:nvSpPr>
        <p:spPr>
          <a:xfrm>
            <a:off x="370706" y="6381328"/>
            <a:ext cx="324343" cy="923330"/>
          </a:xfrm>
        </p:spPr>
        <p:txBody>
          <a:bodyPr/>
          <a:lstStyle>
            <a:lvl1pPr>
              <a:defRPr>
                <a:latin typeface="Century Gothic" panose="020B0502020202020204" pitchFamily="34" charset="0"/>
              </a:defRPr>
            </a:lvl1pPr>
          </a:lstStyle>
          <a:p>
            <a:fld id="{9754757F-9D13-B94C-817F-4D23A4DA4B76}" type="slidenum">
              <a:rPr lang="es-ES_tradnl" smtClean="0"/>
              <a:pPr/>
              <a:t>‹Nº›</a:t>
            </a:fld>
            <a:endParaRPr lang="es-ES_tradnl"/>
          </a:p>
        </p:txBody>
      </p:sp>
      <p:pic>
        <p:nvPicPr>
          <p:cNvPr id="21" name="Imagen 20">
            <a:extLst>
              <a:ext uri="{FF2B5EF4-FFF2-40B4-BE49-F238E27FC236}">
                <a16:creationId xmlns:a16="http://schemas.microsoft.com/office/drawing/2014/main" id="{A165A172-9454-A740-A2CA-E2D38A229409}"/>
              </a:ext>
            </a:extLst>
          </p:cNvPr>
          <p:cNvPicPr>
            <a:picLocks noChangeAspect="1"/>
          </p:cNvPicPr>
          <p:nvPr userDrawn="1"/>
        </p:nvPicPr>
        <p:blipFill>
          <a:blip r:embed="rId2"/>
          <a:stretch>
            <a:fillRect/>
          </a:stretch>
        </p:blipFill>
        <p:spPr>
          <a:xfrm>
            <a:off x="1066955" y="248975"/>
            <a:ext cx="498490" cy="510141"/>
          </a:xfrm>
          <a:prstGeom prst="rect">
            <a:avLst/>
          </a:prstGeom>
        </p:spPr>
      </p:pic>
      <p:pic>
        <p:nvPicPr>
          <p:cNvPr id="22" name="Imagen 21">
            <a:extLst>
              <a:ext uri="{FF2B5EF4-FFF2-40B4-BE49-F238E27FC236}">
                <a16:creationId xmlns:a16="http://schemas.microsoft.com/office/drawing/2014/main" id="{2B2C699C-7736-6F42-9AC1-AC28542A5782}"/>
              </a:ext>
            </a:extLst>
          </p:cNvPr>
          <p:cNvPicPr>
            <a:picLocks noChangeAspect="1"/>
          </p:cNvPicPr>
          <p:nvPr userDrawn="1"/>
        </p:nvPicPr>
        <p:blipFill>
          <a:blip r:embed="rId3"/>
          <a:stretch>
            <a:fillRect/>
          </a:stretch>
        </p:blipFill>
        <p:spPr>
          <a:xfrm>
            <a:off x="2847209" y="248975"/>
            <a:ext cx="498490" cy="502352"/>
          </a:xfrm>
          <a:prstGeom prst="rect">
            <a:avLst/>
          </a:prstGeom>
        </p:spPr>
      </p:pic>
      <p:sp>
        <p:nvSpPr>
          <p:cNvPr id="23" name="CuadroTexto 22">
            <a:extLst>
              <a:ext uri="{FF2B5EF4-FFF2-40B4-BE49-F238E27FC236}">
                <a16:creationId xmlns:a16="http://schemas.microsoft.com/office/drawing/2014/main" id="{E11625D4-9E73-F249-92A4-A9072E0FCC45}"/>
              </a:ext>
            </a:extLst>
          </p:cNvPr>
          <p:cNvSpPr txBox="1"/>
          <p:nvPr userDrawn="1"/>
        </p:nvSpPr>
        <p:spPr>
          <a:xfrm>
            <a:off x="527051" y="798959"/>
            <a:ext cx="1572383" cy="2516073"/>
          </a:xfrm>
          <a:prstGeom prst="rect">
            <a:avLst/>
          </a:prstGeom>
          <a:noFill/>
        </p:spPr>
        <p:txBody>
          <a:bodyPr wrap="square" rtlCol="0">
            <a:spAutoFit/>
          </a:bodyPr>
          <a:lstStyle/>
          <a:p>
            <a:pPr algn="just">
              <a:buClr>
                <a:schemeClr val="accent1"/>
              </a:buClr>
            </a:pPr>
            <a:r>
              <a:rPr lang="es-ES_tradnl" sz="750">
                <a:latin typeface="Century Gothic" panose="020B0502020202020204" pitchFamily="34" charset="0"/>
              </a:rPr>
              <a:t>Tomo decisiones como si el negocio fuera propio, con visión transversal de largo plazo y deseo de trascendencia</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Me hago responsable de mis acciones y del desarrollo propio y de los demás para crecer juntos</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Tengo a nuestros clientes y consumidores presentes siempre en mis decisiones</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Busco siempre ganar-ganar y tomo en cuenta el impacto de mis decisiones en el planeta, en nuestros colaboradores y en los demás grupos de interés</a:t>
            </a:r>
          </a:p>
        </p:txBody>
      </p:sp>
      <p:sp>
        <p:nvSpPr>
          <p:cNvPr id="24" name="CuadroTexto 23">
            <a:extLst>
              <a:ext uri="{FF2B5EF4-FFF2-40B4-BE49-F238E27FC236}">
                <a16:creationId xmlns:a16="http://schemas.microsoft.com/office/drawing/2014/main" id="{54EF145F-7DB0-1343-BAE6-FDDE9076E889}"/>
              </a:ext>
            </a:extLst>
          </p:cNvPr>
          <p:cNvSpPr txBox="1"/>
          <p:nvPr userDrawn="1"/>
        </p:nvSpPr>
        <p:spPr>
          <a:xfrm>
            <a:off x="2310263" y="798959"/>
            <a:ext cx="1504407" cy="2400657"/>
          </a:xfrm>
          <a:prstGeom prst="rect">
            <a:avLst/>
          </a:prstGeom>
          <a:noFill/>
        </p:spPr>
        <p:txBody>
          <a:bodyPr wrap="square" rtlCol="0">
            <a:spAutoFit/>
          </a:bodyPr>
          <a:lstStyle/>
          <a:p>
            <a:pPr algn="just">
              <a:buClr>
                <a:schemeClr val="accent1"/>
              </a:buClr>
            </a:pPr>
            <a:r>
              <a:rPr lang="es-ES_tradnl" sz="750">
                <a:latin typeface="Century Gothic" panose="020B0502020202020204" pitchFamily="34" charset="0"/>
              </a:rPr>
              <a:t>Buscar culpables o justificaciones para no asumir las consecuencias de mis actos</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Realizar actividades o tomar decisiones que amenacen la seguridad o la salud propia o de terceras personas</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Promover los silos, no trabajar en equipo e incumplir los compromisos adquiridos con nuestros grupos de interés</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Manejar de manera indebida la información de la empresa</a:t>
            </a:r>
          </a:p>
        </p:txBody>
      </p:sp>
      <p:cxnSp>
        <p:nvCxnSpPr>
          <p:cNvPr id="25" name="Conector recto 24">
            <a:extLst>
              <a:ext uri="{FF2B5EF4-FFF2-40B4-BE49-F238E27FC236}">
                <a16:creationId xmlns:a16="http://schemas.microsoft.com/office/drawing/2014/main" id="{C33C26AF-5748-D141-B74E-D38FCD5C2CEB}"/>
              </a:ext>
            </a:extLst>
          </p:cNvPr>
          <p:cNvCxnSpPr>
            <a:cxnSpLocks/>
          </p:cNvCxnSpPr>
          <p:nvPr userDrawn="1"/>
        </p:nvCxnSpPr>
        <p:spPr>
          <a:xfrm>
            <a:off x="2243321" y="681023"/>
            <a:ext cx="0" cy="2318539"/>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6" name="Rectángulo redondeado 25">
            <a:extLst>
              <a:ext uri="{FF2B5EF4-FFF2-40B4-BE49-F238E27FC236}">
                <a16:creationId xmlns:a16="http://schemas.microsoft.com/office/drawing/2014/main" id="{96D50855-DC2F-E34B-A918-ADE5F301D17F}"/>
              </a:ext>
            </a:extLst>
          </p:cNvPr>
          <p:cNvSpPr/>
          <p:nvPr userDrawn="1"/>
        </p:nvSpPr>
        <p:spPr>
          <a:xfrm>
            <a:off x="370705" y="3476677"/>
            <a:ext cx="3727530" cy="2615400"/>
          </a:xfrm>
          <a:prstGeom prst="roundRect">
            <a:avLst/>
          </a:prstGeom>
          <a:solidFill>
            <a:schemeClr val="bg1"/>
          </a:solidFill>
          <a:ln w="38100">
            <a:noFill/>
          </a:ln>
          <a:effectLst>
            <a:outerShdw blurRad="254000" dist="127000" dir="18900000" algn="b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pic>
        <p:nvPicPr>
          <p:cNvPr id="27" name="Imagen 26">
            <a:extLst>
              <a:ext uri="{FF2B5EF4-FFF2-40B4-BE49-F238E27FC236}">
                <a16:creationId xmlns:a16="http://schemas.microsoft.com/office/drawing/2014/main" id="{755241CC-7803-2043-97C4-C5C238BFF78D}"/>
              </a:ext>
            </a:extLst>
          </p:cNvPr>
          <p:cNvPicPr>
            <a:picLocks noChangeAspect="1"/>
          </p:cNvPicPr>
          <p:nvPr userDrawn="1"/>
        </p:nvPicPr>
        <p:blipFill>
          <a:blip r:embed="rId2"/>
          <a:stretch>
            <a:fillRect/>
          </a:stretch>
        </p:blipFill>
        <p:spPr>
          <a:xfrm>
            <a:off x="1066955" y="3224649"/>
            <a:ext cx="498490" cy="510141"/>
          </a:xfrm>
          <a:prstGeom prst="rect">
            <a:avLst/>
          </a:prstGeom>
        </p:spPr>
      </p:pic>
      <p:pic>
        <p:nvPicPr>
          <p:cNvPr id="28" name="Imagen 27">
            <a:extLst>
              <a:ext uri="{FF2B5EF4-FFF2-40B4-BE49-F238E27FC236}">
                <a16:creationId xmlns:a16="http://schemas.microsoft.com/office/drawing/2014/main" id="{6EEF7181-CEC6-6F4E-AD32-DF7C0591C16D}"/>
              </a:ext>
            </a:extLst>
          </p:cNvPr>
          <p:cNvPicPr>
            <a:picLocks noChangeAspect="1"/>
          </p:cNvPicPr>
          <p:nvPr userDrawn="1"/>
        </p:nvPicPr>
        <p:blipFill>
          <a:blip r:embed="rId3"/>
          <a:stretch>
            <a:fillRect/>
          </a:stretch>
        </p:blipFill>
        <p:spPr>
          <a:xfrm>
            <a:off x="2847209" y="3224649"/>
            <a:ext cx="498490" cy="502352"/>
          </a:xfrm>
          <a:prstGeom prst="rect">
            <a:avLst/>
          </a:prstGeom>
        </p:spPr>
      </p:pic>
      <p:sp>
        <p:nvSpPr>
          <p:cNvPr id="29" name="CuadroTexto 28">
            <a:extLst>
              <a:ext uri="{FF2B5EF4-FFF2-40B4-BE49-F238E27FC236}">
                <a16:creationId xmlns:a16="http://schemas.microsoft.com/office/drawing/2014/main" id="{40F3A2EF-DDDC-FE4B-B395-B537B2104D89}"/>
              </a:ext>
            </a:extLst>
          </p:cNvPr>
          <p:cNvSpPr txBox="1"/>
          <p:nvPr userDrawn="1"/>
        </p:nvSpPr>
        <p:spPr>
          <a:xfrm>
            <a:off x="527051" y="3774633"/>
            <a:ext cx="1572383" cy="2169825"/>
          </a:xfrm>
          <a:prstGeom prst="rect">
            <a:avLst/>
          </a:prstGeom>
          <a:noFill/>
        </p:spPr>
        <p:txBody>
          <a:bodyPr wrap="square" rtlCol="0">
            <a:spAutoFit/>
          </a:bodyPr>
          <a:lstStyle/>
          <a:p>
            <a:pPr algn="just">
              <a:buClr>
                <a:schemeClr val="accent1"/>
              </a:buClr>
            </a:pPr>
            <a:r>
              <a:rPr lang="es-ES_tradnl" sz="750">
                <a:latin typeface="Century Gothic" panose="020B0502020202020204" pitchFamily="34" charset="0"/>
              </a:rPr>
              <a:t>Actúo de acuerdo con nuestro legado, con calidez familiar e interés genuino por las personas</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Escucho con atención y soy capaz de ponerme en la posición del otro</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Promuevo un entorno en el que la gente “venga a trabajar contenta y regrese feliz a casa”</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Valoro a las personas distintas a mí por sus ideas y contribuciones, no por como me gustaría que fueran </a:t>
            </a:r>
          </a:p>
        </p:txBody>
      </p:sp>
      <p:sp>
        <p:nvSpPr>
          <p:cNvPr id="30" name="CuadroTexto 29">
            <a:extLst>
              <a:ext uri="{FF2B5EF4-FFF2-40B4-BE49-F238E27FC236}">
                <a16:creationId xmlns:a16="http://schemas.microsoft.com/office/drawing/2014/main" id="{71761CC9-A35B-8342-B517-ECC892B4B375}"/>
              </a:ext>
            </a:extLst>
          </p:cNvPr>
          <p:cNvSpPr txBox="1"/>
          <p:nvPr userDrawn="1"/>
        </p:nvSpPr>
        <p:spPr>
          <a:xfrm>
            <a:off x="2310263" y="3774633"/>
            <a:ext cx="1483054" cy="1477328"/>
          </a:xfrm>
          <a:prstGeom prst="rect">
            <a:avLst/>
          </a:prstGeom>
          <a:noFill/>
        </p:spPr>
        <p:txBody>
          <a:bodyPr wrap="square" rtlCol="0">
            <a:spAutoFit/>
          </a:bodyPr>
          <a:lstStyle/>
          <a:p>
            <a:pPr algn="just">
              <a:buClr>
                <a:schemeClr val="accent1"/>
              </a:buClr>
            </a:pPr>
            <a:r>
              <a:rPr lang="es-ES_tradnl" sz="750">
                <a:latin typeface="Century Gothic" panose="020B0502020202020204" pitchFamily="34" charset="0"/>
              </a:rPr>
              <a:t>La discriminación, el acoso o la violencia en ninguna de sus formas</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El maltrato y la descortesía en nuestras relaciones</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La arrogancia y el sentido de superioridad</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La burla o señalamientos a quien piensa diferente</a:t>
            </a:r>
          </a:p>
        </p:txBody>
      </p:sp>
      <p:cxnSp>
        <p:nvCxnSpPr>
          <p:cNvPr id="31" name="Conector recto 30">
            <a:extLst>
              <a:ext uri="{FF2B5EF4-FFF2-40B4-BE49-F238E27FC236}">
                <a16:creationId xmlns:a16="http://schemas.microsoft.com/office/drawing/2014/main" id="{079D3D5D-2DA8-F849-B48B-E100BFC50D8B}"/>
              </a:ext>
            </a:extLst>
          </p:cNvPr>
          <p:cNvCxnSpPr>
            <a:cxnSpLocks/>
          </p:cNvCxnSpPr>
          <p:nvPr userDrawn="1"/>
        </p:nvCxnSpPr>
        <p:spPr>
          <a:xfrm>
            <a:off x="2243321" y="3656697"/>
            <a:ext cx="0" cy="2318539"/>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2" name="Rectángulo redondeado 31">
            <a:extLst>
              <a:ext uri="{FF2B5EF4-FFF2-40B4-BE49-F238E27FC236}">
                <a16:creationId xmlns:a16="http://schemas.microsoft.com/office/drawing/2014/main" id="{9C109925-E2CC-4140-A01A-D654294BB2CC}"/>
              </a:ext>
            </a:extLst>
          </p:cNvPr>
          <p:cNvSpPr/>
          <p:nvPr userDrawn="1"/>
        </p:nvSpPr>
        <p:spPr>
          <a:xfrm>
            <a:off x="8104863" y="501002"/>
            <a:ext cx="3727530" cy="2616053"/>
          </a:xfrm>
          <a:prstGeom prst="roundRect">
            <a:avLst/>
          </a:prstGeom>
          <a:solidFill>
            <a:schemeClr val="bg1"/>
          </a:solidFill>
          <a:ln w="38100">
            <a:noFill/>
          </a:ln>
          <a:effectLst>
            <a:outerShdw blurRad="263729" dist="127000" dir="8100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pic>
        <p:nvPicPr>
          <p:cNvPr id="33" name="Imagen 32">
            <a:extLst>
              <a:ext uri="{FF2B5EF4-FFF2-40B4-BE49-F238E27FC236}">
                <a16:creationId xmlns:a16="http://schemas.microsoft.com/office/drawing/2014/main" id="{32CA6042-47B6-B640-8BB0-C218573C877F}"/>
              </a:ext>
            </a:extLst>
          </p:cNvPr>
          <p:cNvPicPr>
            <a:picLocks noChangeAspect="1"/>
          </p:cNvPicPr>
          <p:nvPr userDrawn="1"/>
        </p:nvPicPr>
        <p:blipFill>
          <a:blip r:embed="rId2"/>
          <a:stretch>
            <a:fillRect/>
          </a:stretch>
        </p:blipFill>
        <p:spPr>
          <a:xfrm>
            <a:off x="8801113" y="248975"/>
            <a:ext cx="498490" cy="510141"/>
          </a:xfrm>
          <a:prstGeom prst="rect">
            <a:avLst/>
          </a:prstGeom>
        </p:spPr>
      </p:pic>
      <p:pic>
        <p:nvPicPr>
          <p:cNvPr id="34" name="Imagen 33">
            <a:extLst>
              <a:ext uri="{FF2B5EF4-FFF2-40B4-BE49-F238E27FC236}">
                <a16:creationId xmlns:a16="http://schemas.microsoft.com/office/drawing/2014/main" id="{AA0A3B9B-7912-DD4C-8DF5-23A19A3EFD90}"/>
              </a:ext>
            </a:extLst>
          </p:cNvPr>
          <p:cNvPicPr>
            <a:picLocks noChangeAspect="1"/>
          </p:cNvPicPr>
          <p:nvPr userDrawn="1"/>
        </p:nvPicPr>
        <p:blipFill>
          <a:blip r:embed="rId3"/>
          <a:stretch>
            <a:fillRect/>
          </a:stretch>
        </p:blipFill>
        <p:spPr>
          <a:xfrm>
            <a:off x="10581366" y="248975"/>
            <a:ext cx="498490" cy="502352"/>
          </a:xfrm>
          <a:prstGeom prst="rect">
            <a:avLst/>
          </a:prstGeom>
        </p:spPr>
      </p:pic>
      <p:sp>
        <p:nvSpPr>
          <p:cNvPr id="35" name="CuadroTexto 34">
            <a:extLst>
              <a:ext uri="{FF2B5EF4-FFF2-40B4-BE49-F238E27FC236}">
                <a16:creationId xmlns:a16="http://schemas.microsoft.com/office/drawing/2014/main" id="{44ECCC38-9286-AC49-BE16-21B4B736C415}"/>
              </a:ext>
            </a:extLst>
          </p:cNvPr>
          <p:cNvSpPr txBox="1"/>
          <p:nvPr userDrawn="1"/>
        </p:nvSpPr>
        <p:spPr>
          <a:xfrm>
            <a:off x="8261209" y="798959"/>
            <a:ext cx="1572383" cy="1708160"/>
          </a:xfrm>
          <a:prstGeom prst="rect">
            <a:avLst/>
          </a:prstGeom>
          <a:noFill/>
        </p:spPr>
        <p:txBody>
          <a:bodyPr wrap="square" rtlCol="0">
            <a:spAutoFit/>
          </a:bodyPr>
          <a:lstStyle/>
          <a:p>
            <a:pPr algn="just">
              <a:buClr>
                <a:schemeClr val="accent1"/>
              </a:buClr>
            </a:pPr>
            <a:r>
              <a:rPr lang="es-ES_tradnl" sz="750">
                <a:latin typeface="Century Gothic" panose="020B0502020202020204" pitchFamily="34" charset="0"/>
              </a:rPr>
              <a:t>Demuestro pasión por lo que hago y siempre doy lo mejor</a:t>
            </a:r>
          </a:p>
          <a:p>
            <a:pPr algn="just">
              <a:buClr>
                <a:schemeClr val="accent1"/>
              </a:buClr>
            </a:pPr>
            <a:r>
              <a:rPr lang="es-ES_tradnl" sz="750">
                <a:latin typeface="Century Gothic" panose="020B0502020202020204" pitchFamily="34" charset="0"/>
              </a:rPr>
              <a:t> </a:t>
            </a:r>
          </a:p>
          <a:p>
            <a:pPr algn="just">
              <a:buClr>
                <a:schemeClr val="accent1"/>
              </a:buClr>
            </a:pPr>
            <a:r>
              <a:rPr lang="es-ES_tradnl" sz="750">
                <a:latin typeface="Century Gothic" panose="020B0502020202020204" pitchFamily="34" charset="0"/>
              </a:rPr>
              <a:t>Logro resultados superiores y sostenibles trabajando en equipo y coordinadamente</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Soy ágil, eficaz y disciplinado en mi trabajo</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Estoy comprometido con el cambio y la innovación, asumo riesgos y aprendo de los aciertos y desaciertos</a:t>
            </a:r>
          </a:p>
        </p:txBody>
      </p:sp>
      <p:sp>
        <p:nvSpPr>
          <p:cNvPr id="36" name="CuadroTexto 35">
            <a:extLst>
              <a:ext uri="{FF2B5EF4-FFF2-40B4-BE49-F238E27FC236}">
                <a16:creationId xmlns:a16="http://schemas.microsoft.com/office/drawing/2014/main" id="{05846D60-AE30-A140-A4A8-E13A7FD424B2}"/>
              </a:ext>
            </a:extLst>
          </p:cNvPr>
          <p:cNvSpPr txBox="1"/>
          <p:nvPr userDrawn="1"/>
        </p:nvSpPr>
        <p:spPr>
          <a:xfrm>
            <a:off x="10044420" y="798959"/>
            <a:ext cx="1620527" cy="1361911"/>
          </a:xfrm>
          <a:prstGeom prst="rect">
            <a:avLst/>
          </a:prstGeom>
          <a:noFill/>
        </p:spPr>
        <p:txBody>
          <a:bodyPr wrap="square" rtlCol="0">
            <a:spAutoFit/>
          </a:bodyPr>
          <a:lstStyle/>
          <a:p>
            <a:pPr algn="just">
              <a:buClr>
                <a:schemeClr val="accent1"/>
              </a:buClr>
            </a:pPr>
            <a:r>
              <a:rPr lang="es-ES_tradnl" sz="750">
                <a:latin typeface="Century Gothic" panose="020B0502020202020204" pitchFamily="34" charset="0"/>
              </a:rPr>
              <a:t>La indiferencia y la mediocridad</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Permanecer en la zona de confort o aferrarse al pasado</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Ocultar y no enfrentar los problemas</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Subestimar o desprestigiar a la competencia</a:t>
            </a:r>
          </a:p>
        </p:txBody>
      </p:sp>
      <p:cxnSp>
        <p:nvCxnSpPr>
          <p:cNvPr id="37" name="Conector recto 36">
            <a:extLst>
              <a:ext uri="{FF2B5EF4-FFF2-40B4-BE49-F238E27FC236}">
                <a16:creationId xmlns:a16="http://schemas.microsoft.com/office/drawing/2014/main" id="{BF4D889A-2E87-934C-B93C-33CBAA13602D}"/>
              </a:ext>
            </a:extLst>
          </p:cNvPr>
          <p:cNvCxnSpPr>
            <a:cxnSpLocks/>
          </p:cNvCxnSpPr>
          <p:nvPr userDrawn="1"/>
        </p:nvCxnSpPr>
        <p:spPr>
          <a:xfrm>
            <a:off x="9977479" y="681023"/>
            <a:ext cx="0" cy="2318539"/>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8" name="Rectángulo redondeado 37">
            <a:extLst>
              <a:ext uri="{FF2B5EF4-FFF2-40B4-BE49-F238E27FC236}">
                <a16:creationId xmlns:a16="http://schemas.microsoft.com/office/drawing/2014/main" id="{E5EB289D-48D1-4942-8298-BC932B9ED594}"/>
              </a:ext>
            </a:extLst>
          </p:cNvPr>
          <p:cNvSpPr/>
          <p:nvPr userDrawn="1"/>
        </p:nvSpPr>
        <p:spPr>
          <a:xfrm>
            <a:off x="8104863" y="3476677"/>
            <a:ext cx="3727530" cy="2615400"/>
          </a:xfrm>
          <a:prstGeom prst="roundRect">
            <a:avLst/>
          </a:prstGeom>
          <a:solidFill>
            <a:schemeClr val="bg1"/>
          </a:solidFill>
          <a:ln w="38100">
            <a:noFill/>
          </a:ln>
          <a:effectLst>
            <a:outerShdw blurRad="254000" dist="127000" dir="13500000" algn="b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pic>
        <p:nvPicPr>
          <p:cNvPr id="39" name="Imagen 38">
            <a:extLst>
              <a:ext uri="{FF2B5EF4-FFF2-40B4-BE49-F238E27FC236}">
                <a16:creationId xmlns:a16="http://schemas.microsoft.com/office/drawing/2014/main" id="{33915F58-210D-5946-AF11-CD176576EDB7}"/>
              </a:ext>
            </a:extLst>
          </p:cNvPr>
          <p:cNvPicPr>
            <a:picLocks noChangeAspect="1"/>
          </p:cNvPicPr>
          <p:nvPr userDrawn="1"/>
        </p:nvPicPr>
        <p:blipFill>
          <a:blip r:embed="rId2"/>
          <a:stretch>
            <a:fillRect/>
          </a:stretch>
        </p:blipFill>
        <p:spPr>
          <a:xfrm>
            <a:off x="8801113" y="3224649"/>
            <a:ext cx="498490" cy="510141"/>
          </a:xfrm>
          <a:prstGeom prst="rect">
            <a:avLst/>
          </a:prstGeom>
        </p:spPr>
      </p:pic>
      <p:pic>
        <p:nvPicPr>
          <p:cNvPr id="40" name="Imagen 39">
            <a:extLst>
              <a:ext uri="{FF2B5EF4-FFF2-40B4-BE49-F238E27FC236}">
                <a16:creationId xmlns:a16="http://schemas.microsoft.com/office/drawing/2014/main" id="{32F8C373-1F9B-9446-A0D5-0E402D3B39A6}"/>
              </a:ext>
            </a:extLst>
          </p:cNvPr>
          <p:cNvPicPr>
            <a:picLocks noChangeAspect="1"/>
          </p:cNvPicPr>
          <p:nvPr userDrawn="1"/>
        </p:nvPicPr>
        <p:blipFill>
          <a:blip r:embed="rId3"/>
          <a:stretch>
            <a:fillRect/>
          </a:stretch>
        </p:blipFill>
        <p:spPr>
          <a:xfrm>
            <a:off x="10581366" y="3224649"/>
            <a:ext cx="498490" cy="502352"/>
          </a:xfrm>
          <a:prstGeom prst="rect">
            <a:avLst/>
          </a:prstGeom>
        </p:spPr>
      </p:pic>
      <p:sp>
        <p:nvSpPr>
          <p:cNvPr id="41" name="CuadroTexto 40">
            <a:extLst>
              <a:ext uri="{FF2B5EF4-FFF2-40B4-BE49-F238E27FC236}">
                <a16:creationId xmlns:a16="http://schemas.microsoft.com/office/drawing/2014/main" id="{8B0878E4-7EA4-394C-9A7F-CCD1D6A4E1FF}"/>
              </a:ext>
            </a:extLst>
          </p:cNvPr>
          <p:cNvSpPr txBox="1"/>
          <p:nvPr userDrawn="1"/>
        </p:nvSpPr>
        <p:spPr>
          <a:xfrm>
            <a:off x="8261209" y="3774633"/>
            <a:ext cx="1572383" cy="2285241"/>
          </a:xfrm>
          <a:prstGeom prst="rect">
            <a:avLst/>
          </a:prstGeom>
          <a:noFill/>
        </p:spPr>
        <p:txBody>
          <a:bodyPr wrap="square" rtlCol="0">
            <a:spAutoFit/>
          </a:bodyPr>
          <a:lstStyle/>
          <a:p>
            <a:pPr algn="just">
              <a:buClr>
                <a:schemeClr val="accent1"/>
              </a:buClr>
            </a:pPr>
            <a:r>
              <a:rPr lang="es-ES_tradnl" sz="750">
                <a:latin typeface="Century Gothic" panose="020B0502020202020204" pitchFamily="34" charset="0"/>
              </a:rPr>
              <a:t>Hago lo correcto y cumplo con las políticas organizacionales y la ley aunque nadie me esté viendo</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Me esfuerzo en ver lo positivo en el otro y construyo confianza porque “somos personas buenas”</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Me comunico de manera abierta, franca, transparente y respetuosa</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Demuestro pasión por el cuidado de nuestros colaboradores, los negocios y la reputación de CMI</a:t>
            </a:r>
          </a:p>
        </p:txBody>
      </p:sp>
      <p:sp>
        <p:nvSpPr>
          <p:cNvPr id="42" name="CuadroTexto 41">
            <a:extLst>
              <a:ext uri="{FF2B5EF4-FFF2-40B4-BE49-F238E27FC236}">
                <a16:creationId xmlns:a16="http://schemas.microsoft.com/office/drawing/2014/main" id="{F391655C-7C49-0148-9882-CCB9C28074CA}"/>
              </a:ext>
            </a:extLst>
          </p:cNvPr>
          <p:cNvSpPr txBox="1"/>
          <p:nvPr userDrawn="1"/>
        </p:nvSpPr>
        <p:spPr>
          <a:xfrm>
            <a:off x="10044420" y="3774633"/>
            <a:ext cx="1661787" cy="1708160"/>
          </a:xfrm>
          <a:prstGeom prst="rect">
            <a:avLst/>
          </a:prstGeom>
          <a:noFill/>
        </p:spPr>
        <p:txBody>
          <a:bodyPr wrap="square" rtlCol="0">
            <a:spAutoFit/>
          </a:bodyPr>
          <a:lstStyle/>
          <a:p>
            <a:pPr algn="just">
              <a:buClr>
                <a:schemeClr val="accent1"/>
              </a:buClr>
            </a:pPr>
            <a:r>
              <a:rPr lang="es-ES_tradnl" sz="750">
                <a:latin typeface="Century Gothic" panose="020B0502020202020204" pitchFamily="34" charset="0"/>
              </a:rPr>
              <a:t>Actuar deshonestamente: “las cuentas claras y el chocolate espeso”</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Actuar pensando que el fin justifica los medios</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No actuar cuando veo algo incorrecto a mi alrededor</a:t>
            </a:r>
          </a:p>
          <a:p>
            <a:pPr algn="just">
              <a:buClr>
                <a:schemeClr val="accent1"/>
              </a:buClr>
            </a:pPr>
            <a:endParaRPr lang="es-ES_tradnl" sz="750">
              <a:latin typeface="Century Gothic" panose="020B0502020202020204" pitchFamily="34" charset="0"/>
            </a:endParaRPr>
          </a:p>
          <a:p>
            <a:pPr algn="just">
              <a:buClr>
                <a:schemeClr val="accent1"/>
              </a:buClr>
            </a:pPr>
            <a:r>
              <a:rPr lang="es-ES_tradnl" sz="750">
                <a:latin typeface="Century Gothic" panose="020B0502020202020204" pitchFamily="34" charset="0"/>
              </a:rPr>
              <a:t>Anteponer el interés personal por encima del de mis compañeros y de la corporación</a:t>
            </a:r>
          </a:p>
        </p:txBody>
      </p:sp>
      <p:cxnSp>
        <p:nvCxnSpPr>
          <p:cNvPr id="43" name="Conector recto 42">
            <a:extLst>
              <a:ext uri="{FF2B5EF4-FFF2-40B4-BE49-F238E27FC236}">
                <a16:creationId xmlns:a16="http://schemas.microsoft.com/office/drawing/2014/main" id="{B887AE66-5D35-6042-B49E-01284CC3DDCE}"/>
              </a:ext>
            </a:extLst>
          </p:cNvPr>
          <p:cNvCxnSpPr>
            <a:cxnSpLocks/>
          </p:cNvCxnSpPr>
          <p:nvPr userDrawn="1"/>
        </p:nvCxnSpPr>
        <p:spPr>
          <a:xfrm>
            <a:off x="9977479" y="3656697"/>
            <a:ext cx="0" cy="2318539"/>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8" name="Rectángulo redondeado 47">
            <a:extLst>
              <a:ext uri="{FF2B5EF4-FFF2-40B4-BE49-F238E27FC236}">
                <a16:creationId xmlns:a16="http://schemas.microsoft.com/office/drawing/2014/main" id="{5C2D82D2-181E-B34D-83B5-75923A98C7E0}"/>
              </a:ext>
            </a:extLst>
          </p:cNvPr>
          <p:cNvSpPr/>
          <p:nvPr userDrawn="1"/>
        </p:nvSpPr>
        <p:spPr>
          <a:xfrm>
            <a:off x="4408493" y="5459169"/>
            <a:ext cx="3375013" cy="633562"/>
          </a:xfrm>
          <a:prstGeom prst="roundRect">
            <a:avLst/>
          </a:prstGeom>
          <a:solidFill>
            <a:schemeClr val="bg1"/>
          </a:solidFill>
          <a:ln w="38100">
            <a:noFill/>
          </a:ln>
          <a:effectLst>
            <a:outerShdw blurRad="254000" dist="127000" dir="16200000"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49" name="CuadroTexto 48">
            <a:extLst>
              <a:ext uri="{FF2B5EF4-FFF2-40B4-BE49-F238E27FC236}">
                <a16:creationId xmlns:a16="http://schemas.microsoft.com/office/drawing/2014/main" id="{362A4BBA-AE1A-0E40-BAFC-114325FB989D}"/>
              </a:ext>
            </a:extLst>
          </p:cNvPr>
          <p:cNvSpPr txBox="1"/>
          <p:nvPr userDrawn="1"/>
        </p:nvSpPr>
        <p:spPr>
          <a:xfrm>
            <a:off x="4419593" y="5569873"/>
            <a:ext cx="3363913" cy="208455"/>
          </a:xfrm>
          <a:prstGeom prst="rect">
            <a:avLst/>
          </a:prstGeom>
          <a:noFill/>
        </p:spPr>
        <p:txBody>
          <a:bodyPr wrap="square" rtlCol="0">
            <a:spAutoFit/>
          </a:bodyPr>
          <a:lstStyle/>
          <a:p>
            <a:pPr algn="ctr">
              <a:lnSpc>
                <a:spcPts val="790"/>
              </a:lnSpc>
              <a:buClr>
                <a:schemeClr val="accent1"/>
              </a:buClr>
            </a:pPr>
            <a:r>
              <a:rPr lang="es-ES_tradnl" sz="1400" b="1">
                <a:solidFill>
                  <a:schemeClr val="tx2"/>
                </a:solidFill>
                <a:latin typeface="Century Gothic" panose="020B0502020202020204" pitchFamily="34" charset="0"/>
              </a:rPr>
              <a:t>COMPORTAMIENTOS</a:t>
            </a:r>
          </a:p>
        </p:txBody>
      </p:sp>
      <p:sp>
        <p:nvSpPr>
          <p:cNvPr id="50" name="CuadroTexto 49">
            <a:extLst>
              <a:ext uri="{FF2B5EF4-FFF2-40B4-BE49-F238E27FC236}">
                <a16:creationId xmlns:a16="http://schemas.microsoft.com/office/drawing/2014/main" id="{E83F4FA5-F98F-F54A-A351-E52319F516BC}"/>
              </a:ext>
            </a:extLst>
          </p:cNvPr>
          <p:cNvSpPr txBox="1"/>
          <p:nvPr userDrawn="1"/>
        </p:nvSpPr>
        <p:spPr>
          <a:xfrm>
            <a:off x="4848640" y="5848580"/>
            <a:ext cx="1200142" cy="197683"/>
          </a:xfrm>
          <a:prstGeom prst="rect">
            <a:avLst/>
          </a:prstGeom>
          <a:noFill/>
        </p:spPr>
        <p:txBody>
          <a:bodyPr wrap="square" rtlCol="0">
            <a:spAutoFit/>
          </a:bodyPr>
          <a:lstStyle/>
          <a:p>
            <a:pPr algn="ctr">
              <a:lnSpc>
                <a:spcPts val="790"/>
              </a:lnSpc>
              <a:buClr>
                <a:schemeClr val="accent1"/>
              </a:buClr>
            </a:pPr>
            <a:r>
              <a:rPr lang="es-ES_tradnl" sz="1000">
                <a:solidFill>
                  <a:schemeClr val="tx2"/>
                </a:solidFill>
                <a:latin typeface="Century Gothic" panose="020B0502020202020204" pitchFamily="34" charset="0"/>
              </a:rPr>
              <a:t>ESPERADOS</a:t>
            </a:r>
          </a:p>
        </p:txBody>
      </p:sp>
      <p:sp>
        <p:nvSpPr>
          <p:cNvPr id="51" name="CuadroTexto 50">
            <a:extLst>
              <a:ext uri="{FF2B5EF4-FFF2-40B4-BE49-F238E27FC236}">
                <a16:creationId xmlns:a16="http://schemas.microsoft.com/office/drawing/2014/main" id="{AEFABFFC-70E7-4E4B-A5EB-BF661D085810}"/>
              </a:ext>
            </a:extLst>
          </p:cNvPr>
          <p:cNvSpPr txBox="1"/>
          <p:nvPr userDrawn="1"/>
        </p:nvSpPr>
        <p:spPr>
          <a:xfrm>
            <a:off x="6203352" y="5848580"/>
            <a:ext cx="1225549" cy="300275"/>
          </a:xfrm>
          <a:prstGeom prst="rect">
            <a:avLst/>
          </a:prstGeom>
          <a:noFill/>
        </p:spPr>
        <p:txBody>
          <a:bodyPr wrap="square" rtlCol="0">
            <a:spAutoFit/>
          </a:bodyPr>
          <a:lstStyle/>
          <a:p>
            <a:pPr algn="ctr">
              <a:lnSpc>
                <a:spcPts val="790"/>
              </a:lnSpc>
              <a:buClr>
                <a:schemeClr val="accent1"/>
              </a:buClr>
            </a:pPr>
            <a:r>
              <a:rPr lang="es-ES_tradnl" sz="1000">
                <a:solidFill>
                  <a:schemeClr val="tx2"/>
                </a:solidFill>
                <a:latin typeface="Century Gothic" panose="020B0502020202020204" pitchFamily="34" charset="0"/>
              </a:rPr>
              <a:t>NO SE TOLERARÁN</a:t>
            </a:r>
          </a:p>
        </p:txBody>
      </p:sp>
      <p:pic>
        <p:nvPicPr>
          <p:cNvPr id="52" name="Imagen 51">
            <a:extLst>
              <a:ext uri="{FF2B5EF4-FFF2-40B4-BE49-F238E27FC236}">
                <a16:creationId xmlns:a16="http://schemas.microsoft.com/office/drawing/2014/main" id="{67A8F969-1F05-794B-97BF-9BCDAE1ABF4F}"/>
              </a:ext>
            </a:extLst>
          </p:cNvPr>
          <p:cNvPicPr>
            <a:picLocks noChangeAspect="1"/>
          </p:cNvPicPr>
          <p:nvPr userDrawn="1"/>
        </p:nvPicPr>
        <p:blipFill>
          <a:blip r:embed="rId2"/>
          <a:stretch>
            <a:fillRect/>
          </a:stretch>
        </p:blipFill>
        <p:spPr>
          <a:xfrm>
            <a:off x="4738314" y="5736455"/>
            <a:ext cx="293814" cy="300680"/>
          </a:xfrm>
          <a:prstGeom prst="rect">
            <a:avLst/>
          </a:prstGeom>
        </p:spPr>
      </p:pic>
      <p:pic>
        <p:nvPicPr>
          <p:cNvPr id="53" name="Imagen 52">
            <a:extLst>
              <a:ext uri="{FF2B5EF4-FFF2-40B4-BE49-F238E27FC236}">
                <a16:creationId xmlns:a16="http://schemas.microsoft.com/office/drawing/2014/main" id="{1B9F9E78-23FC-F143-B3C9-5848E6B4C1D4}"/>
              </a:ext>
            </a:extLst>
          </p:cNvPr>
          <p:cNvPicPr>
            <a:picLocks noChangeAspect="1"/>
          </p:cNvPicPr>
          <p:nvPr userDrawn="1"/>
        </p:nvPicPr>
        <p:blipFill>
          <a:blip r:embed="rId3"/>
          <a:stretch>
            <a:fillRect/>
          </a:stretch>
        </p:blipFill>
        <p:spPr>
          <a:xfrm>
            <a:off x="5901317" y="5733256"/>
            <a:ext cx="293814" cy="296090"/>
          </a:xfrm>
          <a:prstGeom prst="rect">
            <a:avLst/>
          </a:prstGeom>
        </p:spPr>
      </p:pic>
      <p:grpSp>
        <p:nvGrpSpPr>
          <p:cNvPr id="7" name="Grupo 6">
            <a:extLst>
              <a:ext uri="{FF2B5EF4-FFF2-40B4-BE49-F238E27FC236}">
                <a16:creationId xmlns:a16="http://schemas.microsoft.com/office/drawing/2014/main" id="{6A5623A5-F891-934E-A199-1F0EDE7B2C89}"/>
              </a:ext>
            </a:extLst>
          </p:cNvPr>
          <p:cNvGrpSpPr/>
          <p:nvPr userDrawn="1"/>
        </p:nvGrpSpPr>
        <p:grpSpPr>
          <a:xfrm>
            <a:off x="3793317" y="382056"/>
            <a:ext cx="4605366" cy="4946849"/>
            <a:chOff x="8311059" y="2246551"/>
            <a:chExt cx="7760294" cy="8336253"/>
          </a:xfrm>
        </p:grpSpPr>
        <p:pic>
          <p:nvPicPr>
            <p:cNvPr id="8" name="Gráfico 7">
              <a:extLst>
                <a:ext uri="{FF2B5EF4-FFF2-40B4-BE49-F238E27FC236}">
                  <a16:creationId xmlns:a16="http://schemas.microsoft.com/office/drawing/2014/main" id="{4BE7A464-583D-9042-8051-AA3FAE5FA04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311059" y="2246551"/>
              <a:ext cx="7760294" cy="8336253"/>
            </a:xfrm>
            <a:prstGeom prst="rect">
              <a:avLst/>
            </a:prstGeom>
          </p:spPr>
        </p:pic>
        <p:sp>
          <p:nvSpPr>
            <p:cNvPr id="9" name="CuadroTexto 8">
              <a:extLst>
                <a:ext uri="{FF2B5EF4-FFF2-40B4-BE49-F238E27FC236}">
                  <a16:creationId xmlns:a16="http://schemas.microsoft.com/office/drawing/2014/main" id="{CC98C5D9-D3EF-EF42-ADF2-D475D51A60D5}"/>
                </a:ext>
              </a:extLst>
            </p:cNvPr>
            <p:cNvSpPr txBox="1"/>
            <p:nvPr/>
          </p:nvSpPr>
          <p:spPr>
            <a:xfrm>
              <a:off x="9526910" y="4902510"/>
              <a:ext cx="1656185" cy="985442"/>
            </a:xfrm>
            <a:prstGeom prst="rect">
              <a:avLst/>
            </a:prstGeom>
            <a:noFill/>
          </p:spPr>
          <p:txBody>
            <a:bodyPr wrap="square" rtlCol="0">
              <a:spAutoFit/>
            </a:bodyPr>
            <a:lstStyle/>
            <a:p>
              <a:pPr algn="ctr">
                <a:lnSpc>
                  <a:spcPct val="100000"/>
                </a:lnSpc>
              </a:pPr>
              <a:r>
                <a:rPr lang="es-ES_tradnl" sz="800" b="1">
                  <a:solidFill>
                    <a:schemeClr val="tx2">
                      <a:lumMod val="75000"/>
                    </a:schemeClr>
                  </a:solidFill>
                  <a:latin typeface="Century Gothic" panose="020B0502020202020204" pitchFamily="34" charset="0"/>
                </a:rPr>
                <a:t>Ciudadano responsable, íntegro y transparente</a:t>
              </a:r>
            </a:p>
          </p:txBody>
        </p:sp>
        <p:pic>
          <p:nvPicPr>
            <p:cNvPr id="10" name="Imagen 9">
              <a:extLst>
                <a:ext uri="{FF2B5EF4-FFF2-40B4-BE49-F238E27FC236}">
                  <a16:creationId xmlns:a16="http://schemas.microsoft.com/office/drawing/2014/main" id="{9DE5C3D1-4DBF-A942-B7BE-A4ADDBA4DFFE}"/>
                </a:ext>
              </a:extLst>
            </p:cNvPr>
            <p:cNvPicPr>
              <a:picLocks noChangeAspect="1"/>
            </p:cNvPicPr>
            <p:nvPr/>
          </p:nvPicPr>
          <p:blipFill>
            <a:blip r:embed="rId5"/>
            <a:stretch>
              <a:fillRect/>
            </a:stretch>
          </p:blipFill>
          <p:spPr>
            <a:xfrm>
              <a:off x="10884644" y="4254438"/>
              <a:ext cx="596900" cy="698500"/>
            </a:xfrm>
            <a:prstGeom prst="rect">
              <a:avLst/>
            </a:prstGeom>
          </p:spPr>
        </p:pic>
        <p:sp>
          <p:nvSpPr>
            <p:cNvPr id="11" name="CuadroTexto 10">
              <a:extLst>
                <a:ext uri="{FF2B5EF4-FFF2-40B4-BE49-F238E27FC236}">
                  <a16:creationId xmlns:a16="http://schemas.microsoft.com/office/drawing/2014/main" id="{84C4586D-A64C-DD49-8918-0E4FD5BBDBEB}"/>
                </a:ext>
              </a:extLst>
            </p:cNvPr>
            <p:cNvSpPr txBox="1"/>
            <p:nvPr/>
          </p:nvSpPr>
          <p:spPr>
            <a:xfrm>
              <a:off x="11934533" y="4106662"/>
              <a:ext cx="1323755" cy="985442"/>
            </a:xfrm>
            <a:prstGeom prst="rect">
              <a:avLst/>
            </a:prstGeom>
            <a:noFill/>
          </p:spPr>
          <p:txBody>
            <a:bodyPr wrap="square" rtlCol="0">
              <a:spAutoFit/>
            </a:bodyPr>
            <a:lstStyle/>
            <a:p>
              <a:pPr algn="ctr">
                <a:lnSpc>
                  <a:spcPct val="100000"/>
                </a:lnSpc>
              </a:pPr>
              <a:r>
                <a:rPr lang="es-ES_tradnl" sz="800" b="1">
                  <a:solidFill>
                    <a:schemeClr val="tx2">
                      <a:lumMod val="75000"/>
                    </a:schemeClr>
                  </a:solidFill>
                  <a:latin typeface="Century Gothic" panose="020B0502020202020204" pitchFamily="34" charset="0"/>
                </a:rPr>
                <a:t>Desarrollo Sostenible con impacto</a:t>
              </a:r>
            </a:p>
          </p:txBody>
        </p:sp>
        <p:sp>
          <p:nvSpPr>
            <p:cNvPr id="12" name="CuadroTexto 11">
              <a:extLst>
                <a:ext uri="{FF2B5EF4-FFF2-40B4-BE49-F238E27FC236}">
                  <a16:creationId xmlns:a16="http://schemas.microsoft.com/office/drawing/2014/main" id="{D9E44B2B-F7ED-704C-89A1-25C7A5B05FD1}"/>
                </a:ext>
              </a:extLst>
            </p:cNvPr>
            <p:cNvSpPr txBox="1"/>
            <p:nvPr/>
          </p:nvSpPr>
          <p:spPr>
            <a:xfrm>
              <a:off x="13681811" y="5478575"/>
              <a:ext cx="1421684" cy="1192904"/>
            </a:xfrm>
            <a:prstGeom prst="rect">
              <a:avLst/>
            </a:prstGeom>
            <a:noFill/>
          </p:spPr>
          <p:txBody>
            <a:bodyPr wrap="square" rtlCol="0">
              <a:spAutoFit/>
            </a:bodyPr>
            <a:lstStyle/>
            <a:p>
              <a:pPr algn="ctr">
                <a:lnSpc>
                  <a:spcPct val="100000"/>
                </a:lnSpc>
              </a:pPr>
              <a:r>
                <a:rPr lang="es-ES_tradnl" sz="800" b="1">
                  <a:solidFill>
                    <a:schemeClr val="tx2">
                      <a:lumMod val="75000"/>
                    </a:schemeClr>
                  </a:solidFill>
                  <a:latin typeface="Century Gothic" panose="020B0502020202020204" pitchFamily="34" charset="0"/>
                </a:rPr>
                <a:t>Solidez y tradición de confianza con sabor local</a:t>
              </a:r>
            </a:p>
          </p:txBody>
        </p:sp>
        <p:sp>
          <p:nvSpPr>
            <p:cNvPr id="13" name="CuadroTexto 12">
              <a:extLst>
                <a:ext uri="{FF2B5EF4-FFF2-40B4-BE49-F238E27FC236}">
                  <a16:creationId xmlns:a16="http://schemas.microsoft.com/office/drawing/2014/main" id="{806C4FEE-2D36-3341-B2F6-9341769F275C}"/>
                </a:ext>
              </a:extLst>
            </p:cNvPr>
            <p:cNvSpPr txBox="1"/>
            <p:nvPr/>
          </p:nvSpPr>
          <p:spPr>
            <a:xfrm>
              <a:off x="13425347" y="7723242"/>
              <a:ext cx="1323755" cy="777981"/>
            </a:xfrm>
            <a:prstGeom prst="rect">
              <a:avLst/>
            </a:prstGeom>
            <a:noFill/>
          </p:spPr>
          <p:txBody>
            <a:bodyPr wrap="square" rtlCol="0">
              <a:spAutoFit/>
            </a:bodyPr>
            <a:lstStyle/>
            <a:p>
              <a:pPr algn="ctr">
                <a:lnSpc>
                  <a:spcPct val="100000"/>
                </a:lnSpc>
              </a:pPr>
              <a:r>
                <a:rPr lang="es-ES_tradnl" sz="800" b="1">
                  <a:solidFill>
                    <a:schemeClr val="tx2">
                      <a:lumMod val="75000"/>
                    </a:schemeClr>
                  </a:solidFill>
                  <a:latin typeface="Century Gothic" panose="020B0502020202020204" pitchFamily="34" charset="0"/>
                </a:rPr>
                <a:t>Calidez de empresa familiar</a:t>
              </a:r>
            </a:p>
          </p:txBody>
        </p:sp>
        <p:sp>
          <p:nvSpPr>
            <p:cNvPr id="14" name="CuadroTexto 13">
              <a:extLst>
                <a:ext uri="{FF2B5EF4-FFF2-40B4-BE49-F238E27FC236}">
                  <a16:creationId xmlns:a16="http://schemas.microsoft.com/office/drawing/2014/main" id="{8E15DA2E-23B5-4841-88EF-29406D8468F4}"/>
                </a:ext>
              </a:extLst>
            </p:cNvPr>
            <p:cNvSpPr txBox="1"/>
            <p:nvPr/>
          </p:nvSpPr>
          <p:spPr>
            <a:xfrm>
              <a:off x="11168962" y="8340489"/>
              <a:ext cx="1323755" cy="1400366"/>
            </a:xfrm>
            <a:prstGeom prst="rect">
              <a:avLst/>
            </a:prstGeom>
            <a:noFill/>
          </p:spPr>
          <p:txBody>
            <a:bodyPr wrap="square" rtlCol="0">
              <a:spAutoFit/>
            </a:bodyPr>
            <a:lstStyle/>
            <a:p>
              <a:pPr algn="ctr">
                <a:lnSpc>
                  <a:spcPct val="100000"/>
                </a:lnSpc>
              </a:pPr>
              <a:r>
                <a:rPr lang="es-ES_tradnl" sz="800" b="1">
                  <a:solidFill>
                    <a:schemeClr val="tx2">
                      <a:lumMod val="75000"/>
                    </a:schemeClr>
                  </a:solidFill>
                  <a:latin typeface="Century Gothic" panose="020B0502020202020204" pitchFamily="34" charset="0"/>
                </a:rPr>
                <a:t>Pasión por el cliente con calidad de productos y soluciones</a:t>
              </a:r>
            </a:p>
          </p:txBody>
        </p:sp>
        <p:sp>
          <p:nvSpPr>
            <p:cNvPr id="15" name="CuadroTexto 14">
              <a:extLst>
                <a:ext uri="{FF2B5EF4-FFF2-40B4-BE49-F238E27FC236}">
                  <a16:creationId xmlns:a16="http://schemas.microsoft.com/office/drawing/2014/main" id="{D3B7CA38-4C82-0748-BB37-10157C898CF1}"/>
                </a:ext>
              </a:extLst>
            </p:cNvPr>
            <p:cNvSpPr txBox="1"/>
            <p:nvPr/>
          </p:nvSpPr>
          <p:spPr>
            <a:xfrm>
              <a:off x="9382894" y="7151523"/>
              <a:ext cx="1323755" cy="985442"/>
            </a:xfrm>
            <a:prstGeom prst="rect">
              <a:avLst/>
            </a:prstGeom>
            <a:noFill/>
          </p:spPr>
          <p:txBody>
            <a:bodyPr wrap="square" rtlCol="0">
              <a:spAutoFit/>
            </a:bodyPr>
            <a:lstStyle/>
            <a:p>
              <a:pPr algn="ctr">
                <a:lnSpc>
                  <a:spcPct val="100000"/>
                </a:lnSpc>
              </a:pPr>
              <a:r>
                <a:rPr lang="es-ES_tradnl" sz="800" b="1">
                  <a:solidFill>
                    <a:schemeClr val="tx2">
                      <a:lumMod val="75000"/>
                    </a:schemeClr>
                  </a:solidFill>
                  <a:latin typeface="Century Gothic" panose="020B0502020202020204" pitchFamily="34" charset="0"/>
                </a:rPr>
                <a:t>La oportunidad de crecer juntos</a:t>
              </a:r>
            </a:p>
          </p:txBody>
        </p:sp>
        <p:pic>
          <p:nvPicPr>
            <p:cNvPr id="16" name="Imagen 15">
              <a:extLst>
                <a:ext uri="{FF2B5EF4-FFF2-40B4-BE49-F238E27FC236}">
                  <a16:creationId xmlns:a16="http://schemas.microsoft.com/office/drawing/2014/main" id="{7FD93986-B4EF-5843-BB4C-EBDBB3295DC3}"/>
                </a:ext>
              </a:extLst>
            </p:cNvPr>
            <p:cNvPicPr>
              <a:picLocks noChangeAspect="1"/>
            </p:cNvPicPr>
            <p:nvPr/>
          </p:nvPicPr>
          <p:blipFill>
            <a:blip r:embed="rId6"/>
            <a:stretch>
              <a:fillRect/>
            </a:stretch>
          </p:blipFill>
          <p:spPr>
            <a:xfrm>
              <a:off x="13109698" y="4406440"/>
              <a:ext cx="736600" cy="736600"/>
            </a:xfrm>
            <a:prstGeom prst="rect">
              <a:avLst/>
            </a:prstGeom>
          </p:spPr>
        </p:pic>
        <p:pic>
          <p:nvPicPr>
            <p:cNvPr id="17" name="Imagen 16">
              <a:extLst>
                <a:ext uri="{FF2B5EF4-FFF2-40B4-BE49-F238E27FC236}">
                  <a16:creationId xmlns:a16="http://schemas.microsoft.com/office/drawing/2014/main" id="{906B758D-2AE0-ED4B-9C55-ABD6FF2062DF}"/>
                </a:ext>
              </a:extLst>
            </p:cNvPr>
            <p:cNvPicPr>
              <a:picLocks noChangeAspect="1"/>
            </p:cNvPicPr>
            <p:nvPr/>
          </p:nvPicPr>
          <p:blipFill>
            <a:blip r:embed="rId7"/>
            <a:stretch>
              <a:fillRect/>
            </a:stretch>
          </p:blipFill>
          <p:spPr>
            <a:xfrm rot="20601069">
              <a:off x="14168261" y="6505998"/>
              <a:ext cx="536864" cy="644237"/>
            </a:xfrm>
            <a:prstGeom prst="rect">
              <a:avLst/>
            </a:prstGeom>
          </p:spPr>
        </p:pic>
        <p:pic>
          <p:nvPicPr>
            <p:cNvPr id="18" name="Imagen 17">
              <a:extLst>
                <a:ext uri="{FF2B5EF4-FFF2-40B4-BE49-F238E27FC236}">
                  <a16:creationId xmlns:a16="http://schemas.microsoft.com/office/drawing/2014/main" id="{71593283-D6FD-8C48-B0B8-CC34F3707FAF}"/>
                </a:ext>
              </a:extLst>
            </p:cNvPr>
            <p:cNvPicPr>
              <a:picLocks noChangeAspect="1"/>
            </p:cNvPicPr>
            <p:nvPr/>
          </p:nvPicPr>
          <p:blipFill>
            <a:blip r:embed="rId8"/>
            <a:stretch>
              <a:fillRect/>
            </a:stretch>
          </p:blipFill>
          <p:spPr>
            <a:xfrm>
              <a:off x="12911286" y="8444669"/>
              <a:ext cx="720080" cy="600066"/>
            </a:xfrm>
            <a:prstGeom prst="rect">
              <a:avLst/>
            </a:prstGeom>
          </p:spPr>
        </p:pic>
        <p:pic>
          <p:nvPicPr>
            <p:cNvPr id="19" name="Imagen 18">
              <a:extLst>
                <a:ext uri="{FF2B5EF4-FFF2-40B4-BE49-F238E27FC236}">
                  <a16:creationId xmlns:a16="http://schemas.microsoft.com/office/drawing/2014/main" id="{D66FD780-D285-9042-A5B7-B33DA8F128AC}"/>
                </a:ext>
              </a:extLst>
            </p:cNvPr>
            <p:cNvPicPr>
              <a:picLocks noChangeAspect="1"/>
            </p:cNvPicPr>
            <p:nvPr/>
          </p:nvPicPr>
          <p:blipFill>
            <a:blip r:embed="rId9"/>
            <a:stretch>
              <a:fillRect/>
            </a:stretch>
          </p:blipFill>
          <p:spPr>
            <a:xfrm>
              <a:off x="10518727" y="8328754"/>
              <a:ext cx="571779" cy="537472"/>
            </a:xfrm>
            <a:prstGeom prst="rect">
              <a:avLst/>
            </a:prstGeom>
          </p:spPr>
        </p:pic>
        <p:pic>
          <p:nvPicPr>
            <p:cNvPr id="20" name="Imagen 19">
              <a:extLst>
                <a:ext uri="{FF2B5EF4-FFF2-40B4-BE49-F238E27FC236}">
                  <a16:creationId xmlns:a16="http://schemas.microsoft.com/office/drawing/2014/main" id="{B96482A9-E565-CE45-8EC1-877A7C6CB513}"/>
                </a:ext>
              </a:extLst>
            </p:cNvPr>
            <p:cNvPicPr>
              <a:picLocks noChangeAspect="1"/>
            </p:cNvPicPr>
            <p:nvPr/>
          </p:nvPicPr>
          <p:blipFill>
            <a:blip r:embed="rId10"/>
            <a:stretch>
              <a:fillRect/>
            </a:stretch>
          </p:blipFill>
          <p:spPr>
            <a:xfrm>
              <a:off x="9469317" y="6340348"/>
              <a:ext cx="852372" cy="555478"/>
            </a:xfrm>
            <a:prstGeom prst="rect">
              <a:avLst/>
            </a:prstGeom>
          </p:spPr>
        </p:pic>
      </p:grpSp>
      <p:grpSp>
        <p:nvGrpSpPr>
          <p:cNvPr id="54" name="Grupo 53">
            <a:extLst>
              <a:ext uri="{FF2B5EF4-FFF2-40B4-BE49-F238E27FC236}">
                <a16:creationId xmlns:a16="http://schemas.microsoft.com/office/drawing/2014/main" id="{47DFC181-2318-4145-A5BC-320E6CB30ECC}"/>
              </a:ext>
            </a:extLst>
          </p:cNvPr>
          <p:cNvGrpSpPr/>
          <p:nvPr userDrawn="1"/>
        </p:nvGrpSpPr>
        <p:grpSpPr>
          <a:xfrm>
            <a:off x="5837304" y="3252778"/>
            <a:ext cx="514135" cy="514102"/>
            <a:chOff x="484021" y="1418770"/>
            <a:chExt cx="1506119" cy="1506119"/>
          </a:xfrm>
        </p:grpSpPr>
        <p:sp>
          <p:nvSpPr>
            <p:cNvPr id="55" name="Elipse 54">
              <a:extLst>
                <a:ext uri="{FF2B5EF4-FFF2-40B4-BE49-F238E27FC236}">
                  <a16:creationId xmlns:a16="http://schemas.microsoft.com/office/drawing/2014/main" id="{47F7AB9A-5515-8546-824C-79B531F3245E}"/>
                </a:ext>
              </a:extLst>
            </p:cNvPr>
            <p:cNvSpPr/>
            <p:nvPr/>
          </p:nvSpPr>
          <p:spPr>
            <a:xfrm>
              <a:off x="484021" y="1418770"/>
              <a:ext cx="1506119" cy="1506119"/>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pic>
          <p:nvPicPr>
            <p:cNvPr id="56" name="Imagen 55">
              <a:extLst>
                <a:ext uri="{FF2B5EF4-FFF2-40B4-BE49-F238E27FC236}">
                  <a16:creationId xmlns:a16="http://schemas.microsoft.com/office/drawing/2014/main" id="{86B49C32-1EDE-9C46-B0A5-C23C90699FFB}"/>
                </a:ext>
              </a:extLst>
            </p:cNvPr>
            <p:cNvPicPr>
              <a:picLocks noChangeAspect="1"/>
            </p:cNvPicPr>
            <p:nvPr/>
          </p:nvPicPr>
          <p:blipFill>
            <a:blip r:embed="rId11"/>
            <a:srcRect/>
            <a:stretch/>
          </p:blipFill>
          <p:spPr>
            <a:xfrm>
              <a:off x="666625" y="1843741"/>
              <a:ext cx="1140909" cy="619599"/>
            </a:xfrm>
            <a:prstGeom prst="rect">
              <a:avLst/>
            </a:prstGeom>
          </p:spPr>
        </p:pic>
      </p:grpSp>
      <p:pic>
        <p:nvPicPr>
          <p:cNvPr id="58" name="Imagen 57">
            <a:extLst>
              <a:ext uri="{FF2B5EF4-FFF2-40B4-BE49-F238E27FC236}">
                <a16:creationId xmlns:a16="http://schemas.microsoft.com/office/drawing/2014/main" id="{B1E2AE0E-191E-624F-8866-CF5A3D2334B1}"/>
              </a:ext>
            </a:extLst>
          </p:cNvPr>
          <p:cNvPicPr>
            <a:picLocks noChangeAspect="1"/>
          </p:cNvPicPr>
          <p:nvPr/>
        </p:nvPicPr>
        <p:blipFill>
          <a:blip r:embed="rId12"/>
          <a:srcRect/>
          <a:stretch/>
        </p:blipFill>
        <p:spPr>
          <a:xfrm>
            <a:off x="5492447" y="2442519"/>
            <a:ext cx="1204590" cy="341599"/>
          </a:xfrm>
          <a:prstGeom prst="rect">
            <a:avLst/>
          </a:prstGeom>
        </p:spPr>
      </p:pic>
      <p:sp>
        <p:nvSpPr>
          <p:cNvPr id="59" name="CuadroTexto 58">
            <a:extLst>
              <a:ext uri="{FF2B5EF4-FFF2-40B4-BE49-F238E27FC236}">
                <a16:creationId xmlns:a16="http://schemas.microsoft.com/office/drawing/2014/main" id="{EEE00175-70D3-0546-A18D-65B99246748B}"/>
              </a:ext>
            </a:extLst>
          </p:cNvPr>
          <p:cNvSpPr txBox="1"/>
          <p:nvPr/>
        </p:nvSpPr>
        <p:spPr>
          <a:xfrm>
            <a:off x="5183159" y="2837732"/>
            <a:ext cx="1825461" cy="400110"/>
          </a:xfrm>
          <a:prstGeom prst="rect">
            <a:avLst/>
          </a:prstGeom>
          <a:noFill/>
        </p:spPr>
        <p:txBody>
          <a:bodyPr wrap="square">
            <a:spAutoFit/>
          </a:bodyPr>
          <a:lstStyle>
            <a:defPPr>
              <a:defRPr lang="es-419"/>
            </a:defPPr>
            <a:lvl1pPr marR="0" lvl="0" indent="0" fontAlgn="auto">
              <a:lnSpc>
                <a:spcPct val="100000"/>
              </a:lnSpc>
              <a:spcBef>
                <a:spcPts val="0"/>
              </a:spcBef>
              <a:spcAft>
                <a:spcPts val="0"/>
              </a:spcAft>
              <a:buClrTx/>
              <a:buSzTx/>
              <a:buFontTx/>
              <a:buNone/>
              <a:tabLst/>
              <a:defRPr kumimoji="0" sz="2400" b="1" i="0" u="none" strike="noStrike" kern="0" cap="none" spc="0" normalizeH="0" baseline="0">
                <a:ln w="0"/>
                <a:solidFill>
                  <a:srgbClr val="686A6C"/>
                </a:solidFill>
                <a:effectLst/>
                <a:uLnTx/>
                <a:uFillTx/>
                <a:latin typeface="Century Gothic" panose="020B0502020202020204" pitchFamily="34" charset="0"/>
              </a:defRPr>
            </a:lvl1pPr>
          </a:lstStyle>
          <a:p>
            <a:pPr algn="ctr" defTabSz="342900" eaLnBrk="1" hangingPunct="1">
              <a:defRPr/>
            </a:pPr>
            <a:r>
              <a:rPr lang="es-CO" sz="1000" b="0">
                <a:solidFill>
                  <a:schemeClr val="tx2"/>
                </a:solidFill>
                <a:latin typeface="Century Gothic" panose="020B0502020202020204" pitchFamily="34" charset="0"/>
                <a:ea typeface="+mn-ea"/>
              </a:rPr>
              <a:t>LA FUERZA QUE NOS UNE </a:t>
            </a:r>
            <a:r>
              <a:rPr lang="es-CO" sz="1000">
                <a:solidFill>
                  <a:schemeClr val="tx2"/>
                </a:solidFill>
                <a:latin typeface="Century Gothic" panose="020B0502020202020204" pitchFamily="34" charset="0"/>
                <a:ea typeface="+mn-ea"/>
              </a:rPr>
              <a:t>PARA TRASCENDER</a:t>
            </a:r>
            <a:endParaRPr lang="es-GT" sz="1000">
              <a:solidFill>
                <a:schemeClr val="tx2"/>
              </a:solidFill>
              <a:latin typeface="Century Gothic" panose="020B0502020202020204" pitchFamily="34" charset="0"/>
              <a:ea typeface="+mn-ea"/>
            </a:endParaRPr>
          </a:p>
        </p:txBody>
      </p:sp>
    </p:spTree>
    <p:extLst>
      <p:ext uri="{BB962C8B-B14F-4D97-AF65-F5344CB8AC3E}">
        <p14:creationId xmlns:p14="http://schemas.microsoft.com/office/powerpoint/2010/main" val="41043617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01">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hasCustomPrompt="1"/>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Título de la Agenda</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495" y="1604851"/>
            <a:ext cx="10478131"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 subtítulo de la Agenda</a:t>
            </a:r>
            <a:endParaRPr lang="es-ES_tradnl"/>
          </a:p>
        </p:txBody>
      </p:sp>
      <p:sp>
        <p:nvSpPr>
          <p:cNvPr id="6" name="Line">
            <a:extLst>
              <a:ext uri="{FF2B5EF4-FFF2-40B4-BE49-F238E27FC236}">
                <a16:creationId xmlns:a16="http://schemas.microsoft.com/office/drawing/2014/main" id="{01D30847-3FB2-714E-A811-A47C96F74A79}"/>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solidFill>
                <a:schemeClr val="accent1"/>
              </a:solidFill>
              <a:latin typeface="Century Gothic" panose="020B0502020202020204" pitchFamily="34" charset="0"/>
            </a:endParaRPr>
          </a:p>
        </p:txBody>
      </p:sp>
      <p:sp>
        <p:nvSpPr>
          <p:cNvPr id="7" name="Slide Number Placeholder 5">
            <a:extLst>
              <a:ext uri="{FF2B5EF4-FFF2-40B4-BE49-F238E27FC236}">
                <a16:creationId xmlns:a16="http://schemas.microsoft.com/office/drawing/2014/main" id="{CCBB0AEC-53D9-E241-8CBE-0CDE95C05BAD}"/>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10" name="Rounded Rectangle">
            <a:extLst>
              <a:ext uri="{FF2B5EF4-FFF2-40B4-BE49-F238E27FC236}">
                <a16:creationId xmlns:a16="http://schemas.microsoft.com/office/drawing/2014/main" id="{A85F6016-129A-634C-9BE2-6F19C89B5515}"/>
              </a:ext>
            </a:extLst>
          </p:cNvPr>
          <p:cNvSpPr/>
          <p:nvPr userDrawn="1"/>
        </p:nvSpPr>
        <p:spPr>
          <a:xfrm>
            <a:off x="793363" y="2360011"/>
            <a:ext cx="1400654" cy="657102"/>
          </a:xfrm>
          <a:prstGeom prst="roundRect">
            <a:avLst>
              <a:gd name="adj" fmla="val 10220"/>
            </a:avLst>
          </a:prstGeom>
          <a:solidFill>
            <a:schemeClr val="accent1"/>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14" name="Rounded Rectangle">
            <a:extLst>
              <a:ext uri="{FF2B5EF4-FFF2-40B4-BE49-F238E27FC236}">
                <a16:creationId xmlns:a16="http://schemas.microsoft.com/office/drawing/2014/main" id="{D42120B7-5FA6-7245-923A-E58162E2F7D7}"/>
              </a:ext>
            </a:extLst>
          </p:cNvPr>
          <p:cNvSpPr/>
          <p:nvPr userDrawn="1"/>
        </p:nvSpPr>
        <p:spPr>
          <a:xfrm>
            <a:off x="793363" y="3302633"/>
            <a:ext cx="1400654" cy="657102"/>
          </a:xfrm>
          <a:prstGeom prst="roundRect">
            <a:avLst>
              <a:gd name="adj" fmla="val 10220"/>
            </a:avLst>
          </a:prstGeom>
          <a:solidFill>
            <a:schemeClr val="accent2"/>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20" name="Rounded Rectangle">
            <a:extLst>
              <a:ext uri="{FF2B5EF4-FFF2-40B4-BE49-F238E27FC236}">
                <a16:creationId xmlns:a16="http://schemas.microsoft.com/office/drawing/2014/main" id="{D95E8CBB-27CE-F246-A6C0-B1A11E3D0F10}"/>
              </a:ext>
            </a:extLst>
          </p:cNvPr>
          <p:cNvSpPr/>
          <p:nvPr userDrawn="1"/>
        </p:nvSpPr>
        <p:spPr>
          <a:xfrm>
            <a:off x="793363" y="4245256"/>
            <a:ext cx="1400654" cy="657102"/>
          </a:xfrm>
          <a:prstGeom prst="roundRect">
            <a:avLst>
              <a:gd name="adj" fmla="val 10220"/>
            </a:avLst>
          </a:prstGeom>
          <a:solidFill>
            <a:schemeClr val="accent3"/>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24" name="Rounded Rectangle">
            <a:extLst>
              <a:ext uri="{FF2B5EF4-FFF2-40B4-BE49-F238E27FC236}">
                <a16:creationId xmlns:a16="http://schemas.microsoft.com/office/drawing/2014/main" id="{188F62E9-C77F-0846-9A08-2A456ECAF2D8}"/>
              </a:ext>
            </a:extLst>
          </p:cNvPr>
          <p:cNvSpPr/>
          <p:nvPr userDrawn="1"/>
        </p:nvSpPr>
        <p:spPr>
          <a:xfrm>
            <a:off x="793363" y="5187878"/>
            <a:ext cx="1400654" cy="657102"/>
          </a:xfrm>
          <a:prstGeom prst="roundRect">
            <a:avLst>
              <a:gd name="adj" fmla="val 10220"/>
            </a:avLst>
          </a:prstGeom>
          <a:solidFill>
            <a:schemeClr val="accent4"/>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28" name="Rounded Rectangle">
            <a:extLst>
              <a:ext uri="{FF2B5EF4-FFF2-40B4-BE49-F238E27FC236}">
                <a16:creationId xmlns:a16="http://schemas.microsoft.com/office/drawing/2014/main" id="{0EABECC6-5215-7745-84DF-F93E9294C8B8}"/>
              </a:ext>
            </a:extLst>
          </p:cNvPr>
          <p:cNvSpPr/>
          <p:nvPr userDrawn="1"/>
        </p:nvSpPr>
        <p:spPr>
          <a:xfrm>
            <a:off x="6023987" y="2363525"/>
            <a:ext cx="1400654" cy="657102"/>
          </a:xfrm>
          <a:prstGeom prst="roundRect">
            <a:avLst>
              <a:gd name="adj" fmla="val 10220"/>
            </a:avLst>
          </a:prstGeom>
          <a:solidFill>
            <a:schemeClr val="accent1"/>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32" name="Rounded Rectangle">
            <a:extLst>
              <a:ext uri="{FF2B5EF4-FFF2-40B4-BE49-F238E27FC236}">
                <a16:creationId xmlns:a16="http://schemas.microsoft.com/office/drawing/2014/main" id="{2C3B1B2B-1A5B-AE4C-99D2-4A2E563175D7}"/>
              </a:ext>
            </a:extLst>
          </p:cNvPr>
          <p:cNvSpPr/>
          <p:nvPr userDrawn="1"/>
        </p:nvSpPr>
        <p:spPr>
          <a:xfrm>
            <a:off x="6023987" y="3306147"/>
            <a:ext cx="1400654" cy="657102"/>
          </a:xfrm>
          <a:prstGeom prst="roundRect">
            <a:avLst>
              <a:gd name="adj" fmla="val 10220"/>
            </a:avLst>
          </a:prstGeom>
          <a:solidFill>
            <a:schemeClr val="accent2"/>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36" name="Rounded Rectangle">
            <a:extLst>
              <a:ext uri="{FF2B5EF4-FFF2-40B4-BE49-F238E27FC236}">
                <a16:creationId xmlns:a16="http://schemas.microsoft.com/office/drawing/2014/main" id="{911CCE28-F5A7-924C-B3F4-9DFB37F89CF6}"/>
              </a:ext>
            </a:extLst>
          </p:cNvPr>
          <p:cNvSpPr/>
          <p:nvPr userDrawn="1"/>
        </p:nvSpPr>
        <p:spPr>
          <a:xfrm>
            <a:off x="6023987" y="4248769"/>
            <a:ext cx="1400654" cy="657102"/>
          </a:xfrm>
          <a:prstGeom prst="roundRect">
            <a:avLst>
              <a:gd name="adj" fmla="val 10220"/>
            </a:avLst>
          </a:prstGeom>
          <a:solidFill>
            <a:schemeClr val="accent3"/>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0" name="Rounded Rectangle">
            <a:extLst>
              <a:ext uri="{FF2B5EF4-FFF2-40B4-BE49-F238E27FC236}">
                <a16:creationId xmlns:a16="http://schemas.microsoft.com/office/drawing/2014/main" id="{9EA86C66-2D35-E548-812F-9A0297D58A59}"/>
              </a:ext>
            </a:extLst>
          </p:cNvPr>
          <p:cNvSpPr/>
          <p:nvPr userDrawn="1"/>
        </p:nvSpPr>
        <p:spPr>
          <a:xfrm>
            <a:off x="6023987" y="5191391"/>
            <a:ext cx="1400654" cy="657102"/>
          </a:xfrm>
          <a:prstGeom prst="roundRect">
            <a:avLst>
              <a:gd name="adj" fmla="val 10220"/>
            </a:avLst>
          </a:prstGeom>
          <a:solidFill>
            <a:schemeClr val="accent4"/>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4" name="Line">
            <a:extLst>
              <a:ext uri="{FF2B5EF4-FFF2-40B4-BE49-F238E27FC236}">
                <a16:creationId xmlns:a16="http://schemas.microsoft.com/office/drawing/2014/main" id="{EBC1964A-DFC6-054C-ACE1-0846A6695915}"/>
              </a:ext>
            </a:extLst>
          </p:cNvPr>
          <p:cNvSpPr/>
          <p:nvPr userDrawn="1"/>
        </p:nvSpPr>
        <p:spPr>
          <a:xfrm flipV="1">
            <a:off x="2401894" y="2373242"/>
            <a:ext cx="0" cy="3466241"/>
          </a:xfrm>
          <a:prstGeom prst="line">
            <a:avLst/>
          </a:prstGeom>
          <a:noFill/>
          <a:ln w="25400" cap="flat">
            <a:solidFill>
              <a:srgbClr val="E0E4E9"/>
            </a:solidFill>
            <a:prstDash val="solid"/>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5" name="Circle">
            <a:extLst>
              <a:ext uri="{FF2B5EF4-FFF2-40B4-BE49-F238E27FC236}">
                <a16:creationId xmlns:a16="http://schemas.microsoft.com/office/drawing/2014/main" id="{57AB4059-F90E-5141-AC1D-4AAEDD6E431D}"/>
              </a:ext>
            </a:extLst>
          </p:cNvPr>
          <p:cNvSpPr/>
          <p:nvPr userDrawn="1"/>
        </p:nvSpPr>
        <p:spPr>
          <a:xfrm>
            <a:off x="2354811" y="2644996"/>
            <a:ext cx="94166" cy="94160"/>
          </a:xfrm>
          <a:prstGeom prst="ellipse">
            <a:avLst/>
          </a:prstGeom>
          <a:solidFill>
            <a:schemeClr val="bg2"/>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7" name="Circle">
            <a:extLst>
              <a:ext uri="{FF2B5EF4-FFF2-40B4-BE49-F238E27FC236}">
                <a16:creationId xmlns:a16="http://schemas.microsoft.com/office/drawing/2014/main" id="{A8B88074-F79F-484A-846F-B8133E57AC75}"/>
              </a:ext>
            </a:extLst>
          </p:cNvPr>
          <p:cNvSpPr/>
          <p:nvPr userDrawn="1"/>
        </p:nvSpPr>
        <p:spPr>
          <a:xfrm>
            <a:off x="2354811" y="3584104"/>
            <a:ext cx="94166" cy="94159"/>
          </a:xfrm>
          <a:prstGeom prst="ellipse">
            <a:avLst/>
          </a:prstGeom>
          <a:solidFill>
            <a:schemeClr val="bg2"/>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8" name="Circle">
            <a:extLst>
              <a:ext uri="{FF2B5EF4-FFF2-40B4-BE49-F238E27FC236}">
                <a16:creationId xmlns:a16="http://schemas.microsoft.com/office/drawing/2014/main" id="{C0411836-1F82-E84C-8105-A4B3AF7C2FE9}"/>
              </a:ext>
            </a:extLst>
          </p:cNvPr>
          <p:cNvSpPr/>
          <p:nvPr userDrawn="1"/>
        </p:nvSpPr>
        <p:spPr>
          <a:xfrm>
            <a:off x="2354811" y="4530241"/>
            <a:ext cx="94166" cy="94159"/>
          </a:xfrm>
          <a:prstGeom prst="ellipse">
            <a:avLst/>
          </a:prstGeom>
          <a:solidFill>
            <a:schemeClr val="bg2"/>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9" name="Circle">
            <a:extLst>
              <a:ext uri="{FF2B5EF4-FFF2-40B4-BE49-F238E27FC236}">
                <a16:creationId xmlns:a16="http://schemas.microsoft.com/office/drawing/2014/main" id="{217ACB76-AA17-B04E-B234-4A455577B008}"/>
              </a:ext>
            </a:extLst>
          </p:cNvPr>
          <p:cNvSpPr/>
          <p:nvPr userDrawn="1"/>
        </p:nvSpPr>
        <p:spPr>
          <a:xfrm>
            <a:off x="2354811" y="5468102"/>
            <a:ext cx="94166" cy="94159"/>
          </a:xfrm>
          <a:prstGeom prst="ellipse">
            <a:avLst/>
          </a:prstGeom>
          <a:solidFill>
            <a:srgbClr val="D5D5D5"/>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50" name="Line">
            <a:extLst>
              <a:ext uri="{FF2B5EF4-FFF2-40B4-BE49-F238E27FC236}">
                <a16:creationId xmlns:a16="http://schemas.microsoft.com/office/drawing/2014/main" id="{E67A589F-3ABA-6F4B-A9F5-6FBA87130570}"/>
              </a:ext>
            </a:extLst>
          </p:cNvPr>
          <p:cNvSpPr/>
          <p:nvPr userDrawn="1"/>
        </p:nvSpPr>
        <p:spPr>
          <a:xfrm flipV="1">
            <a:off x="7638868" y="2373242"/>
            <a:ext cx="0" cy="3466241"/>
          </a:xfrm>
          <a:prstGeom prst="line">
            <a:avLst/>
          </a:prstGeom>
          <a:noFill/>
          <a:ln w="25400" cap="flat">
            <a:solidFill>
              <a:srgbClr val="E0E4E9"/>
            </a:solidFill>
            <a:prstDash val="solid"/>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51" name="Circle">
            <a:extLst>
              <a:ext uri="{FF2B5EF4-FFF2-40B4-BE49-F238E27FC236}">
                <a16:creationId xmlns:a16="http://schemas.microsoft.com/office/drawing/2014/main" id="{CBAC289F-619C-D442-92F2-8F9379663A2C}"/>
              </a:ext>
            </a:extLst>
          </p:cNvPr>
          <p:cNvSpPr/>
          <p:nvPr userDrawn="1"/>
        </p:nvSpPr>
        <p:spPr>
          <a:xfrm>
            <a:off x="7591786" y="2644996"/>
            <a:ext cx="94166" cy="94160"/>
          </a:xfrm>
          <a:prstGeom prst="ellipse">
            <a:avLst/>
          </a:prstGeom>
          <a:solidFill>
            <a:srgbClr val="DFE4EA"/>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52" name="Circle">
            <a:extLst>
              <a:ext uri="{FF2B5EF4-FFF2-40B4-BE49-F238E27FC236}">
                <a16:creationId xmlns:a16="http://schemas.microsoft.com/office/drawing/2014/main" id="{88C62F94-3C17-6A45-8DD1-254F89FF2DA0}"/>
              </a:ext>
            </a:extLst>
          </p:cNvPr>
          <p:cNvSpPr/>
          <p:nvPr userDrawn="1"/>
        </p:nvSpPr>
        <p:spPr>
          <a:xfrm>
            <a:off x="7591786" y="3584104"/>
            <a:ext cx="94166" cy="94159"/>
          </a:xfrm>
          <a:prstGeom prst="ellipse">
            <a:avLst/>
          </a:prstGeom>
          <a:solidFill>
            <a:srgbClr val="DFE4EA"/>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53" name="Circle">
            <a:extLst>
              <a:ext uri="{FF2B5EF4-FFF2-40B4-BE49-F238E27FC236}">
                <a16:creationId xmlns:a16="http://schemas.microsoft.com/office/drawing/2014/main" id="{5927FD5B-24DD-2B4B-ACA6-29080D639EDE}"/>
              </a:ext>
            </a:extLst>
          </p:cNvPr>
          <p:cNvSpPr/>
          <p:nvPr userDrawn="1"/>
        </p:nvSpPr>
        <p:spPr>
          <a:xfrm>
            <a:off x="7591786" y="4530241"/>
            <a:ext cx="94166" cy="94159"/>
          </a:xfrm>
          <a:prstGeom prst="ellipse">
            <a:avLst/>
          </a:prstGeom>
          <a:solidFill>
            <a:srgbClr val="DFE4EA"/>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54" name="Circle">
            <a:extLst>
              <a:ext uri="{FF2B5EF4-FFF2-40B4-BE49-F238E27FC236}">
                <a16:creationId xmlns:a16="http://schemas.microsoft.com/office/drawing/2014/main" id="{3602DB03-AD17-FC4F-AFFB-0466722512B2}"/>
              </a:ext>
            </a:extLst>
          </p:cNvPr>
          <p:cNvSpPr/>
          <p:nvPr userDrawn="1"/>
        </p:nvSpPr>
        <p:spPr>
          <a:xfrm>
            <a:off x="7591786" y="5468102"/>
            <a:ext cx="94166" cy="94159"/>
          </a:xfrm>
          <a:prstGeom prst="ellipse">
            <a:avLst/>
          </a:prstGeom>
          <a:solidFill>
            <a:srgbClr val="D5D5D5"/>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 name="Marcador de texto 3">
            <a:extLst>
              <a:ext uri="{FF2B5EF4-FFF2-40B4-BE49-F238E27FC236}">
                <a16:creationId xmlns:a16="http://schemas.microsoft.com/office/drawing/2014/main" id="{8604F640-6912-814B-AAD3-348EE79A6470}"/>
              </a:ext>
            </a:extLst>
          </p:cNvPr>
          <p:cNvSpPr>
            <a:spLocks noGrp="1"/>
          </p:cNvSpPr>
          <p:nvPr>
            <p:ph type="body" sz="quarter" idx="17" hasCustomPrompt="1"/>
          </p:nvPr>
        </p:nvSpPr>
        <p:spPr>
          <a:xfrm>
            <a:off x="2546055" y="2363525"/>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55" name="Marcador de texto 3">
            <a:extLst>
              <a:ext uri="{FF2B5EF4-FFF2-40B4-BE49-F238E27FC236}">
                <a16:creationId xmlns:a16="http://schemas.microsoft.com/office/drawing/2014/main" id="{BAAE60C0-173D-8444-993B-0BBAA99AD6AA}"/>
              </a:ext>
            </a:extLst>
          </p:cNvPr>
          <p:cNvSpPr>
            <a:spLocks noGrp="1"/>
          </p:cNvSpPr>
          <p:nvPr>
            <p:ph type="body" sz="quarter" idx="18" hasCustomPrompt="1"/>
          </p:nvPr>
        </p:nvSpPr>
        <p:spPr>
          <a:xfrm>
            <a:off x="2546055" y="2608716"/>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56" name="Marcador de texto 3">
            <a:extLst>
              <a:ext uri="{FF2B5EF4-FFF2-40B4-BE49-F238E27FC236}">
                <a16:creationId xmlns:a16="http://schemas.microsoft.com/office/drawing/2014/main" id="{209C722A-0052-0C4F-9E9A-92A5F9EA72D7}"/>
              </a:ext>
            </a:extLst>
          </p:cNvPr>
          <p:cNvSpPr>
            <a:spLocks noGrp="1"/>
          </p:cNvSpPr>
          <p:nvPr>
            <p:ph type="body" sz="quarter" idx="19" hasCustomPrompt="1"/>
          </p:nvPr>
        </p:nvSpPr>
        <p:spPr>
          <a:xfrm>
            <a:off x="793363" y="2585771"/>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
        <p:nvSpPr>
          <p:cNvPr id="57" name="Marcador de texto 3">
            <a:extLst>
              <a:ext uri="{FF2B5EF4-FFF2-40B4-BE49-F238E27FC236}">
                <a16:creationId xmlns:a16="http://schemas.microsoft.com/office/drawing/2014/main" id="{232369EA-7579-CF4D-A874-9C272C52C4D6}"/>
              </a:ext>
            </a:extLst>
          </p:cNvPr>
          <p:cNvSpPr>
            <a:spLocks noGrp="1"/>
          </p:cNvSpPr>
          <p:nvPr>
            <p:ph type="body" sz="quarter" idx="20" hasCustomPrompt="1"/>
          </p:nvPr>
        </p:nvSpPr>
        <p:spPr>
          <a:xfrm>
            <a:off x="2546055" y="3310582"/>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58" name="Marcador de texto 3">
            <a:extLst>
              <a:ext uri="{FF2B5EF4-FFF2-40B4-BE49-F238E27FC236}">
                <a16:creationId xmlns:a16="http://schemas.microsoft.com/office/drawing/2014/main" id="{1A304CE3-89F1-C44F-BFC9-D8EF401C598C}"/>
              </a:ext>
            </a:extLst>
          </p:cNvPr>
          <p:cNvSpPr>
            <a:spLocks noGrp="1"/>
          </p:cNvSpPr>
          <p:nvPr>
            <p:ph type="body" sz="quarter" idx="21" hasCustomPrompt="1"/>
          </p:nvPr>
        </p:nvSpPr>
        <p:spPr>
          <a:xfrm>
            <a:off x="2546055" y="3555773"/>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59" name="Marcador de texto 3">
            <a:extLst>
              <a:ext uri="{FF2B5EF4-FFF2-40B4-BE49-F238E27FC236}">
                <a16:creationId xmlns:a16="http://schemas.microsoft.com/office/drawing/2014/main" id="{A4E41576-5248-DE49-B0E6-B4B1163AB30A}"/>
              </a:ext>
            </a:extLst>
          </p:cNvPr>
          <p:cNvSpPr>
            <a:spLocks noGrp="1"/>
          </p:cNvSpPr>
          <p:nvPr>
            <p:ph type="body" sz="quarter" idx="22" hasCustomPrompt="1"/>
          </p:nvPr>
        </p:nvSpPr>
        <p:spPr>
          <a:xfrm>
            <a:off x="793363" y="3532828"/>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
        <p:nvSpPr>
          <p:cNvPr id="60" name="Marcador de texto 3">
            <a:extLst>
              <a:ext uri="{FF2B5EF4-FFF2-40B4-BE49-F238E27FC236}">
                <a16:creationId xmlns:a16="http://schemas.microsoft.com/office/drawing/2014/main" id="{E171D7DB-3838-5041-A315-218877785A1E}"/>
              </a:ext>
            </a:extLst>
          </p:cNvPr>
          <p:cNvSpPr>
            <a:spLocks noGrp="1"/>
          </p:cNvSpPr>
          <p:nvPr>
            <p:ph type="body" sz="quarter" idx="23" hasCustomPrompt="1"/>
          </p:nvPr>
        </p:nvSpPr>
        <p:spPr>
          <a:xfrm>
            <a:off x="2546055" y="4249475"/>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61" name="Marcador de texto 3">
            <a:extLst>
              <a:ext uri="{FF2B5EF4-FFF2-40B4-BE49-F238E27FC236}">
                <a16:creationId xmlns:a16="http://schemas.microsoft.com/office/drawing/2014/main" id="{81438E77-522A-4140-A250-E553A959405A}"/>
              </a:ext>
            </a:extLst>
          </p:cNvPr>
          <p:cNvSpPr>
            <a:spLocks noGrp="1"/>
          </p:cNvSpPr>
          <p:nvPr>
            <p:ph type="body" sz="quarter" idx="24" hasCustomPrompt="1"/>
          </p:nvPr>
        </p:nvSpPr>
        <p:spPr>
          <a:xfrm>
            <a:off x="2546055" y="4494666"/>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62" name="Marcador de texto 3">
            <a:extLst>
              <a:ext uri="{FF2B5EF4-FFF2-40B4-BE49-F238E27FC236}">
                <a16:creationId xmlns:a16="http://schemas.microsoft.com/office/drawing/2014/main" id="{184B628F-5788-E843-9F20-1AE47749B546}"/>
              </a:ext>
            </a:extLst>
          </p:cNvPr>
          <p:cNvSpPr>
            <a:spLocks noGrp="1"/>
          </p:cNvSpPr>
          <p:nvPr>
            <p:ph type="body" sz="quarter" idx="25" hasCustomPrompt="1"/>
          </p:nvPr>
        </p:nvSpPr>
        <p:spPr>
          <a:xfrm>
            <a:off x="793363" y="4471721"/>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
        <p:nvSpPr>
          <p:cNvPr id="63" name="Marcador de texto 3">
            <a:extLst>
              <a:ext uri="{FF2B5EF4-FFF2-40B4-BE49-F238E27FC236}">
                <a16:creationId xmlns:a16="http://schemas.microsoft.com/office/drawing/2014/main" id="{A33752C0-2723-4940-9F01-7FD584BEC335}"/>
              </a:ext>
            </a:extLst>
          </p:cNvPr>
          <p:cNvSpPr>
            <a:spLocks noGrp="1"/>
          </p:cNvSpPr>
          <p:nvPr>
            <p:ph type="body" sz="quarter" idx="26" hasCustomPrompt="1"/>
          </p:nvPr>
        </p:nvSpPr>
        <p:spPr>
          <a:xfrm>
            <a:off x="2546055" y="5188368"/>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64" name="Marcador de texto 3">
            <a:extLst>
              <a:ext uri="{FF2B5EF4-FFF2-40B4-BE49-F238E27FC236}">
                <a16:creationId xmlns:a16="http://schemas.microsoft.com/office/drawing/2014/main" id="{BE64D1D3-8759-B942-A4A7-5AC17C3B3AA3}"/>
              </a:ext>
            </a:extLst>
          </p:cNvPr>
          <p:cNvSpPr>
            <a:spLocks noGrp="1"/>
          </p:cNvSpPr>
          <p:nvPr>
            <p:ph type="body" sz="quarter" idx="27" hasCustomPrompt="1"/>
          </p:nvPr>
        </p:nvSpPr>
        <p:spPr>
          <a:xfrm>
            <a:off x="2546055" y="5433559"/>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65" name="Marcador de texto 3">
            <a:extLst>
              <a:ext uri="{FF2B5EF4-FFF2-40B4-BE49-F238E27FC236}">
                <a16:creationId xmlns:a16="http://schemas.microsoft.com/office/drawing/2014/main" id="{3ADB60C1-DCA2-3C42-B09C-72CE7EE3859E}"/>
              </a:ext>
            </a:extLst>
          </p:cNvPr>
          <p:cNvSpPr>
            <a:spLocks noGrp="1"/>
          </p:cNvSpPr>
          <p:nvPr>
            <p:ph type="body" sz="quarter" idx="28" hasCustomPrompt="1"/>
          </p:nvPr>
        </p:nvSpPr>
        <p:spPr>
          <a:xfrm>
            <a:off x="793363" y="5410614"/>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
        <p:nvSpPr>
          <p:cNvPr id="66" name="Marcador de texto 3">
            <a:extLst>
              <a:ext uri="{FF2B5EF4-FFF2-40B4-BE49-F238E27FC236}">
                <a16:creationId xmlns:a16="http://schemas.microsoft.com/office/drawing/2014/main" id="{16E3EC03-FEE1-B642-A88E-A5D137581B4E}"/>
              </a:ext>
            </a:extLst>
          </p:cNvPr>
          <p:cNvSpPr>
            <a:spLocks noGrp="1"/>
          </p:cNvSpPr>
          <p:nvPr>
            <p:ph type="body" sz="quarter" idx="29" hasCustomPrompt="1"/>
          </p:nvPr>
        </p:nvSpPr>
        <p:spPr>
          <a:xfrm>
            <a:off x="7771538" y="5188368"/>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67" name="Marcador de texto 3">
            <a:extLst>
              <a:ext uri="{FF2B5EF4-FFF2-40B4-BE49-F238E27FC236}">
                <a16:creationId xmlns:a16="http://schemas.microsoft.com/office/drawing/2014/main" id="{65A773AD-E530-9B42-BC59-405C00A5BA79}"/>
              </a:ext>
            </a:extLst>
          </p:cNvPr>
          <p:cNvSpPr>
            <a:spLocks noGrp="1"/>
          </p:cNvSpPr>
          <p:nvPr>
            <p:ph type="body" sz="quarter" idx="30" hasCustomPrompt="1"/>
          </p:nvPr>
        </p:nvSpPr>
        <p:spPr>
          <a:xfrm>
            <a:off x="7771538" y="5433559"/>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68" name="Marcador de texto 3">
            <a:extLst>
              <a:ext uri="{FF2B5EF4-FFF2-40B4-BE49-F238E27FC236}">
                <a16:creationId xmlns:a16="http://schemas.microsoft.com/office/drawing/2014/main" id="{B343C3CF-FC5A-7E4B-A6E1-CAA6054C3CD0}"/>
              </a:ext>
            </a:extLst>
          </p:cNvPr>
          <p:cNvSpPr>
            <a:spLocks noGrp="1"/>
          </p:cNvSpPr>
          <p:nvPr>
            <p:ph type="body" sz="quarter" idx="31" hasCustomPrompt="1"/>
          </p:nvPr>
        </p:nvSpPr>
        <p:spPr>
          <a:xfrm>
            <a:off x="6018846" y="5410614"/>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
        <p:nvSpPr>
          <p:cNvPr id="69" name="Marcador de texto 3">
            <a:extLst>
              <a:ext uri="{FF2B5EF4-FFF2-40B4-BE49-F238E27FC236}">
                <a16:creationId xmlns:a16="http://schemas.microsoft.com/office/drawing/2014/main" id="{2FD3C53A-887A-7D47-975F-703300D5F5C9}"/>
              </a:ext>
            </a:extLst>
          </p:cNvPr>
          <p:cNvSpPr>
            <a:spLocks noGrp="1"/>
          </p:cNvSpPr>
          <p:nvPr>
            <p:ph type="body" sz="quarter" idx="32" hasCustomPrompt="1"/>
          </p:nvPr>
        </p:nvSpPr>
        <p:spPr>
          <a:xfrm>
            <a:off x="7771538" y="4265804"/>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0" name="Marcador de texto 3">
            <a:extLst>
              <a:ext uri="{FF2B5EF4-FFF2-40B4-BE49-F238E27FC236}">
                <a16:creationId xmlns:a16="http://schemas.microsoft.com/office/drawing/2014/main" id="{09F75D65-FE9B-D64A-BEFE-D2494F9BF632}"/>
              </a:ext>
            </a:extLst>
          </p:cNvPr>
          <p:cNvSpPr>
            <a:spLocks noGrp="1"/>
          </p:cNvSpPr>
          <p:nvPr>
            <p:ph type="body" sz="quarter" idx="33" hasCustomPrompt="1"/>
          </p:nvPr>
        </p:nvSpPr>
        <p:spPr>
          <a:xfrm>
            <a:off x="7771538" y="4510995"/>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1" name="Marcador de texto 3">
            <a:extLst>
              <a:ext uri="{FF2B5EF4-FFF2-40B4-BE49-F238E27FC236}">
                <a16:creationId xmlns:a16="http://schemas.microsoft.com/office/drawing/2014/main" id="{958EB914-3FC4-704D-8816-A06FBAE8A711}"/>
              </a:ext>
            </a:extLst>
          </p:cNvPr>
          <p:cNvSpPr>
            <a:spLocks noGrp="1"/>
          </p:cNvSpPr>
          <p:nvPr>
            <p:ph type="body" sz="quarter" idx="34" hasCustomPrompt="1"/>
          </p:nvPr>
        </p:nvSpPr>
        <p:spPr>
          <a:xfrm>
            <a:off x="6018846" y="4488050"/>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
        <p:nvSpPr>
          <p:cNvPr id="72" name="Marcador de texto 3">
            <a:extLst>
              <a:ext uri="{FF2B5EF4-FFF2-40B4-BE49-F238E27FC236}">
                <a16:creationId xmlns:a16="http://schemas.microsoft.com/office/drawing/2014/main" id="{39DFB931-ABA0-F742-AE52-E77191255CDA}"/>
              </a:ext>
            </a:extLst>
          </p:cNvPr>
          <p:cNvSpPr>
            <a:spLocks noGrp="1"/>
          </p:cNvSpPr>
          <p:nvPr>
            <p:ph type="body" sz="quarter" idx="35" hasCustomPrompt="1"/>
          </p:nvPr>
        </p:nvSpPr>
        <p:spPr>
          <a:xfrm>
            <a:off x="7771538" y="3310582"/>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3" name="Marcador de texto 3">
            <a:extLst>
              <a:ext uri="{FF2B5EF4-FFF2-40B4-BE49-F238E27FC236}">
                <a16:creationId xmlns:a16="http://schemas.microsoft.com/office/drawing/2014/main" id="{5FD70CD8-9526-6B40-8EBC-950C7212D372}"/>
              </a:ext>
            </a:extLst>
          </p:cNvPr>
          <p:cNvSpPr>
            <a:spLocks noGrp="1"/>
          </p:cNvSpPr>
          <p:nvPr>
            <p:ph type="body" sz="quarter" idx="36" hasCustomPrompt="1"/>
          </p:nvPr>
        </p:nvSpPr>
        <p:spPr>
          <a:xfrm>
            <a:off x="7771538" y="3555773"/>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4" name="Marcador de texto 3">
            <a:extLst>
              <a:ext uri="{FF2B5EF4-FFF2-40B4-BE49-F238E27FC236}">
                <a16:creationId xmlns:a16="http://schemas.microsoft.com/office/drawing/2014/main" id="{11ABF37E-5DA6-4A45-88ED-E0B944BB6291}"/>
              </a:ext>
            </a:extLst>
          </p:cNvPr>
          <p:cNvSpPr>
            <a:spLocks noGrp="1"/>
          </p:cNvSpPr>
          <p:nvPr>
            <p:ph type="body" sz="quarter" idx="37" hasCustomPrompt="1"/>
          </p:nvPr>
        </p:nvSpPr>
        <p:spPr>
          <a:xfrm>
            <a:off x="6018846" y="3532828"/>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
        <p:nvSpPr>
          <p:cNvPr id="75" name="Marcador de texto 3">
            <a:extLst>
              <a:ext uri="{FF2B5EF4-FFF2-40B4-BE49-F238E27FC236}">
                <a16:creationId xmlns:a16="http://schemas.microsoft.com/office/drawing/2014/main" id="{471DE6FF-CF8D-2F43-8A38-A798AF059AC2}"/>
              </a:ext>
            </a:extLst>
          </p:cNvPr>
          <p:cNvSpPr>
            <a:spLocks noGrp="1"/>
          </p:cNvSpPr>
          <p:nvPr>
            <p:ph type="body" sz="quarter" idx="38" hasCustomPrompt="1"/>
          </p:nvPr>
        </p:nvSpPr>
        <p:spPr>
          <a:xfrm>
            <a:off x="7771538" y="2363525"/>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6" name="Marcador de texto 3">
            <a:extLst>
              <a:ext uri="{FF2B5EF4-FFF2-40B4-BE49-F238E27FC236}">
                <a16:creationId xmlns:a16="http://schemas.microsoft.com/office/drawing/2014/main" id="{E40D8D1F-4007-E148-992A-3B6FECA36293}"/>
              </a:ext>
            </a:extLst>
          </p:cNvPr>
          <p:cNvSpPr>
            <a:spLocks noGrp="1"/>
          </p:cNvSpPr>
          <p:nvPr>
            <p:ph type="body" sz="quarter" idx="39" hasCustomPrompt="1"/>
          </p:nvPr>
        </p:nvSpPr>
        <p:spPr>
          <a:xfrm>
            <a:off x="7771538" y="2608716"/>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7" name="Marcador de texto 3">
            <a:extLst>
              <a:ext uri="{FF2B5EF4-FFF2-40B4-BE49-F238E27FC236}">
                <a16:creationId xmlns:a16="http://schemas.microsoft.com/office/drawing/2014/main" id="{44C097D9-C40B-194A-AFA4-B2E0182D7C55}"/>
              </a:ext>
            </a:extLst>
          </p:cNvPr>
          <p:cNvSpPr>
            <a:spLocks noGrp="1"/>
          </p:cNvSpPr>
          <p:nvPr>
            <p:ph type="body" sz="quarter" idx="40" hasCustomPrompt="1"/>
          </p:nvPr>
        </p:nvSpPr>
        <p:spPr>
          <a:xfrm>
            <a:off x="6018846" y="2585771"/>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Tree>
    <p:extLst>
      <p:ext uri="{BB962C8B-B14F-4D97-AF65-F5344CB8AC3E}">
        <p14:creationId xmlns:p14="http://schemas.microsoft.com/office/powerpoint/2010/main" val="404462498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GENDA 0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hasCustomPrompt="1"/>
          </p:nvPr>
        </p:nvSpPr>
        <p:spPr>
          <a:xfrm>
            <a:off x="370705" y="764704"/>
            <a:ext cx="11522316"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Título de la Agenda</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495" y="1604851"/>
            <a:ext cx="10478131"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 subtítulo de la Agenda</a:t>
            </a:r>
            <a:endParaRPr lang="es-ES_tradnl"/>
          </a:p>
        </p:txBody>
      </p:sp>
      <p:sp>
        <p:nvSpPr>
          <p:cNvPr id="6" name="Line">
            <a:extLst>
              <a:ext uri="{FF2B5EF4-FFF2-40B4-BE49-F238E27FC236}">
                <a16:creationId xmlns:a16="http://schemas.microsoft.com/office/drawing/2014/main" id="{01D30847-3FB2-714E-A811-A47C96F74A79}"/>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7" name="Slide Number Placeholder 5">
            <a:extLst>
              <a:ext uri="{FF2B5EF4-FFF2-40B4-BE49-F238E27FC236}">
                <a16:creationId xmlns:a16="http://schemas.microsoft.com/office/drawing/2014/main" id="{CCBB0AEC-53D9-E241-8CBE-0CDE95C05BAD}"/>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10" name="Rounded Rectangle">
            <a:extLst>
              <a:ext uri="{FF2B5EF4-FFF2-40B4-BE49-F238E27FC236}">
                <a16:creationId xmlns:a16="http://schemas.microsoft.com/office/drawing/2014/main" id="{A85F6016-129A-634C-9BE2-6F19C89B5515}"/>
              </a:ext>
            </a:extLst>
          </p:cNvPr>
          <p:cNvSpPr/>
          <p:nvPr userDrawn="1"/>
        </p:nvSpPr>
        <p:spPr>
          <a:xfrm>
            <a:off x="793363" y="2360011"/>
            <a:ext cx="1400654" cy="657102"/>
          </a:xfrm>
          <a:prstGeom prst="roundRect">
            <a:avLst>
              <a:gd name="adj" fmla="val 10220"/>
            </a:avLst>
          </a:prstGeom>
          <a:solidFill>
            <a:schemeClr val="accent1"/>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14" name="Rounded Rectangle">
            <a:extLst>
              <a:ext uri="{FF2B5EF4-FFF2-40B4-BE49-F238E27FC236}">
                <a16:creationId xmlns:a16="http://schemas.microsoft.com/office/drawing/2014/main" id="{D42120B7-5FA6-7245-923A-E58162E2F7D7}"/>
              </a:ext>
            </a:extLst>
          </p:cNvPr>
          <p:cNvSpPr/>
          <p:nvPr userDrawn="1"/>
        </p:nvSpPr>
        <p:spPr>
          <a:xfrm>
            <a:off x="793363" y="3522918"/>
            <a:ext cx="1400654" cy="657102"/>
          </a:xfrm>
          <a:prstGeom prst="roundRect">
            <a:avLst>
              <a:gd name="adj" fmla="val 10220"/>
            </a:avLst>
          </a:prstGeom>
          <a:solidFill>
            <a:schemeClr val="accent2"/>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20" name="Rounded Rectangle">
            <a:extLst>
              <a:ext uri="{FF2B5EF4-FFF2-40B4-BE49-F238E27FC236}">
                <a16:creationId xmlns:a16="http://schemas.microsoft.com/office/drawing/2014/main" id="{D95E8CBB-27CE-F246-A6C0-B1A11E3D0F10}"/>
              </a:ext>
            </a:extLst>
          </p:cNvPr>
          <p:cNvSpPr/>
          <p:nvPr userDrawn="1"/>
        </p:nvSpPr>
        <p:spPr>
          <a:xfrm>
            <a:off x="793363" y="4696460"/>
            <a:ext cx="1400654" cy="657102"/>
          </a:xfrm>
          <a:prstGeom prst="roundRect">
            <a:avLst>
              <a:gd name="adj" fmla="val 10220"/>
            </a:avLst>
          </a:prstGeom>
          <a:solidFill>
            <a:schemeClr val="accent3"/>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28" name="Rounded Rectangle">
            <a:extLst>
              <a:ext uri="{FF2B5EF4-FFF2-40B4-BE49-F238E27FC236}">
                <a16:creationId xmlns:a16="http://schemas.microsoft.com/office/drawing/2014/main" id="{0EABECC6-5215-7745-84DF-F93E9294C8B8}"/>
              </a:ext>
            </a:extLst>
          </p:cNvPr>
          <p:cNvSpPr/>
          <p:nvPr userDrawn="1"/>
        </p:nvSpPr>
        <p:spPr>
          <a:xfrm>
            <a:off x="6023987" y="2363525"/>
            <a:ext cx="1400654" cy="657102"/>
          </a:xfrm>
          <a:prstGeom prst="roundRect">
            <a:avLst>
              <a:gd name="adj" fmla="val 10220"/>
            </a:avLst>
          </a:prstGeom>
          <a:solidFill>
            <a:schemeClr val="accent1"/>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32" name="Rounded Rectangle">
            <a:extLst>
              <a:ext uri="{FF2B5EF4-FFF2-40B4-BE49-F238E27FC236}">
                <a16:creationId xmlns:a16="http://schemas.microsoft.com/office/drawing/2014/main" id="{2C3B1B2B-1A5B-AE4C-99D2-4A2E563175D7}"/>
              </a:ext>
            </a:extLst>
          </p:cNvPr>
          <p:cNvSpPr/>
          <p:nvPr userDrawn="1"/>
        </p:nvSpPr>
        <p:spPr>
          <a:xfrm>
            <a:off x="6023987" y="3526431"/>
            <a:ext cx="1400654" cy="657102"/>
          </a:xfrm>
          <a:prstGeom prst="roundRect">
            <a:avLst>
              <a:gd name="adj" fmla="val 10220"/>
            </a:avLst>
          </a:prstGeom>
          <a:solidFill>
            <a:schemeClr val="accent2"/>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36" name="Rounded Rectangle">
            <a:extLst>
              <a:ext uri="{FF2B5EF4-FFF2-40B4-BE49-F238E27FC236}">
                <a16:creationId xmlns:a16="http://schemas.microsoft.com/office/drawing/2014/main" id="{911CCE28-F5A7-924C-B3F4-9DFB37F89CF6}"/>
              </a:ext>
            </a:extLst>
          </p:cNvPr>
          <p:cNvSpPr/>
          <p:nvPr userDrawn="1"/>
        </p:nvSpPr>
        <p:spPr>
          <a:xfrm>
            <a:off x="6023987" y="4699973"/>
            <a:ext cx="1400654" cy="657102"/>
          </a:xfrm>
          <a:prstGeom prst="roundRect">
            <a:avLst>
              <a:gd name="adj" fmla="val 10220"/>
            </a:avLst>
          </a:prstGeom>
          <a:solidFill>
            <a:schemeClr val="accent3"/>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4" name="Line">
            <a:extLst>
              <a:ext uri="{FF2B5EF4-FFF2-40B4-BE49-F238E27FC236}">
                <a16:creationId xmlns:a16="http://schemas.microsoft.com/office/drawing/2014/main" id="{EBC1964A-DFC6-054C-ACE1-0846A6695915}"/>
              </a:ext>
            </a:extLst>
          </p:cNvPr>
          <p:cNvSpPr/>
          <p:nvPr userDrawn="1"/>
        </p:nvSpPr>
        <p:spPr>
          <a:xfrm flipV="1">
            <a:off x="2401894" y="2373242"/>
            <a:ext cx="0" cy="3466241"/>
          </a:xfrm>
          <a:prstGeom prst="line">
            <a:avLst/>
          </a:prstGeom>
          <a:noFill/>
          <a:ln w="25400" cap="flat">
            <a:solidFill>
              <a:srgbClr val="E0E4E9"/>
            </a:solidFill>
            <a:prstDash val="solid"/>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5" name="Circle">
            <a:extLst>
              <a:ext uri="{FF2B5EF4-FFF2-40B4-BE49-F238E27FC236}">
                <a16:creationId xmlns:a16="http://schemas.microsoft.com/office/drawing/2014/main" id="{57AB4059-F90E-5141-AC1D-4AAEDD6E431D}"/>
              </a:ext>
            </a:extLst>
          </p:cNvPr>
          <p:cNvSpPr/>
          <p:nvPr userDrawn="1"/>
        </p:nvSpPr>
        <p:spPr>
          <a:xfrm>
            <a:off x="2354811" y="2644996"/>
            <a:ext cx="94166" cy="94160"/>
          </a:xfrm>
          <a:prstGeom prst="ellipse">
            <a:avLst/>
          </a:prstGeom>
          <a:solidFill>
            <a:schemeClr val="bg2"/>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7" name="Circle">
            <a:extLst>
              <a:ext uri="{FF2B5EF4-FFF2-40B4-BE49-F238E27FC236}">
                <a16:creationId xmlns:a16="http://schemas.microsoft.com/office/drawing/2014/main" id="{A8B88074-F79F-484A-846F-B8133E57AC75}"/>
              </a:ext>
            </a:extLst>
          </p:cNvPr>
          <p:cNvSpPr/>
          <p:nvPr userDrawn="1"/>
        </p:nvSpPr>
        <p:spPr>
          <a:xfrm>
            <a:off x="2354811" y="3804389"/>
            <a:ext cx="94166" cy="94159"/>
          </a:xfrm>
          <a:prstGeom prst="ellipse">
            <a:avLst/>
          </a:prstGeom>
          <a:solidFill>
            <a:schemeClr val="bg2"/>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8" name="Circle">
            <a:extLst>
              <a:ext uri="{FF2B5EF4-FFF2-40B4-BE49-F238E27FC236}">
                <a16:creationId xmlns:a16="http://schemas.microsoft.com/office/drawing/2014/main" id="{C0411836-1F82-E84C-8105-A4B3AF7C2FE9}"/>
              </a:ext>
            </a:extLst>
          </p:cNvPr>
          <p:cNvSpPr/>
          <p:nvPr userDrawn="1"/>
        </p:nvSpPr>
        <p:spPr>
          <a:xfrm>
            <a:off x="2354811" y="4981445"/>
            <a:ext cx="94166" cy="94159"/>
          </a:xfrm>
          <a:prstGeom prst="ellipse">
            <a:avLst/>
          </a:prstGeom>
          <a:solidFill>
            <a:schemeClr val="bg2"/>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50" name="Line">
            <a:extLst>
              <a:ext uri="{FF2B5EF4-FFF2-40B4-BE49-F238E27FC236}">
                <a16:creationId xmlns:a16="http://schemas.microsoft.com/office/drawing/2014/main" id="{E67A589F-3ABA-6F4B-A9F5-6FBA87130570}"/>
              </a:ext>
            </a:extLst>
          </p:cNvPr>
          <p:cNvSpPr/>
          <p:nvPr userDrawn="1"/>
        </p:nvSpPr>
        <p:spPr>
          <a:xfrm flipV="1">
            <a:off x="7638868" y="2373242"/>
            <a:ext cx="0" cy="3466241"/>
          </a:xfrm>
          <a:prstGeom prst="line">
            <a:avLst/>
          </a:prstGeom>
          <a:noFill/>
          <a:ln w="25400" cap="flat">
            <a:solidFill>
              <a:srgbClr val="E0E4E9"/>
            </a:solidFill>
            <a:prstDash val="solid"/>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51" name="Circle">
            <a:extLst>
              <a:ext uri="{FF2B5EF4-FFF2-40B4-BE49-F238E27FC236}">
                <a16:creationId xmlns:a16="http://schemas.microsoft.com/office/drawing/2014/main" id="{CBAC289F-619C-D442-92F2-8F9379663A2C}"/>
              </a:ext>
            </a:extLst>
          </p:cNvPr>
          <p:cNvSpPr/>
          <p:nvPr userDrawn="1"/>
        </p:nvSpPr>
        <p:spPr>
          <a:xfrm>
            <a:off x="7591786" y="2644996"/>
            <a:ext cx="94166" cy="94160"/>
          </a:xfrm>
          <a:prstGeom prst="ellipse">
            <a:avLst/>
          </a:prstGeom>
          <a:solidFill>
            <a:srgbClr val="DFE4EA"/>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52" name="Circle">
            <a:extLst>
              <a:ext uri="{FF2B5EF4-FFF2-40B4-BE49-F238E27FC236}">
                <a16:creationId xmlns:a16="http://schemas.microsoft.com/office/drawing/2014/main" id="{88C62F94-3C17-6A45-8DD1-254F89FF2DA0}"/>
              </a:ext>
            </a:extLst>
          </p:cNvPr>
          <p:cNvSpPr/>
          <p:nvPr userDrawn="1"/>
        </p:nvSpPr>
        <p:spPr>
          <a:xfrm>
            <a:off x="7591786" y="3804389"/>
            <a:ext cx="94166" cy="94159"/>
          </a:xfrm>
          <a:prstGeom prst="ellipse">
            <a:avLst/>
          </a:prstGeom>
          <a:solidFill>
            <a:srgbClr val="DFE4EA"/>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53" name="Circle">
            <a:extLst>
              <a:ext uri="{FF2B5EF4-FFF2-40B4-BE49-F238E27FC236}">
                <a16:creationId xmlns:a16="http://schemas.microsoft.com/office/drawing/2014/main" id="{5927FD5B-24DD-2B4B-ACA6-29080D639EDE}"/>
              </a:ext>
            </a:extLst>
          </p:cNvPr>
          <p:cNvSpPr/>
          <p:nvPr userDrawn="1"/>
        </p:nvSpPr>
        <p:spPr>
          <a:xfrm>
            <a:off x="7591786" y="4981445"/>
            <a:ext cx="94166" cy="94159"/>
          </a:xfrm>
          <a:prstGeom prst="ellipse">
            <a:avLst/>
          </a:prstGeom>
          <a:solidFill>
            <a:srgbClr val="DFE4EA"/>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 name="Marcador de texto 3">
            <a:extLst>
              <a:ext uri="{FF2B5EF4-FFF2-40B4-BE49-F238E27FC236}">
                <a16:creationId xmlns:a16="http://schemas.microsoft.com/office/drawing/2014/main" id="{8604F640-6912-814B-AAD3-348EE79A6470}"/>
              </a:ext>
            </a:extLst>
          </p:cNvPr>
          <p:cNvSpPr>
            <a:spLocks noGrp="1"/>
          </p:cNvSpPr>
          <p:nvPr>
            <p:ph type="body" sz="quarter" idx="17" hasCustomPrompt="1"/>
          </p:nvPr>
        </p:nvSpPr>
        <p:spPr>
          <a:xfrm>
            <a:off x="2546055" y="2363525"/>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55" name="Marcador de texto 3">
            <a:extLst>
              <a:ext uri="{FF2B5EF4-FFF2-40B4-BE49-F238E27FC236}">
                <a16:creationId xmlns:a16="http://schemas.microsoft.com/office/drawing/2014/main" id="{BAAE60C0-173D-8444-993B-0BBAA99AD6AA}"/>
              </a:ext>
            </a:extLst>
          </p:cNvPr>
          <p:cNvSpPr>
            <a:spLocks noGrp="1"/>
          </p:cNvSpPr>
          <p:nvPr>
            <p:ph type="body" sz="quarter" idx="18" hasCustomPrompt="1"/>
          </p:nvPr>
        </p:nvSpPr>
        <p:spPr>
          <a:xfrm>
            <a:off x="2546055" y="2608716"/>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56" name="Marcador de texto 3">
            <a:extLst>
              <a:ext uri="{FF2B5EF4-FFF2-40B4-BE49-F238E27FC236}">
                <a16:creationId xmlns:a16="http://schemas.microsoft.com/office/drawing/2014/main" id="{209C722A-0052-0C4F-9E9A-92A5F9EA72D7}"/>
              </a:ext>
            </a:extLst>
          </p:cNvPr>
          <p:cNvSpPr>
            <a:spLocks noGrp="1"/>
          </p:cNvSpPr>
          <p:nvPr>
            <p:ph type="body" sz="quarter" idx="19" hasCustomPrompt="1"/>
          </p:nvPr>
        </p:nvSpPr>
        <p:spPr>
          <a:xfrm>
            <a:off x="793363" y="2585771"/>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
        <p:nvSpPr>
          <p:cNvPr id="57" name="Marcador de texto 3">
            <a:extLst>
              <a:ext uri="{FF2B5EF4-FFF2-40B4-BE49-F238E27FC236}">
                <a16:creationId xmlns:a16="http://schemas.microsoft.com/office/drawing/2014/main" id="{232369EA-7579-CF4D-A874-9C272C52C4D6}"/>
              </a:ext>
            </a:extLst>
          </p:cNvPr>
          <p:cNvSpPr>
            <a:spLocks noGrp="1"/>
          </p:cNvSpPr>
          <p:nvPr>
            <p:ph type="body" sz="quarter" idx="20" hasCustomPrompt="1"/>
          </p:nvPr>
        </p:nvSpPr>
        <p:spPr>
          <a:xfrm>
            <a:off x="2546055" y="3530866"/>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58" name="Marcador de texto 3">
            <a:extLst>
              <a:ext uri="{FF2B5EF4-FFF2-40B4-BE49-F238E27FC236}">
                <a16:creationId xmlns:a16="http://schemas.microsoft.com/office/drawing/2014/main" id="{1A304CE3-89F1-C44F-BFC9-D8EF401C598C}"/>
              </a:ext>
            </a:extLst>
          </p:cNvPr>
          <p:cNvSpPr>
            <a:spLocks noGrp="1"/>
          </p:cNvSpPr>
          <p:nvPr>
            <p:ph type="body" sz="quarter" idx="21" hasCustomPrompt="1"/>
          </p:nvPr>
        </p:nvSpPr>
        <p:spPr>
          <a:xfrm>
            <a:off x="2546055" y="3776058"/>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59" name="Marcador de texto 3">
            <a:extLst>
              <a:ext uri="{FF2B5EF4-FFF2-40B4-BE49-F238E27FC236}">
                <a16:creationId xmlns:a16="http://schemas.microsoft.com/office/drawing/2014/main" id="{A4E41576-5248-DE49-B0E6-B4B1163AB30A}"/>
              </a:ext>
            </a:extLst>
          </p:cNvPr>
          <p:cNvSpPr>
            <a:spLocks noGrp="1"/>
          </p:cNvSpPr>
          <p:nvPr>
            <p:ph type="body" sz="quarter" idx="22" hasCustomPrompt="1"/>
          </p:nvPr>
        </p:nvSpPr>
        <p:spPr>
          <a:xfrm>
            <a:off x="793363" y="3753112"/>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
        <p:nvSpPr>
          <p:cNvPr id="60" name="Marcador de texto 3">
            <a:extLst>
              <a:ext uri="{FF2B5EF4-FFF2-40B4-BE49-F238E27FC236}">
                <a16:creationId xmlns:a16="http://schemas.microsoft.com/office/drawing/2014/main" id="{E171D7DB-3838-5041-A315-218877785A1E}"/>
              </a:ext>
            </a:extLst>
          </p:cNvPr>
          <p:cNvSpPr>
            <a:spLocks noGrp="1"/>
          </p:cNvSpPr>
          <p:nvPr>
            <p:ph type="body" sz="quarter" idx="23" hasCustomPrompt="1"/>
          </p:nvPr>
        </p:nvSpPr>
        <p:spPr>
          <a:xfrm>
            <a:off x="2546055" y="4700679"/>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61" name="Marcador de texto 3">
            <a:extLst>
              <a:ext uri="{FF2B5EF4-FFF2-40B4-BE49-F238E27FC236}">
                <a16:creationId xmlns:a16="http://schemas.microsoft.com/office/drawing/2014/main" id="{81438E77-522A-4140-A250-E553A959405A}"/>
              </a:ext>
            </a:extLst>
          </p:cNvPr>
          <p:cNvSpPr>
            <a:spLocks noGrp="1"/>
          </p:cNvSpPr>
          <p:nvPr>
            <p:ph type="body" sz="quarter" idx="24" hasCustomPrompt="1"/>
          </p:nvPr>
        </p:nvSpPr>
        <p:spPr>
          <a:xfrm>
            <a:off x="2546055" y="4945870"/>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62" name="Marcador de texto 3">
            <a:extLst>
              <a:ext uri="{FF2B5EF4-FFF2-40B4-BE49-F238E27FC236}">
                <a16:creationId xmlns:a16="http://schemas.microsoft.com/office/drawing/2014/main" id="{184B628F-5788-E843-9F20-1AE47749B546}"/>
              </a:ext>
            </a:extLst>
          </p:cNvPr>
          <p:cNvSpPr>
            <a:spLocks noGrp="1"/>
          </p:cNvSpPr>
          <p:nvPr>
            <p:ph type="body" sz="quarter" idx="25" hasCustomPrompt="1"/>
          </p:nvPr>
        </p:nvSpPr>
        <p:spPr>
          <a:xfrm>
            <a:off x="793363" y="4922925"/>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
        <p:nvSpPr>
          <p:cNvPr id="69" name="Marcador de texto 3">
            <a:extLst>
              <a:ext uri="{FF2B5EF4-FFF2-40B4-BE49-F238E27FC236}">
                <a16:creationId xmlns:a16="http://schemas.microsoft.com/office/drawing/2014/main" id="{2FD3C53A-887A-7D47-975F-703300D5F5C9}"/>
              </a:ext>
            </a:extLst>
          </p:cNvPr>
          <p:cNvSpPr>
            <a:spLocks noGrp="1"/>
          </p:cNvSpPr>
          <p:nvPr>
            <p:ph type="body" sz="quarter" idx="32" hasCustomPrompt="1"/>
          </p:nvPr>
        </p:nvSpPr>
        <p:spPr>
          <a:xfrm>
            <a:off x="7771538" y="4717008"/>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0" name="Marcador de texto 3">
            <a:extLst>
              <a:ext uri="{FF2B5EF4-FFF2-40B4-BE49-F238E27FC236}">
                <a16:creationId xmlns:a16="http://schemas.microsoft.com/office/drawing/2014/main" id="{09F75D65-FE9B-D64A-BEFE-D2494F9BF632}"/>
              </a:ext>
            </a:extLst>
          </p:cNvPr>
          <p:cNvSpPr>
            <a:spLocks noGrp="1"/>
          </p:cNvSpPr>
          <p:nvPr>
            <p:ph type="body" sz="quarter" idx="33" hasCustomPrompt="1"/>
          </p:nvPr>
        </p:nvSpPr>
        <p:spPr>
          <a:xfrm>
            <a:off x="7771538" y="4962199"/>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1" name="Marcador de texto 3">
            <a:extLst>
              <a:ext uri="{FF2B5EF4-FFF2-40B4-BE49-F238E27FC236}">
                <a16:creationId xmlns:a16="http://schemas.microsoft.com/office/drawing/2014/main" id="{958EB914-3FC4-704D-8816-A06FBAE8A711}"/>
              </a:ext>
            </a:extLst>
          </p:cNvPr>
          <p:cNvSpPr>
            <a:spLocks noGrp="1"/>
          </p:cNvSpPr>
          <p:nvPr>
            <p:ph type="body" sz="quarter" idx="34" hasCustomPrompt="1"/>
          </p:nvPr>
        </p:nvSpPr>
        <p:spPr>
          <a:xfrm>
            <a:off x="6018846" y="4939254"/>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
        <p:nvSpPr>
          <p:cNvPr id="72" name="Marcador de texto 3">
            <a:extLst>
              <a:ext uri="{FF2B5EF4-FFF2-40B4-BE49-F238E27FC236}">
                <a16:creationId xmlns:a16="http://schemas.microsoft.com/office/drawing/2014/main" id="{39DFB931-ABA0-F742-AE52-E77191255CDA}"/>
              </a:ext>
            </a:extLst>
          </p:cNvPr>
          <p:cNvSpPr>
            <a:spLocks noGrp="1"/>
          </p:cNvSpPr>
          <p:nvPr>
            <p:ph type="body" sz="quarter" idx="35" hasCustomPrompt="1"/>
          </p:nvPr>
        </p:nvSpPr>
        <p:spPr>
          <a:xfrm>
            <a:off x="7771538" y="3530867"/>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3" name="Marcador de texto 3">
            <a:extLst>
              <a:ext uri="{FF2B5EF4-FFF2-40B4-BE49-F238E27FC236}">
                <a16:creationId xmlns:a16="http://schemas.microsoft.com/office/drawing/2014/main" id="{5FD70CD8-9526-6B40-8EBC-950C7212D372}"/>
              </a:ext>
            </a:extLst>
          </p:cNvPr>
          <p:cNvSpPr>
            <a:spLocks noGrp="1"/>
          </p:cNvSpPr>
          <p:nvPr>
            <p:ph type="body" sz="quarter" idx="36" hasCustomPrompt="1"/>
          </p:nvPr>
        </p:nvSpPr>
        <p:spPr>
          <a:xfrm>
            <a:off x="7771538" y="3776058"/>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4" name="Marcador de texto 3">
            <a:extLst>
              <a:ext uri="{FF2B5EF4-FFF2-40B4-BE49-F238E27FC236}">
                <a16:creationId xmlns:a16="http://schemas.microsoft.com/office/drawing/2014/main" id="{11ABF37E-5DA6-4A45-88ED-E0B944BB6291}"/>
              </a:ext>
            </a:extLst>
          </p:cNvPr>
          <p:cNvSpPr>
            <a:spLocks noGrp="1"/>
          </p:cNvSpPr>
          <p:nvPr>
            <p:ph type="body" sz="quarter" idx="37" hasCustomPrompt="1"/>
          </p:nvPr>
        </p:nvSpPr>
        <p:spPr>
          <a:xfrm>
            <a:off x="6018846" y="3753113"/>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
        <p:nvSpPr>
          <p:cNvPr id="75" name="Marcador de texto 3">
            <a:extLst>
              <a:ext uri="{FF2B5EF4-FFF2-40B4-BE49-F238E27FC236}">
                <a16:creationId xmlns:a16="http://schemas.microsoft.com/office/drawing/2014/main" id="{471DE6FF-CF8D-2F43-8A38-A798AF059AC2}"/>
              </a:ext>
            </a:extLst>
          </p:cNvPr>
          <p:cNvSpPr>
            <a:spLocks noGrp="1"/>
          </p:cNvSpPr>
          <p:nvPr>
            <p:ph type="body" sz="quarter" idx="38" hasCustomPrompt="1"/>
          </p:nvPr>
        </p:nvSpPr>
        <p:spPr>
          <a:xfrm>
            <a:off x="7771538" y="2363525"/>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6" name="Marcador de texto 3">
            <a:extLst>
              <a:ext uri="{FF2B5EF4-FFF2-40B4-BE49-F238E27FC236}">
                <a16:creationId xmlns:a16="http://schemas.microsoft.com/office/drawing/2014/main" id="{E40D8D1F-4007-E148-992A-3B6FECA36293}"/>
              </a:ext>
            </a:extLst>
          </p:cNvPr>
          <p:cNvSpPr>
            <a:spLocks noGrp="1"/>
          </p:cNvSpPr>
          <p:nvPr>
            <p:ph type="body" sz="quarter" idx="39" hasCustomPrompt="1"/>
          </p:nvPr>
        </p:nvSpPr>
        <p:spPr>
          <a:xfrm>
            <a:off x="7771538" y="2608716"/>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7" name="Marcador de texto 3">
            <a:extLst>
              <a:ext uri="{FF2B5EF4-FFF2-40B4-BE49-F238E27FC236}">
                <a16:creationId xmlns:a16="http://schemas.microsoft.com/office/drawing/2014/main" id="{44C097D9-C40B-194A-AFA4-B2E0182D7C55}"/>
              </a:ext>
            </a:extLst>
          </p:cNvPr>
          <p:cNvSpPr>
            <a:spLocks noGrp="1"/>
          </p:cNvSpPr>
          <p:nvPr>
            <p:ph type="body" sz="quarter" idx="40" hasCustomPrompt="1"/>
          </p:nvPr>
        </p:nvSpPr>
        <p:spPr>
          <a:xfrm>
            <a:off x="6018846" y="2585771"/>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Tree>
    <p:extLst>
      <p:ext uri="{BB962C8B-B14F-4D97-AF65-F5344CB8AC3E}">
        <p14:creationId xmlns:p14="http://schemas.microsoft.com/office/powerpoint/2010/main" val="14337588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0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hasCustomPrompt="1"/>
          </p:nvPr>
        </p:nvSpPr>
        <p:spPr>
          <a:xfrm>
            <a:off x="370705" y="764704"/>
            <a:ext cx="11522316"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Título de la Agenda</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495" y="1604851"/>
            <a:ext cx="10478131"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 subtítulo de la Agenda</a:t>
            </a:r>
            <a:endParaRPr lang="es-ES_tradnl"/>
          </a:p>
        </p:txBody>
      </p:sp>
      <p:sp>
        <p:nvSpPr>
          <p:cNvPr id="6" name="Line">
            <a:extLst>
              <a:ext uri="{FF2B5EF4-FFF2-40B4-BE49-F238E27FC236}">
                <a16:creationId xmlns:a16="http://schemas.microsoft.com/office/drawing/2014/main" id="{01D30847-3FB2-714E-A811-A47C96F74A79}"/>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7" name="Slide Number Placeholder 5">
            <a:extLst>
              <a:ext uri="{FF2B5EF4-FFF2-40B4-BE49-F238E27FC236}">
                <a16:creationId xmlns:a16="http://schemas.microsoft.com/office/drawing/2014/main" id="{CCBB0AEC-53D9-E241-8CBE-0CDE95C05BAD}"/>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10" name="Rounded Rectangle">
            <a:extLst>
              <a:ext uri="{FF2B5EF4-FFF2-40B4-BE49-F238E27FC236}">
                <a16:creationId xmlns:a16="http://schemas.microsoft.com/office/drawing/2014/main" id="{A85F6016-129A-634C-9BE2-6F19C89B5515}"/>
              </a:ext>
            </a:extLst>
          </p:cNvPr>
          <p:cNvSpPr/>
          <p:nvPr userDrawn="1"/>
        </p:nvSpPr>
        <p:spPr>
          <a:xfrm>
            <a:off x="793363" y="2360011"/>
            <a:ext cx="1400654" cy="657102"/>
          </a:xfrm>
          <a:prstGeom prst="roundRect">
            <a:avLst>
              <a:gd name="adj" fmla="val 10220"/>
            </a:avLst>
          </a:prstGeom>
          <a:solidFill>
            <a:schemeClr val="accent1"/>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14" name="Rounded Rectangle">
            <a:extLst>
              <a:ext uri="{FF2B5EF4-FFF2-40B4-BE49-F238E27FC236}">
                <a16:creationId xmlns:a16="http://schemas.microsoft.com/office/drawing/2014/main" id="{D42120B7-5FA6-7245-923A-E58162E2F7D7}"/>
              </a:ext>
            </a:extLst>
          </p:cNvPr>
          <p:cNvSpPr/>
          <p:nvPr userDrawn="1"/>
        </p:nvSpPr>
        <p:spPr>
          <a:xfrm>
            <a:off x="793363" y="4007233"/>
            <a:ext cx="1400654" cy="657102"/>
          </a:xfrm>
          <a:prstGeom prst="roundRect">
            <a:avLst>
              <a:gd name="adj" fmla="val 10220"/>
            </a:avLst>
          </a:prstGeom>
          <a:solidFill>
            <a:schemeClr val="accent2"/>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28" name="Rounded Rectangle">
            <a:extLst>
              <a:ext uri="{FF2B5EF4-FFF2-40B4-BE49-F238E27FC236}">
                <a16:creationId xmlns:a16="http://schemas.microsoft.com/office/drawing/2014/main" id="{0EABECC6-5215-7745-84DF-F93E9294C8B8}"/>
              </a:ext>
            </a:extLst>
          </p:cNvPr>
          <p:cNvSpPr/>
          <p:nvPr userDrawn="1"/>
        </p:nvSpPr>
        <p:spPr>
          <a:xfrm>
            <a:off x="6023987" y="2363525"/>
            <a:ext cx="1400654" cy="657102"/>
          </a:xfrm>
          <a:prstGeom prst="roundRect">
            <a:avLst>
              <a:gd name="adj" fmla="val 10220"/>
            </a:avLst>
          </a:prstGeom>
          <a:solidFill>
            <a:schemeClr val="accent1"/>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32" name="Rounded Rectangle">
            <a:extLst>
              <a:ext uri="{FF2B5EF4-FFF2-40B4-BE49-F238E27FC236}">
                <a16:creationId xmlns:a16="http://schemas.microsoft.com/office/drawing/2014/main" id="{2C3B1B2B-1A5B-AE4C-99D2-4A2E563175D7}"/>
              </a:ext>
            </a:extLst>
          </p:cNvPr>
          <p:cNvSpPr/>
          <p:nvPr userDrawn="1"/>
        </p:nvSpPr>
        <p:spPr>
          <a:xfrm>
            <a:off x="6023987" y="4010747"/>
            <a:ext cx="1400654" cy="657102"/>
          </a:xfrm>
          <a:prstGeom prst="roundRect">
            <a:avLst>
              <a:gd name="adj" fmla="val 10220"/>
            </a:avLst>
          </a:prstGeom>
          <a:solidFill>
            <a:schemeClr val="accent2"/>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4" name="Line">
            <a:extLst>
              <a:ext uri="{FF2B5EF4-FFF2-40B4-BE49-F238E27FC236}">
                <a16:creationId xmlns:a16="http://schemas.microsoft.com/office/drawing/2014/main" id="{EBC1964A-DFC6-054C-ACE1-0846A6695915}"/>
              </a:ext>
            </a:extLst>
          </p:cNvPr>
          <p:cNvSpPr/>
          <p:nvPr userDrawn="1"/>
        </p:nvSpPr>
        <p:spPr>
          <a:xfrm flipV="1">
            <a:off x="2401894" y="2373242"/>
            <a:ext cx="0" cy="3466241"/>
          </a:xfrm>
          <a:prstGeom prst="line">
            <a:avLst/>
          </a:prstGeom>
          <a:noFill/>
          <a:ln w="25400" cap="flat">
            <a:solidFill>
              <a:srgbClr val="E0E4E9"/>
            </a:solidFill>
            <a:prstDash val="solid"/>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5" name="Circle">
            <a:extLst>
              <a:ext uri="{FF2B5EF4-FFF2-40B4-BE49-F238E27FC236}">
                <a16:creationId xmlns:a16="http://schemas.microsoft.com/office/drawing/2014/main" id="{57AB4059-F90E-5141-AC1D-4AAEDD6E431D}"/>
              </a:ext>
            </a:extLst>
          </p:cNvPr>
          <p:cNvSpPr/>
          <p:nvPr userDrawn="1"/>
        </p:nvSpPr>
        <p:spPr>
          <a:xfrm>
            <a:off x="2354811" y="2644996"/>
            <a:ext cx="94166" cy="94160"/>
          </a:xfrm>
          <a:prstGeom prst="ellipse">
            <a:avLst/>
          </a:prstGeom>
          <a:solidFill>
            <a:schemeClr val="bg2"/>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7" name="Circle">
            <a:extLst>
              <a:ext uri="{FF2B5EF4-FFF2-40B4-BE49-F238E27FC236}">
                <a16:creationId xmlns:a16="http://schemas.microsoft.com/office/drawing/2014/main" id="{A8B88074-F79F-484A-846F-B8133E57AC75}"/>
              </a:ext>
            </a:extLst>
          </p:cNvPr>
          <p:cNvSpPr/>
          <p:nvPr userDrawn="1"/>
        </p:nvSpPr>
        <p:spPr>
          <a:xfrm>
            <a:off x="2354811" y="4288705"/>
            <a:ext cx="94166" cy="94159"/>
          </a:xfrm>
          <a:prstGeom prst="ellipse">
            <a:avLst/>
          </a:prstGeom>
          <a:solidFill>
            <a:schemeClr val="bg2"/>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50" name="Line">
            <a:extLst>
              <a:ext uri="{FF2B5EF4-FFF2-40B4-BE49-F238E27FC236}">
                <a16:creationId xmlns:a16="http://schemas.microsoft.com/office/drawing/2014/main" id="{E67A589F-3ABA-6F4B-A9F5-6FBA87130570}"/>
              </a:ext>
            </a:extLst>
          </p:cNvPr>
          <p:cNvSpPr/>
          <p:nvPr userDrawn="1"/>
        </p:nvSpPr>
        <p:spPr>
          <a:xfrm flipV="1">
            <a:off x="7638868" y="2373242"/>
            <a:ext cx="0" cy="3466241"/>
          </a:xfrm>
          <a:prstGeom prst="line">
            <a:avLst/>
          </a:prstGeom>
          <a:noFill/>
          <a:ln w="25400" cap="flat">
            <a:solidFill>
              <a:srgbClr val="E0E4E9"/>
            </a:solidFill>
            <a:prstDash val="solid"/>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51" name="Circle">
            <a:extLst>
              <a:ext uri="{FF2B5EF4-FFF2-40B4-BE49-F238E27FC236}">
                <a16:creationId xmlns:a16="http://schemas.microsoft.com/office/drawing/2014/main" id="{CBAC289F-619C-D442-92F2-8F9379663A2C}"/>
              </a:ext>
            </a:extLst>
          </p:cNvPr>
          <p:cNvSpPr/>
          <p:nvPr userDrawn="1"/>
        </p:nvSpPr>
        <p:spPr>
          <a:xfrm>
            <a:off x="7591786" y="2644996"/>
            <a:ext cx="94166" cy="94160"/>
          </a:xfrm>
          <a:prstGeom prst="ellipse">
            <a:avLst/>
          </a:prstGeom>
          <a:solidFill>
            <a:srgbClr val="DFE4EA"/>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52" name="Circle">
            <a:extLst>
              <a:ext uri="{FF2B5EF4-FFF2-40B4-BE49-F238E27FC236}">
                <a16:creationId xmlns:a16="http://schemas.microsoft.com/office/drawing/2014/main" id="{88C62F94-3C17-6A45-8DD1-254F89FF2DA0}"/>
              </a:ext>
            </a:extLst>
          </p:cNvPr>
          <p:cNvSpPr/>
          <p:nvPr userDrawn="1"/>
        </p:nvSpPr>
        <p:spPr>
          <a:xfrm>
            <a:off x="7591786" y="4288705"/>
            <a:ext cx="94166" cy="94159"/>
          </a:xfrm>
          <a:prstGeom prst="ellipse">
            <a:avLst/>
          </a:prstGeom>
          <a:solidFill>
            <a:srgbClr val="DFE4EA"/>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 name="Marcador de texto 3">
            <a:extLst>
              <a:ext uri="{FF2B5EF4-FFF2-40B4-BE49-F238E27FC236}">
                <a16:creationId xmlns:a16="http://schemas.microsoft.com/office/drawing/2014/main" id="{8604F640-6912-814B-AAD3-348EE79A6470}"/>
              </a:ext>
            </a:extLst>
          </p:cNvPr>
          <p:cNvSpPr>
            <a:spLocks noGrp="1"/>
          </p:cNvSpPr>
          <p:nvPr>
            <p:ph type="body" sz="quarter" idx="17" hasCustomPrompt="1"/>
          </p:nvPr>
        </p:nvSpPr>
        <p:spPr>
          <a:xfrm>
            <a:off x="2546055" y="2363525"/>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55" name="Marcador de texto 3">
            <a:extLst>
              <a:ext uri="{FF2B5EF4-FFF2-40B4-BE49-F238E27FC236}">
                <a16:creationId xmlns:a16="http://schemas.microsoft.com/office/drawing/2014/main" id="{BAAE60C0-173D-8444-993B-0BBAA99AD6AA}"/>
              </a:ext>
            </a:extLst>
          </p:cNvPr>
          <p:cNvSpPr>
            <a:spLocks noGrp="1"/>
          </p:cNvSpPr>
          <p:nvPr>
            <p:ph type="body" sz="quarter" idx="18" hasCustomPrompt="1"/>
          </p:nvPr>
        </p:nvSpPr>
        <p:spPr>
          <a:xfrm>
            <a:off x="2546055" y="2608716"/>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56" name="Marcador de texto 3">
            <a:extLst>
              <a:ext uri="{FF2B5EF4-FFF2-40B4-BE49-F238E27FC236}">
                <a16:creationId xmlns:a16="http://schemas.microsoft.com/office/drawing/2014/main" id="{209C722A-0052-0C4F-9E9A-92A5F9EA72D7}"/>
              </a:ext>
            </a:extLst>
          </p:cNvPr>
          <p:cNvSpPr>
            <a:spLocks noGrp="1"/>
          </p:cNvSpPr>
          <p:nvPr>
            <p:ph type="body" sz="quarter" idx="19" hasCustomPrompt="1"/>
          </p:nvPr>
        </p:nvSpPr>
        <p:spPr>
          <a:xfrm>
            <a:off x="793363" y="2585771"/>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
        <p:nvSpPr>
          <p:cNvPr id="57" name="Marcador de texto 3">
            <a:extLst>
              <a:ext uri="{FF2B5EF4-FFF2-40B4-BE49-F238E27FC236}">
                <a16:creationId xmlns:a16="http://schemas.microsoft.com/office/drawing/2014/main" id="{232369EA-7579-CF4D-A874-9C272C52C4D6}"/>
              </a:ext>
            </a:extLst>
          </p:cNvPr>
          <p:cNvSpPr>
            <a:spLocks noGrp="1"/>
          </p:cNvSpPr>
          <p:nvPr>
            <p:ph type="body" sz="quarter" idx="20" hasCustomPrompt="1"/>
          </p:nvPr>
        </p:nvSpPr>
        <p:spPr>
          <a:xfrm>
            <a:off x="2546055" y="4015182"/>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58" name="Marcador de texto 3">
            <a:extLst>
              <a:ext uri="{FF2B5EF4-FFF2-40B4-BE49-F238E27FC236}">
                <a16:creationId xmlns:a16="http://schemas.microsoft.com/office/drawing/2014/main" id="{1A304CE3-89F1-C44F-BFC9-D8EF401C598C}"/>
              </a:ext>
            </a:extLst>
          </p:cNvPr>
          <p:cNvSpPr>
            <a:spLocks noGrp="1"/>
          </p:cNvSpPr>
          <p:nvPr>
            <p:ph type="body" sz="quarter" idx="21" hasCustomPrompt="1"/>
          </p:nvPr>
        </p:nvSpPr>
        <p:spPr>
          <a:xfrm>
            <a:off x="2546055" y="4260373"/>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59" name="Marcador de texto 3">
            <a:extLst>
              <a:ext uri="{FF2B5EF4-FFF2-40B4-BE49-F238E27FC236}">
                <a16:creationId xmlns:a16="http://schemas.microsoft.com/office/drawing/2014/main" id="{A4E41576-5248-DE49-B0E6-B4B1163AB30A}"/>
              </a:ext>
            </a:extLst>
          </p:cNvPr>
          <p:cNvSpPr>
            <a:spLocks noGrp="1"/>
          </p:cNvSpPr>
          <p:nvPr>
            <p:ph type="body" sz="quarter" idx="22" hasCustomPrompt="1"/>
          </p:nvPr>
        </p:nvSpPr>
        <p:spPr>
          <a:xfrm>
            <a:off x="793363" y="4237428"/>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
        <p:nvSpPr>
          <p:cNvPr id="72" name="Marcador de texto 3">
            <a:extLst>
              <a:ext uri="{FF2B5EF4-FFF2-40B4-BE49-F238E27FC236}">
                <a16:creationId xmlns:a16="http://schemas.microsoft.com/office/drawing/2014/main" id="{39DFB931-ABA0-F742-AE52-E77191255CDA}"/>
              </a:ext>
            </a:extLst>
          </p:cNvPr>
          <p:cNvSpPr>
            <a:spLocks noGrp="1"/>
          </p:cNvSpPr>
          <p:nvPr>
            <p:ph type="body" sz="quarter" idx="35" hasCustomPrompt="1"/>
          </p:nvPr>
        </p:nvSpPr>
        <p:spPr>
          <a:xfrm>
            <a:off x="7771538" y="4015182"/>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3" name="Marcador de texto 3">
            <a:extLst>
              <a:ext uri="{FF2B5EF4-FFF2-40B4-BE49-F238E27FC236}">
                <a16:creationId xmlns:a16="http://schemas.microsoft.com/office/drawing/2014/main" id="{5FD70CD8-9526-6B40-8EBC-950C7212D372}"/>
              </a:ext>
            </a:extLst>
          </p:cNvPr>
          <p:cNvSpPr>
            <a:spLocks noGrp="1"/>
          </p:cNvSpPr>
          <p:nvPr>
            <p:ph type="body" sz="quarter" idx="36" hasCustomPrompt="1"/>
          </p:nvPr>
        </p:nvSpPr>
        <p:spPr>
          <a:xfrm>
            <a:off x="7771538" y="4260374"/>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4" name="Marcador de texto 3">
            <a:extLst>
              <a:ext uri="{FF2B5EF4-FFF2-40B4-BE49-F238E27FC236}">
                <a16:creationId xmlns:a16="http://schemas.microsoft.com/office/drawing/2014/main" id="{11ABF37E-5DA6-4A45-88ED-E0B944BB6291}"/>
              </a:ext>
            </a:extLst>
          </p:cNvPr>
          <p:cNvSpPr>
            <a:spLocks noGrp="1"/>
          </p:cNvSpPr>
          <p:nvPr>
            <p:ph type="body" sz="quarter" idx="37" hasCustomPrompt="1"/>
          </p:nvPr>
        </p:nvSpPr>
        <p:spPr>
          <a:xfrm>
            <a:off x="6018846" y="4237428"/>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
        <p:nvSpPr>
          <p:cNvPr id="75" name="Marcador de texto 3">
            <a:extLst>
              <a:ext uri="{FF2B5EF4-FFF2-40B4-BE49-F238E27FC236}">
                <a16:creationId xmlns:a16="http://schemas.microsoft.com/office/drawing/2014/main" id="{471DE6FF-CF8D-2F43-8A38-A798AF059AC2}"/>
              </a:ext>
            </a:extLst>
          </p:cNvPr>
          <p:cNvSpPr>
            <a:spLocks noGrp="1"/>
          </p:cNvSpPr>
          <p:nvPr>
            <p:ph type="body" sz="quarter" idx="38" hasCustomPrompt="1"/>
          </p:nvPr>
        </p:nvSpPr>
        <p:spPr>
          <a:xfrm>
            <a:off x="7771538" y="2363525"/>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6" name="Marcador de texto 3">
            <a:extLst>
              <a:ext uri="{FF2B5EF4-FFF2-40B4-BE49-F238E27FC236}">
                <a16:creationId xmlns:a16="http://schemas.microsoft.com/office/drawing/2014/main" id="{E40D8D1F-4007-E148-992A-3B6FECA36293}"/>
              </a:ext>
            </a:extLst>
          </p:cNvPr>
          <p:cNvSpPr>
            <a:spLocks noGrp="1"/>
          </p:cNvSpPr>
          <p:nvPr>
            <p:ph type="body" sz="quarter" idx="39" hasCustomPrompt="1"/>
          </p:nvPr>
        </p:nvSpPr>
        <p:spPr>
          <a:xfrm>
            <a:off x="7771538" y="2608716"/>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7" name="Marcador de texto 3">
            <a:extLst>
              <a:ext uri="{FF2B5EF4-FFF2-40B4-BE49-F238E27FC236}">
                <a16:creationId xmlns:a16="http://schemas.microsoft.com/office/drawing/2014/main" id="{44C097D9-C40B-194A-AFA4-B2E0182D7C55}"/>
              </a:ext>
            </a:extLst>
          </p:cNvPr>
          <p:cNvSpPr>
            <a:spLocks noGrp="1"/>
          </p:cNvSpPr>
          <p:nvPr>
            <p:ph type="body" sz="quarter" idx="40" hasCustomPrompt="1"/>
          </p:nvPr>
        </p:nvSpPr>
        <p:spPr>
          <a:xfrm>
            <a:off x="6018846" y="2585771"/>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Tree>
    <p:extLst>
      <p:ext uri="{BB962C8B-B14F-4D97-AF65-F5344CB8AC3E}">
        <p14:creationId xmlns:p14="http://schemas.microsoft.com/office/powerpoint/2010/main" val="12970944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04">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hasCustomPrompt="1"/>
          </p:nvPr>
        </p:nvSpPr>
        <p:spPr>
          <a:xfrm>
            <a:off x="370705" y="764704"/>
            <a:ext cx="11522316"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Título de la Agenda</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495" y="1604851"/>
            <a:ext cx="10478131"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 subtítulo de la Agenda</a:t>
            </a:r>
            <a:endParaRPr lang="es-ES_tradnl"/>
          </a:p>
        </p:txBody>
      </p:sp>
      <p:sp>
        <p:nvSpPr>
          <p:cNvPr id="6" name="Line">
            <a:extLst>
              <a:ext uri="{FF2B5EF4-FFF2-40B4-BE49-F238E27FC236}">
                <a16:creationId xmlns:a16="http://schemas.microsoft.com/office/drawing/2014/main" id="{01D30847-3FB2-714E-A811-A47C96F74A79}"/>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7" name="Slide Number Placeholder 5">
            <a:extLst>
              <a:ext uri="{FF2B5EF4-FFF2-40B4-BE49-F238E27FC236}">
                <a16:creationId xmlns:a16="http://schemas.microsoft.com/office/drawing/2014/main" id="{CCBB0AEC-53D9-E241-8CBE-0CDE95C05BAD}"/>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10" name="Rounded Rectangle">
            <a:extLst>
              <a:ext uri="{FF2B5EF4-FFF2-40B4-BE49-F238E27FC236}">
                <a16:creationId xmlns:a16="http://schemas.microsoft.com/office/drawing/2014/main" id="{A85F6016-129A-634C-9BE2-6F19C89B5515}"/>
              </a:ext>
            </a:extLst>
          </p:cNvPr>
          <p:cNvSpPr/>
          <p:nvPr userDrawn="1"/>
        </p:nvSpPr>
        <p:spPr>
          <a:xfrm>
            <a:off x="793363" y="2360011"/>
            <a:ext cx="1400654" cy="657102"/>
          </a:xfrm>
          <a:prstGeom prst="roundRect">
            <a:avLst>
              <a:gd name="adj" fmla="val 10220"/>
            </a:avLst>
          </a:prstGeom>
          <a:solidFill>
            <a:schemeClr val="accent1"/>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28" name="Rounded Rectangle">
            <a:extLst>
              <a:ext uri="{FF2B5EF4-FFF2-40B4-BE49-F238E27FC236}">
                <a16:creationId xmlns:a16="http://schemas.microsoft.com/office/drawing/2014/main" id="{0EABECC6-5215-7745-84DF-F93E9294C8B8}"/>
              </a:ext>
            </a:extLst>
          </p:cNvPr>
          <p:cNvSpPr/>
          <p:nvPr userDrawn="1"/>
        </p:nvSpPr>
        <p:spPr>
          <a:xfrm>
            <a:off x="6023987" y="2363525"/>
            <a:ext cx="1400654" cy="657102"/>
          </a:xfrm>
          <a:prstGeom prst="roundRect">
            <a:avLst>
              <a:gd name="adj" fmla="val 10220"/>
            </a:avLst>
          </a:prstGeom>
          <a:solidFill>
            <a:schemeClr val="accent1"/>
          </a:solidFill>
          <a:ln w="12700">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4" name="Line">
            <a:extLst>
              <a:ext uri="{FF2B5EF4-FFF2-40B4-BE49-F238E27FC236}">
                <a16:creationId xmlns:a16="http://schemas.microsoft.com/office/drawing/2014/main" id="{EBC1964A-DFC6-054C-ACE1-0846A6695915}"/>
              </a:ext>
            </a:extLst>
          </p:cNvPr>
          <p:cNvSpPr/>
          <p:nvPr userDrawn="1"/>
        </p:nvSpPr>
        <p:spPr>
          <a:xfrm flipV="1">
            <a:off x="2401894" y="2373242"/>
            <a:ext cx="0" cy="3466241"/>
          </a:xfrm>
          <a:prstGeom prst="line">
            <a:avLst/>
          </a:prstGeom>
          <a:noFill/>
          <a:ln w="25400" cap="flat">
            <a:solidFill>
              <a:srgbClr val="E0E4E9"/>
            </a:solidFill>
            <a:prstDash val="solid"/>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5" name="Circle">
            <a:extLst>
              <a:ext uri="{FF2B5EF4-FFF2-40B4-BE49-F238E27FC236}">
                <a16:creationId xmlns:a16="http://schemas.microsoft.com/office/drawing/2014/main" id="{57AB4059-F90E-5141-AC1D-4AAEDD6E431D}"/>
              </a:ext>
            </a:extLst>
          </p:cNvPr>
          <p:cNvSpPr/>
          <p:nvPr userDrawn="1"/>
        </p:nvSpPr>
        <p:spPr>
          <a:xfrm>
            <a:off x="2354811" y="2644996"/>
            <a:ext cx="94166" cy="94160"/>
          </a:xfrm>
          <a:prstGeom prst="ellipse">
            <a:avLst/>
          </a:prstGeom>
          <a:solidFill>
            <a:schemeClr val="bg2"/>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50" name="Line">
            <a:extLst>
              <a:ext uri="{FF2B5EF4-FFF2-40B4-BE49-F238E27FC236}">
                <a16:creationId xmlns:a16="http://schemas.microsoft.com/office/drawing/2014/main" id="{E67A589F-3ABA-6F4B-A9F5-6FBA87130570}"/>
              </a:ext>
            </a:extLst>
          </p:cNvPr>
          <p:cNvSpPr/>
          <p:nvPr userDrawn="1"/>
        </p:nvSpPr>
        <p:spPr>
          <a:xfrm flipV="1">
            <a:off x="7638868" y="2373242"/>
            <a:ext cx="0" cy="3466241"/>
          </a:xfrm>
          <a:prstGeom prst="line">
            <a:avLst/>
          </a:prstGeom>
          <a:noFill/>
          <a:ln w="25400" cap="flat">
            <a:solidFill>
              <a:srgbClr val="E0E4E9"/>
            </a:solidFill>
            <a:prstDash val="solid"/>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51" name="Circle">
            <a:extLst>
              <a:ext uri="{FF2B5EF4-FFF2-40B4-BE49-F238E27FC236}">
                <a16:creationId xmlns:a16="http://schemas.microsoft.com/office/drawing/2014/main" id="{CBAC289F-619C-D442-92F2-8F9379663A2C}"/>
              </a:ext>
            </a:extLst>
          </p:cNvPr>
          <p:cNvSpPr/>
          <p:nvPr userDrawn="1"/>
        </p:nvSpPr>
        <p:spPr>
          <a:xfrm>
            <a:off x="7591786" y="2644996"/>
            <a:ext cx="94166" cy="94160"/>
          </a:xfrm>
          <a:prstGeom prst="ellipse">
            <a:avLst/>
          </a:prstGeom>
          <a:solidFill>
            <a:srgbClr val="DFE4EA"/>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 name="Marcador de texto 3">
            <a:extLst>
              <a:ext uri="{FF2B5EF4-FFF2-40B4-BE49-F238E27FC236}">
                <a16:creationId xmlns:a16="http://schemas.microsoft.com/office/drawing/2014/main" id="{8604F640-6912-814B-AAD3-348EE79A6470}"/>
              </a:ext>
            </a:extLst>
          </p:cNvPr>
          <p:cNvSpPr>
            <a:spLocks noGrp="1"/>
          </p:cNvSpPr>
          <p:nvPr>
            <p:ph type="body" sz="quarter" idx="17" hasCustomPrompt="1"/>
          </p:nvPr>
        </p:nvSpPr>
        <p:spPr>
          <a:xfrm>
            <a:off x="2546055" y="2363525"/>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55" name="Marcador de texto 3">
            <a:extLst>
              <a:ext uri="{FF2B5EF4-FFF2-40B4-BE49-F238E27FC236}">
                <a16:creationId xmlns:a16="http://schemas.microsoft.com/office/drawing/2014/main" id="{BAAE60C0-173D-8444-993B-0BBAA99AD6AA}"/>
              </a:ext>
            </a:extLst>
          </p:cNvPr>
          <p:cNvSpPr>
            <a:spLocks noGrp="1"/>
          </p:cNvSpPr>
          <p:nvPr>
            <p:ph type="body" sz="quarter" idx="18" hasCustomPrompt="1"/>
          </p:nvPr>
        </p:nvSpPr>
        <p:spPr>
          <a:xfrm>
            <a:off x="2546055" y="2608716"/>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56" name="Marcador de texto 3">
            <a:extLst>
              <a:ext uri="{FF2B5EF4-FFF2-40B4-BE49-F238E27FC236}">
                <a16:creationId xmlns:a16="http://schemas.microsoft.com/office/drawing/2014/main" id="{209C722A-0052-0C4F-9E9A-92A5F9EA72D7}"/>
              </a:ext>
            </a:extLst>
          </p:cNvPr>
          <p:cNvSpPr>
            <a:spLocks noGrp="1"/>
          </p:cNvSpPr>
          <p:nvPr>
            <p:ph type="body" sz="quarter" idx="19" hasCustomPrompt="1"/>
          </p:nvPr>
        </p:nvSpPr>
        <p:spPr>
          <a:xfrm>
            <a:off x="793363" y="2585771"/>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
        <p:nvSpPr>
          <p:cNvPr id="75" name="Marcador de texto 3">
            <a:extLst>
              <a:ext uri="{FF2B5EF4-FFF2-40B4-BE49-F238E27FC236}">
                <a16:creationId xmlns:a16="http://schemas.microsoft.com/office/drawing/2014/main" id="{471DE6FF-CF8D-2F43-8A38-A798AF059AC2}"/>
              </a:ext>
            </a:extLst>
          </p:cNvPr>
          <p:cNvSpPr>
            <a:spLocks noGrp="1"/>
          </p:cNvSpPr>
          <p:nvPr>
            <p:ph type="body" sz="quarter" idx="38" hasCustomPrompt="1"/>
          </p:nvPr>
        </p:nvSpPr>
        <p:spPr>
          <a:xfrm>
            <a:off x="7771538" y="2363525"/>
            <a:ext cx="3263701" cy="205582"/>
          </a:xfrm>
          <a:prstGeom prst="rect">
            <a:avLst/>
          </a:prstGeom>
        </p:spPr>
        <p:txBody>
          <a:bodyPr anchor="t"/>
          <a:lstStyle>
            <a:lvl1pPr marL="0" indent="0">
              <a:buNone/>
              <a:defRPr sz="1000" b="1">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6" name="Marcador de texto 3">
            <a:extLst>
              <a:ext uri="{FF2B5EF4-FFF2-40B4-BE49-F238E27FC236}">
                <a16:creationId xmlns:a16="http://schemas.microsoft.com/office/drawing/2014/main" id="{E40D8D1F-4007-E148-992A-3B6FECA36293}"/>
              </a:ext>
            </a:extLst>
          </p:cNvPr>
          <p:cNvSpPr>
            <a:spLocks noGrp="1"/>
          </p:cNvSpPr>
          <p:nvPr>
            <p:ph type="body" sz="quarter" idx="39" hasCustomPrompt="1"/>
          </p:nvPr>
        </p:nvSpPr>
        <p:spPr>
          <a:xfrm>
            <a:off x="7771538" y="2608716"/>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7" name="Marcador de texto 3">
            <a:extLst>
              <a:ext uri="{FF2B5EF4-FFF2-40B4-BE49-F238E27FC236}">
                <a16:creationId xmlns:a16="http://schemas.microsoft.com/office/drawing/2014/main" id="{44C097D9-C40B-194A-AFA4-B2E0182D7C55}"/>
              </a:ext>
            </a:extLst>
          </p:cNvPr>
          <p:cNvSpPr>
            <a:spLocks noGrp="1"/>
          </p:cNvSpPr>
          <p:nvPr>
            <p:ph type="body" sz="quarter" idx="40" hasCustomPrompt="1"/>
          </p:nvPr>
        </p:nvSpPr>
        <p:spPr>
          <a:xfrm>
            <a:off x="6018846" y="2585771"/>
            <a:ext cx="1400654" cy="205582"/>
          </a:xfrm>
          <a:prstGeom prst="rect">
            <a:avLst/>
          </a:prstGeom>
        </p:spPr>
        <p:txBody>
          <a:bodyPr anchor="t"/>
          <a:lstStyle>
            <a:lvl1pPr marL="0" indent="0" algn="ctr">
              <a:buNone/>
              <a:defRPr sz="1200" b="1">
                <a:solidFill>
                  <a:schemeClr val="bg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8:00 - 11:00</a:t>
            </a:r>
          </a:p>
        </p:txBody>
      </p:sp>
    </p:spTree>
    <p:extLst>
      <p:ext uri="{BB962C8B-B14F-4D97-AF65-F5344CB8AC3E}">
        <p14:creationId xmlns:p14="http://schemas.microsoft.com/office/powerpoint/2010/main" val="37281797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GENDA 05">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732072-65B5-544B-9D8A-A1568E60D4BA}"/>
              </a:ext>
            </a:extLst>
          </p:cNvPr>
          <p:cNvSpPr/>
          <p:nvPr userDrawn="1"/>
        </p:nvSpPr>
        <p:spPr>
          <a:xfrm>
            <a:off x="4527509" y="6309320"/>
            <a:ext cx="3188776"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T" sz="900"/>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4141015" cy="387798"/>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hasCustomPrompt="1"/>
          </p:nvPr>
        </p:nvSpPr>
        <p:spPr>
          <a:xfrm>
            <a:off x="370705" y="764704"/>
            <a:ext cx="41410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Título de la Agenda</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494" y="1604851"/>
            <a:ext cx="4141015" cy="537207"/>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 subtítulo de la Agenda</a:t>
            </a:r>
            <a:endParaRPr lang="es-ES_tradnl"/>
          </a:p>
        </p:txBody>
      </p:sp>
      <p:sp>
        <p:nvSpPr>
          <p:cNvPr id="6" name="Line">
            <a:extLst>
              <a:ext uri="{FF2B5EF4-FFF2-40B4-BE49-F238E27FC236}">
                <a16:creationId xmlns:a16="http://schemas.microsoft.com/office/drawing/2014/main" id="{01D30847-3FB2-714E-A811-A47C96F74A79}"/>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7" name="Slide Number Placeholder 5">
            <a:extLst>
              <a:ext uri="{FF2B5EF4-FFF2-40B4-BE49-F238E27FC236}">
                <a16:creationId xmlns:a16="http://schemas.microsoft.com/office/drawing/2014/main" id="{CCBB0AEC-53D9-E241-8CBE-0CDE95C05BAD}"/>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50" name="Line">
            <a:extLst>
              <a:ext uri="{FF2B5EF4-FFF2-40B4-BE49-F238E27FC236}">
                <a16:creationId xmlns:a16="http://schemas.microsoft.com/office/drawing/2014/main" id="{E67A589F-3ABA-6F4B-A9F5-6FBA87130570}"/>
              </a:ext>
            </a:extLst>
          </p:cNvPr>
          <p:cNvSpPr/>
          <p:nvPr userDrawn="1"/>
        </p:nvSpPr>
        <p:spPr>
          <a:xfrm flipV="1">
            <a:off x="7907673" y="2373242"/>
            <a:ext cx="0" cy="3466241"/>
          </a:xfrm>
          <a:prstGeom prst="line">
            <a:avLst/>
          </a:prstGeom>
          <a:noFill/>
          <a:ln w="25400" cap="flat">
            <a:solidFill>
              <a:srgbClr val="E0E4E9"/>
            </a:solidFill>
            <a:prstDash val="solid"/>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51" name="Circle">
            <a:extLst>
              <a:ext uri="{FF2B5EF4-FFF2-40B4-BE49-F238E27FC236}">
                <a16:creationId xmlns:a16="http://schemas.microsoft.com/office/drawing/2014/main" id="{CBAC289F-619C-D442-92F2-8F9379663A2C}"/>
              </a:ext>
            </a:extLst>
          </p:cNvPr>
          <p:cNvSpPr/>
          <p:nvPr userDrawn="1"/>
        </p:nvSpPr>
        <p:spPr>
          <a:xfrm>
            <a:off x="7860590" y="2644996"/>
            <a:ext cx="94166" cy="94160"/>
          </a:xfrm>
          <a:prstGeom prst="ellipse">
            <a:avLst/>
          </a:prstGeom>
          <a:solidFill>
            <a:srgbClr val="DFE4EA"/>
          </a:solidFill>
          <a:ln w="12700" cap="flat">
            <a:noFill/>
            <a:miter lim="400000"/>
          </a:ln>
          <a:effectLst/>
        </p:spPr>
        <p:txBody>
          <a:bodyPr wrap="square" lIns="0" tIns="0" rIns="0" bIns="0" numCol="1" anchor="t">
            <a:noAutofit/>
          </a:bodyPr>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75" name="Marcador de texto 3">
            <a:extLst>
              <a:ext uri="{FF2B5EF4-FFF2-40B4-BE49-F238E27FC236}">
                <a16:creationId xmlns:a16="http://schemas.microsoft.com/office/drawing/2014/main" id="{471DE6FF-CF8D-2F43-8A38-A798AF059AC2}"/>
              </a:ext>
            </a:extLst>
          </p:cNvPr>
          <p:cNvSpPr>
            <a:spLocks noGrp="1"/>
          </p:cNvSpPr>
          <p:nvPr>
            <p:ph type="body" sz="quarter" idx="38" hasCustomPrompt="1"/>
          </p:nvPr>
        </p:nvSpPr>
        <p:spPr>
          <a:xfrm>
            <a:off x="8040343" y="2363525"/>
            <a:ext cx="3263701" cy="205582"/>
          </a:xfrm>
          <a:prstGeom prst="rect">
            <a:avLst/>
          </a:prstGeom>
        </p:spPr>
        <p:txBody>
          <a:bodyPr anchor="t"/>
          <a:lstStyle>
            <a:lvl1pPr marL="0" indent="0">
              <a:buNone/>
              <a:defRPr sz="1000" b="1">
                <a:solidFill>
                  <a:schemeClr val="accent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76" name="Marcador de texto 3">
            <a:extLst>
              <a:ext uri="{FF2B5EF4-FFF2-40B4-BE49-F238E27FC236}">
                <a16:creationId xmlns:a16="http://schemas.microsoft.com/office/drawing/2014/main" id="{E40D8D1F-4007-E148-992A-3B6FECA36293}"/>
              </a:ext>
            </a:extLst>
          </p:cNvPr>
          <p:cNvSpPr>
            <a:spLocks noGrp="1"/>
          </p:cNvSpPr>
          <p:nvPr>
            <p:ph type="body" sz="quarter" idx="39" hasCustomPrompt="1"/>
          </p:nvPr>
        </p:nvSpPr>
        <p:spPr>
          <a:xfrm>
            <a:off x="8040343" y="2608716"/>
            <a:ext cx="3263701" cy="408397"/>
          </a:xfrm>
          <a:prstGeom prst="rect">
            <a:avLst/>
          </a:prstGeom>
        </p:spPr>
        <p:txBody>
          <a:bodyPr anchor="t"/>
          <a:lstStyle>
            <a:lvl1pPr marL="0" indent="0">
              <a:buNone/>
              <a:defRPr sz="900" b="0">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19" name="Picture Placeholder 1">
            <a:extLst>
              <a:ext uri="{FF2B5EF4-FFF2-40B4-BE49-F238E27FC236}">
                <a16:creationId xmlns:a16="http://schemas.microsoft.com/office/drawing/2014/main" id="{5257DF6C-5F0B-0F44-8915-80AAA5D38ADD}"/>
              </a:ext>
            </a:extLst>
          </p:cNvPr>
          <p:cNvSpPr>
            <a:spLocks noGrp="1"/>
          </p:cNvSpPr>
          <p:nvPr>
            <p:ph type="pic" sz="quarter" idx="41"/>
          </p:nvPr>
        </p:nvSpPr>
        <p:spPr>
          <a:xfrm>
            <a:off x="4692827" y="-1473"/>
            <a:ext cx="2851600" cy="6859473"/>
          </a:xfrm>
          <a:prstGeom prst="rect">
            <a:avLst/>
          </a:prstGeom>
          <a:solidFill>
            <a:schemeClr val="bg2"/>
          </a:solidFill>
        </p:spPr>
        <p:txBody>
          <a:bodyPr anchor="ctr"/>
          <a:lstStyle>
            <a:lvl1pPr marL="0" indent="0" algn="ctr">
              <a:buNone/>
              <a:defRPr sz="1200">
                <a:solidFill>
                  <a:schemeClr val="tx1">
                    <a:lumMod val="40000"/>
                    <a:lumOff val="60000"/>
                  </a:schemeClr>
                </a:solidFill>
                <a:latin typeface="Century Gothic" panose="020B0502020202020204" pitchFamily="34" charset="0"/>
              </a:defRPr>
            </a:lvl1pPr>
          </a:lstStyle>
          <a:p>
            <a:r>
              <a:rPr lang="es-MX"/>
              <a:t>Haz clic en el icono para agregar una imagen</a:t>
            </a:r>
            <a:endParaRPr lang="es-ES_tradnl"/>
          </a:p>
        </p:txBody>
      </p:sp>
      <p:sp>
        <p:nvSpPr>
          <p:cNvPr id="37" name="Marcador de texto 3">
            <a:extLst>
              <a:ext uri="{FF2B5EF4-FFF2-40B4-BE49-F238E27FC236}">
                <a16:creationId xmlns:a16="http://schemas.microsoft.com/office/drawing/2014/main" id="{48D9B59E-629D-A54E-A5C6-5857DA92AA66}"/>
              </a:ext>
            </a:extLst>
          </p:cNvPr>
          <p:cNvSpPr>
            <a:spLocks noGrp="1"/>
          </p:cNvSpPr>
          <p:nvPr>
            <p:ph type="body" sz="quarter" idx="42" hasCustomPrompt="1"/>
          </p:nvPr>
        </p:nvSpPr>
        <p:spPr>
          <a:xfrm>
            <a:off x="839074" y="3426981"/>
            <a:ext cx="3606523" cy="408397"/>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Día</a:t>
            </a:r>
            <a:endParaRPr lang="es-ES_tradnl"/>
          </a:p>
        </p:txBody>
      </p:sp>
      <p:sp>
        <p:nvSpPr>
          <p:cNvPr id="38" name="Marcador de texto 3">
            <a:extLst>
              <a:ext uri="{FF2B5EF4-FFF2-40B4-BE49-F238E27FC236}">
                <a16:creationId xmlns:a16="http://schemas.microsoft.com/office/drawing/2014/main" id="{24AB1781-3FE5-CF4E-9D0F-8560D14E47AA}"/>
              </a:ext>
            </a:extLst>
          </p:cNvPr>
          <p:cNvSpPr>
            <a:spLocks noGrp="1"/>
          </p:cNvSpPr>
          <p:nvPr>
            <p:ph type="body" sz="quarter" idx="43" hasCustomPrompt="1"/>
          </p:nvPr>
        </p:nvSpPr>
        <p:spPr>
          <a:xfrm>
            <a:off x="839074" y="4279611"/>
            <a:ext cx="3606523" cy="408397"/>
          </a:xfrm>
          <a:prstGeom prst="rect">
            <a:avLst/>
          </a:prstGeom>
        </p:spPr>
        <p:txBody>
          <a:bodyPr anchor="t"/>
          <a:lstStyle>
            <a:lvl1pPr marL="0" indent="0">
              <a:buNone/>
              <a:defRPr sz="1200" b="0">
                <a:solidFill>
                  <a:schemeClr val="tx2"/>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39" name="Marcador de texto 3">
            <a:extLst>
              <a:ext uri="{FF2B5EF4-FFF2-40B4-BE49-F238E27FC236}">
                <a16:creationId xmlns:a16="http://schemas.microsoft.com/office/drawing/2014/main" id="{46372980-D4E2-F640-83F0-FCC592D6865E}"/>
              </a:ext>
            </a:extLst>
          </p:cNvPr>
          <p:cNvSpPr>
            <a:spLocks noGrp="1"/>
          </p:cNvSpPr>
          <p:nvPr>
            <p:ph type="body" sz="quarter" idx="44" hasCustomPrompt="1"/>
          </p:nvPr>
        </p:nvSpPr>
        <p:spPr>
          <a:xfrm>
            <a:off x="839074" y="3843359"/>
            <a:ext cx="3606523" cy="317916"/>
          </a:xfrm>
          <a:prstGeom prst="rect">
            <a:avLst/>
          </a:prstGeom>
        </p:spPr>
        <p:txBody>
          <a:bodyPr anchor="t"/>
          <a:lstStyle>
            <a:lvl1pPr marL="0" indent="0">
              <a:buNone/>
              <a:defRPr sz="2000" b="0">
                <a:solidFill>
                  <a:schemeClr val="tx2"/>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MES</a:t>
            </a:r>
            <a:endParaRPr lang="es-ES_tradnl"/>
          </a:p>
        </p:txBody>
      </p:sp>
    </p:spTree>
    <p:extLst>
      <p:ext uri="{BB962C8B-B14F-4D97-AF65-F5344CB8AC3E}">
        <p14:creationId xmlns:p14="http://schemas.microsoft.com/office/powerpoint/2010/main" val="248358957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0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hasCustomPrompt="1"/>
          </p:nvPr>
        </p:nvSpPr>
        <p:spPr>
          <a:xfrm>
            <a:off x="370705" y="764704"/>
            <a:ext cx="11486310"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Título de la Agenda</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495" y="1604851"/>
            <a:ext cx="10478131" cy="31791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 subtítulo de la Agenda</a:t>
            </a:r>
            <a:endParaRPr lang="es-ES_tradnl"/>
          </a:p>
        </p:txBody>
      </p:sp>
      <p:sp>
        <p:nvSpPr>
          <p:cNvPr id="6" name="Line">
            <a:extLst>
              <a:ext uri="{FF2B5EF4-FFF2-40B4-BE49-F238E27FC236}">
                <a16:creationId xmlns:a16="http://schemas.microsoft.com/office/drawing/2014/main" id="{01D30847-3FB2-714E-A811-A47C96F74A79}"/>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7" name="Slide Number Placeholder 5">
            <a:extLst>
              <a:ext uri="{FF2B5EF4-FFF2-40B4-BE49-F238E27FC236}">
                <a16:creationId xmlns:a16="http://schemas.microsoft.com/office/drawing/2014/main" id="{CCBB0AEC-53D9-E241-8CBE-0CDE95C05BAD}"/>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15" name="Line">
            <a:extLst>
              <a:ext uri="{FF2B5EF4-FFF2-40B4-BE49-F238E27FC236}">
                <a16:creationId xmlns:a16="http://schemas.microsoft.com/office/drawing/2014/main" id="{BF6B6EF2-F86C-454E-AA9E-2A076AA552F7}"/>
              </a:ext>
            </a:extLst>
          </p:cNvPr>
          <p:cNvSpPr/>
          <p:nvPr userDrawn="1"/>
        </p:nvSpPr>
        <p:spPr>
          <a:xfrm flipV="1">
            <a:off x="1862082" y="2271262"/>
            <a:ext cx="0" cy="3886887"/>
          </a:xfrm>
          <a:prstGeom prst="line">
            <a:avLst/>
          </a:prstGeom>
          <a:ln w="25400">
            <a:solidFill>
              <a:srgbClr val="E0E4E9"/>
            </a:solidFill>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18" name="Line">
            <a:extLst>
              <a:ext uri="{FF2B5EF4-FFF2-40B4-BE49-F238E27FC236}">
                <a16:creationId xmlns:a16="http://schemas.microsoft.com/office/drawing/2014/main" id="{C8519AD6-62F5-BC44-8A0E-A71536D577E9}"/>
              </a:ext>
            </a:extLst>
          </p:cNvPr>
          <p:cNvSpPr/>
          <p:nvPr userDrawn="1"/>
        </p:nvSpPr>
        <p:spPr>
          <a:xfrm>
            <a:off x="1168800" y="3167044"/>
            <a:ext cx="9693607" cy="0"/>
          </a:xfrm>
          <a:prstGeom prst="line">
            <a:avLst/>
          </a:prstGeom>
          <a:ln w="25400">
            <a:solidFill>
              <a:srgbClr val="E0E4E9"/>
            </a:solidFill>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20" name="Line">
            <a:extLst>
              <a:ext uri="{FF2B5EF4-FFF2-40B4-BE49-F238E27FC236}">
                <a16:creationId xmlns:a16="http://schemas.microsoft.com/office/drawing/2014/main" id="{BC2BA47F-982A-1745-8CB0-2D2CE3AE954A}"/>
              </a:ext>
            </a:extLst>
          </p:cNvPr>
          <p:cNvSpPr/>
          <p:nvPr userDrawn="1"/>
        </p:nvSpPr>
        <p:spPr>
          <a:xfrm>
            <a:off x="1168800" y="4137629"/>
            <a:ext cx="9693607" cy="0"/>
          </a:xfrm>
          <a:prstGeom prst="line">
            <a:avLst/>
          </a:prstGeom>
          <a:ln w="25400">
            <a:solidFill>
              <a:srgbClr val="E0E4E9"/>
            </a:solidFill>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21" name="Line">
            <a:extLst>
              <a:ext uri="{FF2B5EF4-FFF2-40B4-BE49-F238E27FC236}">
                <a16:creationId xmlns:a16="http://schemas.microsoft.com/office/drawing/2014/main" id="{2372F5D6-1DC6-B742-9C9C-22F3479DF049}"/>
              </a:ext>
            </a:extLst>
          </p:cNvPr>
          <p:cNvSpPr/>
          <p:nvPr userDrawn="1"/>
        </p:nvSpPr>
        <p:spPr>
          <a:xfrm>
            <a:off x="1168800" y="5108215"/>
            <a:ext cx="9693607" cy="0"/>
          </a:xfrm>
          <a:prstGeom prst="line">
            <a:avLst/>
          </a:prstGeom>
          <a:ln w="25400">
            <a:solidFill>
              <a:srgbClr val="E0E4E9"/>
            </a:solidFill>
            <a:miter lim="400000"/>
          </a:ln>
        </p:spPr>
        <p:txBody>
          <a:bodyPr lIns="0" tIns="0" rIns="0" bIns="0" anchor="t"/>
          <a:lstStyle/>
          <a:p>
            <a:pPr algn="ctr">
              <a:defRPr sz="3200" b="0">
                <a:solidFill>
                  <a:srgbClr val="FFFFFF"/>
                </a:solidFill>
                <a:latin typeface="Helvetica Neue Medium"/>
                <a:ea typeface="Helvetica Neue Medium"/>
                <a:cs typeface="Helvetica Neue Medium"/>
                <a:sym typeface="Helvetica Neue Medium"/>
              </a:defRPr>
            </a:pPr>
            <a:endParaRPr sz="1600">
              <a:latin typeface="Century Gothic" panose="020B0502020202020204" pitchFamily="34" charset="0"/>
            </a:endParaRPr>
          </a:p>
        </p:txBody>
      </p:sp>
      <p:sp>
        <p:nvSpPr>
          <p:cNvPr id="41" name="Marcador de texto 3">
            <a:extLst>
              <a:ext uri="{FF2B5EF4-FFF2-40B4-BE49-F238E27FC236}">
                <a16:creationId xmlns:a16="http://schemas.microsoft.com/office/drawing/2014/main" id="{5C936176-5DCD-3841-9052-12DAEAA13123}"/>
              </a:ext>
            </a:extLst>
          </p:cNvPr>
          <p:cNvSpPr>
            <a:spLocks noGrp="1"/>
          </p:cNvSpPr>
          <p:nvPr>
            <p:ph type="body" sz="quarter" idx="45" hasCustomPrompt="1"/>
          </p:nvPr>
        </p:nvSpPr>
        <p:spPr>
          <a:xfrm>
            <a:off x="1031278" y="2514184"/>
            <a:ext cx="734350" cy="408397"/>
          </a:xfrm>
          <a:prstGeom prst="rect">
            <a:avLst/>
          </a:prstGeom>
        </p:spPr>
        <p:txBody>
          <a:bodyPr anchor="t"/>
          <a:lstStyle>
            <a:lvl1pPr marL="0" indent="0" algn="r">
              <a:buNone/>
              <a:defRPr sz="3000" b="1">
                <a:solidFill>
                  <a:schemeClr val="accent3"/>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00.</a:t>
            </a:r>
            <a:endParaRPr lang="es-ES_tradnl"/>
          </a:p>
        </p:txBody>
      </p:sp>
      <p:sp>
        <p:nvSpPr>
          <p:cNvPr id="42" name="Marcador de texto 3">
            <a:extLst>
              <a:ext uri="{FF2B5EF4-FFF2-40B4-BE49-F238E27FC236}">
                <a16:creationId xmlns:a16="http://schemas.microsoft.com/office/drawing/2014/main" id="{5F2EE72F-FE8C-134B-BC65-899FDA61224A}"/>
              </a:ext>
            </a:extLst>
          </p:cNvPr>
          <p:cNvSpPr>
            <a:spLocks noGrp="1"/>
          </p:cNvSpPr>
          <p:nvPr>
            <p:ph type="body" sz="quarter" idx="46" hasCustomPrompt="1"/>
          </p:nvPr>
        </p:nvSpPr>
        <p:spPr>
          <a:xfrm>
            <a:off x="1031278" y="3469405"/>
            <a:ext cx="734350" cy="408397"/>
          </a:xfrm>
          <a:prstGeom prst="rect">
            <a:avLst/>
          </a:prstGeom>
        </p:spPr>
        <p:txBody>
          <a:bodyPr anchor="t"/>
          <a:lstStyle>
            <a:lvl1pPr marL="0" indent="0" algn="r">
              <a:buNone/>
              <a:defRPr sz="3000" b="1">
                <a:solidFill>
                  <a:schemeClr val="accent3"/>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00.</a:t>
            </a:r>
            <a:endParaRPr lang="es-ES_tradnl"/>
          </a:p>
        </p:txBody>
      </p:sp>
      <p:sp>
        <p:nvSpPr>
          <p:cNvPr id="43" name="Marcador de texto 3">
            <a:extLst>
              <a:ext uri="{FF2B5EF4-FFF2-40B4-BE49-F238E27FC236}">
                <a16:creationId xmlns:a16="http://schemas.microsoft.com/office/drawing/2014/main" id="{7DC7A3F5-4C78-7B48-9842-9368C47D918F}"/>
              </a:ext>
            </a:extLst>
          </p:cNvPr>
          <p:cNvSpPr>
            <a:spLocks noGrp="1"/>
          </p:cNvSpPr>
          <p:nvPr>
            <p:ph type="body" sz="quarter" idx="47" hasCustomPrompt="1"/>
          </p:nvPr>
        </p:nvSpPr>
        <p:spPr>
          <a:xfrm>
            <a:off x="1031278" y="4416462"/>
            <a:ext cx="734350" cy="408397"/>
          </a:xfrm>
          <a:prstGeom prst="rect">
            <a:avLst/>
          </a:prstGeom>
        </p:spPr>
        <p:txBody>
          <a:bodyPr anchor="t"/>
          <a:lstStyle>
            <a:lvl1pPr marL="0" indent="0" algn="r">
              <a:buNone/>
              <a:defRPr sz="3000" b="1">
                <a:solidFill>
                  <a:schemeClr val="accent3"/>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00.</a:t>
            </a:r>
            <a:endParaRPr lang="es-ES_tradnl"/>
          </a:p>
        </p:txBody>
      </p:sp>
      <p:sp>
        <p:nvSpPr>
          <p:cNvPr id="44" name="Marcador de texto 3">
            <a:extLst>
              <a:ext uri="{FF2B5EF4-FFF2-40B4-BE49-F238E27FC236}">
                <a16:creationId xmlns:a16="http://schemas.microsoft.com/office/drawing/2014/main" id="{95F37E43-EBE6-7841-AE62-00416077E986}"/>
              </a:ext>
            </a:extLst>
          </p:cNvPr>
          <p:cNvSpPr>
            <a:spLocks noGrp="1"/>
          </p:cNvSpPr>
          <p:nvPr>
            <p:ph type="body" sz="quarter" idx="48" hasCustomPrompt="1"/>
          </p:nvPr>
        </p:nvSpPr>
        <p:spPr>
          <a:xfrm>
            <a:off x="1031278" y="5428984"/>
            <a:ext cx="734350" cy="408397"/>
          </a:xfrm>
          <a:prstGeom prst="rect">
            <a:avLst/>
          </a:prstGeom>
        </p:spPr>
        <p:txBody>
          <a:bodyPr anchor="t"/>
          <a:lstStyle>
            <a:lvl1pPr marL="0" indent="0" algn="r">
              <a:buNone/>
              <a:defRPr sz="3000" b="1">
                <a:solidFill>
                  <a:schemeClr val="accent3"/>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00.</a:t>
            </a:r>
            <a:endParaRPr lang="es-ES_tradnl"/>
          </a:p>
        </p:txBody>
      </p:sp>
      <p:sp>
        <p:nvSpPr>
          <p:cNvPr id="45" name="Marcador de texto 3">
            <a:extLst>
              <a:ext uri="{FF2B5EF4-FFF2-40B4-BE49-F238E27FC236}">
                <a16:creationId xmlns:a16="http://schemas.microsoft.com/office/drawing/2014/main" id="{56B09041-F303-E34E-8297-6A11008E26FF}"/>
              </a:ext>
            </a:extLst>
          </p:cNvPr>
          <p:cNvSpPr>
            <a:spLocks noGrp="1"/>
          </p:cNvSpPr>
          <p:nvPr>
            <p:ph type="body" sz="quarter" idx="49" hasCustomPrompt="1"/>
          </p:nvPr>
        </p:nvSpPr>
        <p:spPr>
          <a:xfrm>
            <a:off x="1958535" y="3521783"/>
            <a:ext cx="8818288" cy="536496"/>
          </a:xfrm>
          <a:prstGeom prst="rect">
            <a:avLst/>
          </a:prstGeom>
        </p:spPr>
        <p:txBody>
          <a:bodyPr anchor="t"/>
          <a:lstStyle>
            <a:lvl1pPr marL="0" indent="0">
              <a:buNone/>
              <a:defRPr sz="900" b="0">
                <a:solidFill>
                  <a:schemeClr val="tx2"/>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47" name="Marcador de texto 3">
            <a:extLst>
              <a:ext uri="{FF2B5EF4-FFF2-40B4-BE49-F238E27FC236}">
                <a16:creationId xmlns:a16="http://schemas.microsoft.com/office/drawing/2014/main" id="{4735FCD5-5E9F-354E-854E-70AED6779007}"/>
              </a:ext>
            </a:extLst>
          </p:cNvPr>
          <p:cNvSpPr>
            <a:spLocks noGrp="1"/>
          </p:cNvSpPr>
          <p:nvPr>
            <p:ph type="body" sz="quarter" idx="50" hasCustomPrompt="1"/>
          </p:nvPr>
        </p:nvSpPr>
        <p:spPr>
          <a:xfrm>
            <a:off x="1954505" y="3250020"/>
            <a:ext cx="8822319" cy="271762"/>
          </a:xfrm>
          <a:prstGeom prst="rect">
            <a:avLst/>
          </a:prstGeom>
        </p:spPr>
        <p:txBody>
          <a:bodyPr anchor="t"/>
          <a:lstStyle>
            <a:lvl1pPr marL="0" indent="0">
              <a:buNone/>
              <a:defRPr sz="1400" b="0">
                <a:solidFill>
                  <a:schemeClr val="accent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 </a:t>
            </a:r>
            <a:endParaRPr lang="es-ES_tradnl"/>
          </a:p>
        </p:txBody>
      </p:sp>
      <p:sp>
        <p:nvSpPr>
          <p:cNvPr id="48" name="Marcador de texto 3">
            <a:extLst>
              <a:ext uri="{FF2B5EF4-FFF2-40B4-BE49-F238E27FC236}">
                <a16:creationId xmlns:a16="http://schemas.microsoft.com/office/drawing/2014/main" id="{8067F138-C81C-EC48-881B-4504D076E360}"/>
              </a:ext>
            </a:extLst>
          </p:cNvPr>
          <p:cNvSpPr>
            <a:spLocks noGrp="1"/>
          </p:cNvSpPr>
          <p:nvPr>
            <p:ph type="body" sz="quarter" idx="51" hasCustomPrompt="1"/>
          </p:nvPr>
        </p:nvSpPr>
        <p:spPr>
          <a:xfrm>
            <a:off x="1958535" y="2558398"/>
            <a:ext cx="8818288" cy="536496"/>
          </a:xfrm>
          <a:prstGeom prst="rect">
            <a:avLst/>
          </a:prstGeom>
        </p:spPr>
        <p:txBody>
          <a:bodyPr anchor="t"/>
          <a:lstStyle>
            <a:lvl1pPr marL="0" indent="0">
              <a:buNone/>
              <a:defRPr sz="900" b="0">
                <a:solidFill>
                  <a:schemeClr val="tx2"/>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49" name="Marcador de texto 3">
            <a:extLst>
              <a:ext uri="{FF2B5EF4-FFF2-40B4-BE49-F238E27FC236}">
                <a16:creationId xmlns:a16="http://schemas.microsoft.com/office/drawing/2014/main" id="{F20761FF-CB6D-3F4E-87AB-FA808BB5AD7F}"/>
              </a:ext>
            </a:extLst>
          </p:cNvPr>
          <p:cNvSpPr>
            <a:spLocks noGrp="1"/>
          </p:cNvSpPr>
          <p:nvPr>
            <p:ph type="body" sz="quarter" idx="52" hasCustomPrompt="1"/>
          </p:nvPr>
        </p:nvSpPr>
        <p:spPr>
          <a:xfrm>
            <a:off x="1954505" y="2286635"/>
            <a:ext cx="8839404" cy="271762"/>
          </a:xfrm>
          <a:prstGeom prst="rect">
            <a:avLst/>
          </a:prstGeom>
        </p:spPr>
        <p:txBody>
          <a:bodyPr anchor="t"/>
          <a:lstStyle>
            <a:lvl1pPr marL="0" indent="0">
              <a:buNone/>
              <a:defRPr sz="1400" b="0">
                <a:solidFill>
                  <a:schemeClr val="accent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 </a:t>
            </a:r>
            <a:endParaRPr lang="es-ES_tradnl"/>
          </a:p>
        </p:txBody>
      </p:sp>
      <p:sp>
        <p:nvSpPr>
          <p:cNvPr id="52" name="Marcador de texto 3">
            <a:extLst>
              <a:ext uri="{FF2B5EF4-FFF2-40B4-BE49-F238E27FC236}">
                <a16:creationId xmlns:a16="http://schemas.microsoft.com/office/drawing/2014/main" id="{24AB9774-17B5-DD48-8452-87530F8A4D3B}"/>
              </a:ext>
            </a:extLst>
          </p:cNvPr>
          <p:cNvSpPr>
            <a:spLocks noGrp="1"/>
          </p:cNvSpPr>
          <p:nvPr>
            <p:ph type="body" sz="quarter" idx="53" hasCustomPrompt="1"/>
          </p:nvPr>
        </p:nvSpPr>
        <p:spPr>
          <a:xfrm>
            <a:off x="1958535" y="4493333"/>
            <a:ext cx="8818288" cy="536496"/>
          </a:xfrm>
          <a:prstGeom prst="rect">
            <a:avLst/>
          </a:prstGeom>
        </p:spPr>
        <p:txBody>
          <a:bodyPr anchor="t"/>
          <a:lstStyle>
            <a:lvl1pPr marL="0" indent="0">
              <a:buNone/>
              <a:defRPr sz="900" b="0">
                <a:solidFill>
                  <a:schemeClr val="tx2"/>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53" name="Marcador de texto 3">
            <a:extLst>
              <a:ext uri="{FF2B5EF4-FFF2-40B4-BE49-F238E27FC236}">
                <a16:creationId xmlns:a16="http://schemas.microsoft.com/office/drawing/2014/main" id="{686DC1B1-2972-1848-99DC-F9FF277AF4D7}"/>
              </a:ext>
            </a:extLst>
          </p:cNvPr>
          <p:cNvSpPr>
            <a:spLocks noGrp="1"/>
          </p:cNvSpPr>
          <p:nvPr>
            <p:ph type="body" sz="quarter" idx="54" hasCustomPrompt="1"/>
          </p:nvPr>
        </p:nvSpPr>
        <p:spPr>
          <a:xfrm>
            <a:off x="1954505" y="4221570"/>
            <a:ext cx="8839404" cy="271762"/>
          </a:xfrm>
          <a:prstGeom prst="rect">
            <a:avLst/>
          </a:prstGeom>
        </p:spPr>
        <p:txBody>
          <a:bodyPr anchor="t"/>
          <a:lstStyle>
            <a:lvl1pPr marL="0" indent="0">
              <a:buNone/>
              <a:defRPr sz="1400" b="0">
                <a:solidFill>
                  <a:schemeClr val="accent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 </a:t>
            </a:r>
            <a:endParaRPr lang="es-ES_tradnl"/>
          </a:p>
        </p:txBody>
      </p:sp>
      <p:sp>
        <p:nvSpPr>
          <p:cNvPr id="54" name="Marcador de texto 3">
            <a:extLst>
              <a:ext uri="{FF2B5EF4-FFF2-40B4-BE49-F238E27FC236}">
                <a16:creationId xmlns:a16="http://schemas.microsoft.com/office/drawing/2014/main" id="{F5B5E874-206F-4949-A9C9-8195211DEB28}"/>
              </a:ext>
            </a:extLst>
          </p:cNvPr>
          <p:cNvSpPr>
            <a:spLocks noGrp="1"/>
          </p:cNvSpPr>
          <p:nvPr>
            <p:ph type="body" sz="quarter" idx="55" hasCustomPrompt="1"/>
          </p:nvPr>
        </p:nvSpPr>
        <p:spPr>
          <a:xfrm>
            <a:off x="1958535" y="5456719"/>
            <a:ext cx="8818288" cy="536496"/>
          </a:xfrm>
          <a:prstGeom prst="rect">
            <a:avLst/>
          </a:prstGeom>
        </p:spPr>
        <p:txBody>
          <a:bodyPr anchor="t"/>
          <a:lstStyle>
            <a:lvl1pPr marL="0" indent="0">
              <a:buNone/>
              <a:defRPr sz="900" b="0">
                <a:solidFill>
                  <a:schemeClr val="tx2"/>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a:t>
            </a:r>
            <a:endParaRPr lang="es-ES_tradnl"/>
          </a:p>
        </p:txBody>
      </p:sp>
      <p:sp>
        <p:nvSpPr>
          <p:cNvPr id="55" name="Marcador de texto 3">
            <a:extLst>
              <a:ext uri="{FF2B5EF4-FFF2-40B4-BE49-F238E27FC236}">
                <a16:creationId xmlns:a16="http://schemas.microsoft.com/office/drawing/2014/main" id="{47081B8F-234F-A542-8CF8-CCA6FF27E392}"/>
              </a:ext>
            </a:extLst>
          </p:cNvPr>
          <p:cNvSpPr>
            <a:spLocks noGrp="1"/>
          </p:cNvSpPr>
          <p:nvPr>
            <p:ph type="body" sz="quarter" idx="56" hasCustomPrompt="1"/>
          </p:nvPr>
        </p:nvSpPr>
        <p:spPr>
          <a:xfrm>
            <a:off x="1954505" y="5184956"/>
            <a:ext cx="8839404" cy="271762"/>
          </a:xfrm>
          <a:prstGeom prst="rect">
            <a:avLst/>
          </a:prstGeom>
        </p:spPr>
        <p:txBody>
          <a:bodyPr anchor="t"/>
          <a:lstStyle>
            <a:lvl1pPr marL="0" indent="0">
              <a:buNone/>
              <a:defRPr sz="1400" b="0">
                <a:solidFill>
                  <a:schemeClr val="accent1"/>
                </a:solidFill>
                <a:latin typeface="Century Gothic" panose="020B0502020202020204" pitchFamily="34" charset="0"/>
              </a:defRPr>
            </a:lvl1pPr>
            <a:lvl2pPr marL="457177" indent="0">
              <a:buNone/>
              <a:defRPr sz="900"/>
            </a:lvl2pPr>
            <a:lvl3pPr marL="914355" indent="0">
              <a:buNone/>
              <a:defRPr sz="900"/>
            </a:lvl3pPr>
            <a:lvl4pPr marL="1371532" indent="0">
              <a:buNone/>
              <a:defRPr sz="900"/>
            </a:lvl4pPr>
            <a:lvl5pPr marL="1828709" indent="0">
              <a:buNone/>
              <a:defRPr sz="900"/>
            </a:lvl5pPr>
          </a:lstStyle>
          <a:p>
            <a:pPr lvl="0"/>
            <a:r>
              <a:rPr lang="es-MX"/>
              <a:t>Haga clic para modificar </a:t>
            </a:r>
            <a:endParaRPr lang="es-ES_tradnl"/>
          </a:p>
        </p:txBody>
      </p:sp>
    </p:spTree>
    <p:extLst>
      <p:ext uri="{BB962C8B-B14F-4D97-AF65-F5344CB8AC3E}">
        <p14:creationId xmlns:p14="http://schemas.microsoft.com/office/powerpoint/2010/main" val="38500348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O: 1 COL">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495" y="1604851"/>
            <a:ext cx="10478131"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386496" y="2168860"/>
            <a:ext cx="10478130" cy="3647256"/>
          </a:xfrm>
          <a:prstGeom prst="rect">
            <a:avLst/>
          </a:prstGeom>
        </p:spPr>
        <p:txBody>
          <a:bodyPr wrap="square" lIns="0" tIns="0" rIns="0" bIns="0" numCol="1" spcCol="360000" anchor="t">
            <a:noAutofit/>
          </a:bodyPr>
          <a:lstStyle>
            <a:lvl1pPr marL="0" indent="0" algn="just">
              <a:lnSpc>
                <a:spcPct val="100000"/>
              </a:lnSpc>
              <a:buNone/>
              <a:defRPr sz="16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6" name="Line">
            <a:extLst>
              <a:ext uri="{FF2B5EF4-FFF2-40B4-BE49-F238E27FC236}">
                <a16:creationId xmlns:a16="http://schemas.microsoft.com/office/drawing/2014/main" id="{01D30847-3FB2-714E-A811-A47C96F74A79}"/>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8" name="Slide Number Placeholder 5">
            <a:extLst>
              <a:ext uri="{FF2B5EF4-FFF2-40B4-BE49-F238E27FC236}">
                <a16:creationId xmlns:a16="http://schemas.microsoft.com/office/drawing/2014/main" id="{277DE1B7-2CE5-CB42-9992-8823B97690B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0749252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O: 2 COL">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495" y="1604851"/>
            <a:ext cx="10478131"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386495" y="2168860"/>
            <a:ext cx="11434799" cy="3647256"/>
          </a:xfrm>
          <a:prstGeom prst="rect">
            <a:avLst/>
          </a:prstGeom>
        </p:spPr>
        <p:txBody>
          <a:bodyPr wrap="square" lIns="0" tIns="0" rIns="0" bIns="0" numCol="2" spcCol="360000" anchor="t">
            <a:noAutofit/>
          </a:bodyPr>
          <a:lstStyle>
            <a:lvl1pPr marL="0" indent="0" algn="just">
              <a:lnSpc>
                <a:spcPct val="100000"/>
              </a:lnSpc>
              <a:buNone/>
              <a:defRPr sz="12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6" name="Line">
            <a:extLst>
              <a:ext uri="{FF2B5EF4-FFF2-40B4-BE49-F238E27FC236}">
                <a16:creationId xmlns:a16="http://schemas.microsoft.com/office/drawing/2014/main" id="{30D5473C-C84A-5649-A6B4-7F8352774444}"/>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0" name="Marcador de texto 15">
            <a:extLst>
              <a:ext uri="{FF2B5EF4-FFF2-40B4-BE49-F238E27FC236}">
                <a16:creationId xmlns:a16="http://schemas.microsoft.com/office/drawing/2014/main" id="{176856A0-B4D4-6B44-B6DF-6EEE5CE3F249}"/>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11" name="Slide Number Placeholder 5">
            <a:extLst>
              <a:ext uri="{FF2B5EF4-FFF2-40B4-BE49-F238E27FC236}">
                <a16:creationId xmlns:a16="http://schemas.microsoft.com/office/drawing/2014/main" id="{FD811C15-465A-8048-BD97-C8C1F029AB0B}"/>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10484704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O: 3 COL">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495" y="1604851"/>
            <a:ext cx="10478131"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386495" y="2168860"/>
            <a:ext cx="11434799" cy="3647256"/>
          </a:xfrm>
          <a:prstGeom prst="rect">
            <a:avLst/>
          </a:prstGeom>
        </p:spPr>
        <p:txBody>
          <a:bodyPr wrap="square" lIns="0" tIns="0" rIns="0" bIns="0" numCol="3" spcCol="360000" anchor="t">
            <a:noAutofit/>
          </a:bodyPr>
          <a:lstStyle>
            <a:lvl1pPr marL="0" indent="0" algn="just">
              <a:lnSpc>
                <a:spcPct val="100000"/>
              </a:lnSpc>
              <a:buNone/>
              <a:defRPr sz="12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6" name="Line">
            <a:extLst>
              <a:ext uri="{FF2B5EF4-FFF2-40B4-BE49-F238E27FC236}">
                <a16:creationId xmlns:a16="http://schemas.microsoft.com/office/drawing/2014/main" id="{30D5473C-C84A-5649-A6B4-7F8352774444}"/>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8" name="Marcador de texto 15">
            <a:extLst>
              <a:ext uri="{FF2B5EF4-FFF2-40B4-BE49-F238E27FC236}">
                <a16:creationId xmlns:a16="http://schemas.microsoft.com/office/drawing/2014/main" id="{67D29BBF-65A3-3542-87F9-86E5A29519D7}"/>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10" name="Slide Number Placeholder 5">
            <a:extLst>
              <a:ext uri="{FF2B5EF4-FFF2-40B4-BE49-F238E27FC236}">
                <a16:creationId xmlns:a16="http://schemas.microsoft.com/office/drawing/2014/main" id="{F742929D-8761-1D41-BB39-1CC1C06059D7}"/>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8133063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O: BULLETS 01">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494" y="1604851"/>
            <a:ext cx="5616990"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386494" y="2018878"/>
            <a:ext cx="5616990"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386495" y="2449650"/>
            <a:ext cx="7406889" cy="3339376"/>
          </a:xfrm>
          <a:prstGeom prst="rect">
            <a:avLst/>
          </a:prstGeom>
        </p:spPr>
        <p:txBody>
          <a:bodyPr wrap="square" lIns="0" tIns="0" rIns="0" bIns="0" anchor="t">
            <a:spAutoFit/>
          </a:bodyPr>
          <a:lstStyle>
            <a:lvl1pPr marL="0" marR="0" indent="0" algn="just" defTabSz="914355" rtl="0" eaLnBrk="1" fontAlgn="auto" latinLnBrk="0" hangingPunct="1">
              <a:lnSpc>
                <a:spcPct val="100000"/>
              </a:lnSpc>
              <a:spcBef>
                <a:spcPts val="1000"/>
              </a:spcBef>
              <a:spcAft>
                <a:spcPts val="0"/>
              </a:spcAft>
              <a:buClrTx/>
              <a:buSzTx/>
              <a:buFont typeface="Arial" panose="020B0604020202020204" pitchFamily="34" charset="0"/>
              <a:buNone/>
              <a:tabLst/>
              <a:defRPr sz="12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pPr marL="0" marR="0" lvl="0" indent="0" algn="just" defTabSz="914355" rtl="0" eaLnBrk="1" fontAlgn="auto" latinLnBrk="0" hangingPunct="1">
              <a:lnSpc>
                <a:spcPct val="100000"/>
              </a:lnSpc>
              <a:spcBef>
                <a:spcPts val="1000"/>
              </a:spcBef>
              <a:spcAft>
                <a:spcPts val="0"/>
              </a:spcAft>
              <a:buClrTx/>
              <a:buSzTx/>
              <a:buFont typeface="Arial" panose="020B0604020202020204" pitchFamily="34" charset="0"/>
              <a:buNone/>
              <a:tabLst/>
              <a:defRPr/>
            </a:pPr>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14" name="Marcador de texto 45">
            <a:extLst>
              <a:ext uri="{FF2B5EF4-FFF2-40B4-BE49-F238E27FC236}">
                <a16:creationId xmlns:a16="http://schemas.microsoft.com/office/drawing/2014/main" id="{B8B07643-D872-BA48-92AF-48948032AE07}"/>
              </a:ext>
            </a:extLst>
          </p:cNvPr>
          <p:cNvSpPr>
            <a:spLocks noGrp="1"/>
          </p:cNvSpPr>
          <p:nvPr>
            <p:ph type="body" sz="quarter" idx="31" hasCustomPrompt="1"/>
          </p:nvPr>
        </p:nvSpPr>
        <p:spPr>
          <a:xfrm>
            <a:off x="8076348" y="1604851"/>
            <a:ext cx="3711093"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5" name="Marcador de texto 45">
            <a:extLst>
              <a:ext uri="{FF2B5EF4-FFF2-40B4-BE49-F238E27FC236}">
                <a16:creationId xmlns:a16="http://schemas.microsoft.com/office/drawing/2014/main" id="{4849CABE-A43F-B54D-A4D0-81DE6CC8537A}"/>
              </a:ext>
            </a:extLst>
          </p:cNvPr>
          <p:cNvSpPr>
            <a:spLocks noGrp="1"/>
          </p:cNvSpPr>
          <p:nvPr>
            <p:ph type="body" sz="quarter" idx="32" hasCustomPrompt="1"/>
          </p:nvPr>
        </p:nvSpPr>
        <p:spPr>
          <a:xfrm>
            <a:off x="8076348" y="2018878"/>
            <a:ext cx="3711093"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7" name="Marcador de texto 45">
            <a:extLst>
              <a:ext uri="{FF2B5EF4-FFF2-40B4-BE49-F238E27FC236}">
                <a16:creationId xmlns:a16="http://schemas.microsoft.com/office/drawing/2014/main" id="{D382CDBC-8A61-8245-AC7B-F50CF3056212}"/>
              </a:ext>
            </a:extLst>
          </p:cNvPr>
          <p:cNvSpPr>
            <a:spLocks noGrp="1"/>
          </p:cNvSpPr>
          <p:nvPr>
            <p:ph type="body" sz="quarter" idx="33" hasCustomPrompt="1"/>
          </p:nvPr>
        </p:nvSpPr>
        <p:spPr>
          <a:xfrm>
            <a:off x="8076349" y="2353505"/>
            <a:ext cx="3711092" cy="1077218"/>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18" name="Marcador de texto 45">
            <a:extLst>
              <a:ext uri="{FF2B5EF4-FFF2-40B4-BE49-F238E27FC236}">
                <a16:creationId xmlns:a16="http://schemas.microsoft.com/office/drawing/2014/main" id="{49988A46-C7DA-E741-9689-C845713FEBBB}"/>
              </a:ext>
            </a:extLst>
          </p:cNvPr>
          <p:cNvSpPr>
            <a:spLocks noGrp="1"/>
          </p:cNvSpPr>
          <p:nvPr>
            <p:ph type="body" sz="quarter" idx="34" hasCustomPrompt="1"/>
          </p:nvPr>
        </p:nvSpPr>
        <p:spPr>
          <a:xfrm>
            <a:off x="8071263" y="3585512"/>
            <a:ext cx="3731967" cy="461665"/>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cxnSp>
        <p:nvCxnSpPr>
          <p:cNvPr id="25" name="Conector recto 24">
            <a:extLst>
              <a:ext uri="{FF2B5EF4-FFF2-40B4-BE49-F238E27FC236}">
                <a16:creationId xmlns:a16="http://schemas.microsoft.com/office/drawing/2014/main" id="{AFD317FC-5C17-0B4F-B2B4-C148E5973C39}"/>
              </a:ext>
            </a:extLst>
          </p:cNvPr>
          <p:cNvCxnSpPr>
            <a:cxnSpLocks/>
          </p:cNvCxnSpPr>
          <p:nvPr userDrawn="1"/>
        </p:nvCxnSpPr>
        <p:spPr>
          <a:xfrm flipV="1">
            <a:off x="7932323" y="1582594"/>
            <a:ext cx="0" cy="4233397"/>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Marcador de texto 45">
            <a:extLst>
              <a:ext uri="{FF2B5EF4-FFF2-40B4-BE49-F238E27FC236}">
                <a16:creationId xmlns:a16="http://schemas.microsoft.com/office/drawing/2014/main" id="{91AA7BD0-1BF0-224F-B8F4-7249967ECC1C}"/>
              </a:ext>
            </a:extLst>
          </p:cNvPr>
          <p:cNvSpPr>
            <a:spLocks noGrp="1"/>
          </p:cNvSpPr>
          <p:nvPr>
            <p:ph type="body" sz="quarter" idx="35" hasCustomPrompt="1"/>
          </p:nvPr>
        </p:nvSpPr>
        <p:spPr>
          <a:xfrm>
            <a:off x="8071263" y="4170724"/>
            <a:ext cx="3731967" cy="461665"/>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27" name="Marcador de texto 45">
            <a:extLst>
              <a:ext uri="{FF2B5EF4-FFF2-40B4-BE49-F238E27FC236}">
                <a16:creationId xmlns:a16="http://schemas.microsoft.com/office/drawing/2014/main" id="{3E4CF152-33EF-7F45-9E83-E0FD482612A6}"/>
              </a:ext>
            </a:extLst>
          </p:cNvPr>
          <p:cNvSpPr>
            <a:spLocks noGrp="1"/>
          </p:cNvSpPr>
          <p:nvPr>
            <p:ph type="body" sz="quarter" idx="36" hasCustomPrompt="1"/>
          </p:nvPr>
        </p:nvSpPr>
        <p:spPr>
          <a:xfrm>
            <a:off x="8071263" y="4739341"/>
            <a:ext cx="3731967" cy="461665"/>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28" name="Marcador de texto 45">
            <a:extLst>
              <a:ext uri="{FF2B5EF4-FFF2-40B4-BE49-F238E27FC236}">
                <a16:creationId xmlns:a16="http://schemas.microsoft.com/office/drawing/2014/main" id="{018AD931-C448-9847-8B93-400EDB5E2433}"/>
              </a:ext>
            </a:extLst>
          </p:cNvPr>
          <p:cNvSpPr>
            <a:spLocks noGrp="1"/>
          </p:cNvSpPr>
          <p:nvPr>
            <p:ph type="body" sz="quarter" idx="37" hasCustomPrompt="1"/>
          </p:nvPr>
        </p:nvSpPr>
        <p:spPr>
          <a:xfrm>
            <a:off x="8071263" y="5333008"/>
            <a:ext cx="3731967" cy="461665"/>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20" name="Line">
            <a:extLst>
              <a:ext uri="{FF2B5EF4-FFF2-40B4-BE49-F238E27FC236}">
                <a16:creationId xmlns:a16="http://schemas.microsoft.com/office/drawing/2014/main" id="{DDEDBF70-D806-394D-93A8-90C401725504}"/>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2" name="Marcador de texto 15">
            <a:extLst>
              <a:ext uri="{FF2B5EF4-FFF2-40B4-BE49-F238E27FC236}">
                <a16:creationId xmlns:a16="http://schemas.microsoft.com/office/drawing/2014/main" id="{839526C3-6A60-6141-B350-951A36F12EBE}"/>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3" name="Slide Number Placeholder 5">
            <a:extLst>
              <a:ext uri="{FF2B5EF4-FFF2-40B4-BE49-F238E27FC236}">
                <a16:creationId xmlns:a16="http://schemas.microsoft.com/office/drawing/2014/main" id="{87AA9BE9-89C8-3142-8034-AA4AF492E4F6}"/>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2942032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O: BULLETS 0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4" name="Marcador de texto 45">
            <a:extLst>
              <a:ext uri="{FF2B5EF4-FFF2-40B4-BE49-F238E27FC236}">
                <a16:creationId xmlns:a16="http://schemas.microsoft.com/office/drawing/2014/main" id="{B8B07643-D872-BA48-92AF-48948032AE07}"/>
              </a:ext>
            </a:extLst>
          </p:cNvPr>
          <p:cNvSpPr>
            <a:spLocks noGrp="1"/>
          </p:cNvSpPr>
          <p:nvPr>
            <p:ph type="body" sz="quarter" idx="31" hasCustomPrompt="1"/>
          </p:nvPr>
        </p:nvSpPr>
        <p:spPr>
          <a:xfrm>
            <a:off x="8143275" y="1738140"/>
            <a:ext cx="3644166"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5" name="Marcador de texto 45">
            <a:extLst>
              <a:ext uri="{FF2B5EF4-FFF2-40B4-BE49-F238E27FC236}">
                <a16:creationId xmlns:a16="http://schemas.microsoft.com/office/drawing/2014/main" id="{4849CABE-A43F-B54D-A4D0-81DE6CC8537A}"/>
              </a:ext>
            </a:extLst>
          </p:cNvPr>
          <p:cNvSpPr>
            <a:spLocks noGrp="1"/>
          </p:cNvSpPr>
          <p:nvPr>
            <p:ph type="body" sz="quarter" idx="32" hasCustomPrompt="1"/>
          </p:nvPr>
        </p:nvSpPr>
        <p:spPr>
          <a:xfrm>
            <a:off x="8143275" y="2152167"/>
            <a:ext cx="3644166"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7" name="Marcador de texto 45">
            <a:extLst>
              <a:ext uri="{FF2B5EF4-FFF2-40B4-BE49-F238E27FC236}">
                <a16:creationId xmlns:a16="http://schemas.microsoft.com/office/drawing/2014/main" id="{D382CDBC-8A61-8245-AC7B-F50CF3056212}"/>
              </a:ext>
            </a:extLst>
          </p:cNvPr>
          <p:cNvSpPr>
            <a:spLocks noGrp="1"/>
          </p:cNvSpPr>
          <p:nvPr>
            <p:ph type="body" sz="quarter" idx="33" hasCustomPrompt="1"/>
          </p:nvPr>
        </p:nvSpPr>
        <p:spPr>
          <a:xfrm>
            <a:off x="8143275" y="2486794"/>
            <a:ext cx="3644166" cy="1077218"/>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18" name="Marcador de texto 45">
            <a:extLst>
              <a:ext uri="{FF2B5EF4-FFF2-40B4-BE49-F238E27FC236}">
                <a16:creationId xmlns:a16="http://schemas.microsoft.com/office/drawing/2014/main" id="{49988A46-C7DA-E741-9689-C845713FEBBB}"/>
              </a:ext>
            </a:extLst>
          </p:cNvPr>
          <p:cNvSpPr>
            <a:spLocks noGrp="1"/>
          </p:cNvSpPr>
          <p:nvPr>
            <p:ph type="body" sz="quarter" idx="34" hasCustomPrompt="1"/>
          </p:nvPr>
        </p:nvSpPr>
        <p:spPr>
          <a:xfrm>
            <a:off x="8138565" y="3718801"/>
            <a:ext cx="3664665" cy="461665"/>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cxnSp>
        <p:nvCxnSpPr>
          <p:cNvPr id="25" name="Conector recto 24">
            <a:extLst>
              <a:ext uri="{FF2B5EF4-FFF2-40B4-BE49-F238E27FC236}">
                <a16:creationId xmlns:a16="http://schemas.microsoft.com/office/drawing/2014/main" id="{AFD317FC-5C17-0B4F-B2B4-C148E5973C39}"/>
              </a:ext>
            </a:extLst>
          </p:cNvPr>
          <p:cNvCxnSpPr>
            <a:cxnSpLocks/>
          </p:cNvCxnSpPr>
          <p:nvPr userDrawn="1"/>
        </p:nvCxnSpPr>
        <p:spPr>
          <a:xfrm flipV="1">
            <a:off x="7968330" y="1715884"/>
            <a:ext cx="0" cy="4233397"/>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Marcador de texto 45">
            <a:extLst>
              <a:ext uri="{FF2B5EF4-FFF2-40B4-BE49-F238E27FC236}">
                <a16:creationId xmlns:a16="http://schemas.microsoft.com/office/drawing/2014/main" id="{91AA7BD0-1BF0-224F-B8F4-7249967ECC1C}"/>
              </a:ext>
            </a:extLst>
          </p:cNvPr>
          <p:cNvSpPr>
            <a:spLocks noGrp="1"/>
          </p:cNvSpPr>
          <p:nvPr>
            <p:ph type="body" sz="quarter" idx="35" hasCustomPrompt="1"/>
          </p:nvPr>
        </p:nvSpPr>
        <p:spPr>
          <a:xfrm>
            <a:off x="8138565" y="4304013"/>
            <a:ext cx="3664665" cy="461665"/>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27" name="Marcador de texto 45">
            <a:extLst>
              <a:ext uri="{FF2B5EF4-FFF2-40B4-BE49-F238E27FC236}">
                <a16:creationId xmlns:a16="http://schemas.microsoft.com/office/drawing/2014/main" id="{3E4CF152-33EF-7F45-9E83-E0FD482612A6}"/>
              </a:ext>
            </a:extLst>
          </p:cNvPr>
          <p:cNvSpPr>
            <a:spLocks noGrp="1"/>
          </p:cNvSpPr>
          <p:nvPr>
            <p:ph type="body" sz="quarter" idx="36" hasCustomPrompt="1"/>
          </p:nvPr>
        </p:nvSpPr>
        <p:spPr>
          <a:xfrm>
            <a:off x="8138565" y="4872630"/>
            <a:ext cx="3664665" cy="461665"/>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28" name="Marcador de texto 45">
            <a:extLst>
              <a:ext uri="{FF2B5EF4-FFF2-40B4-BE49-F238E27FC236}">
                <a16:creationId xmlns:a16="http://schemas.microsoft.com/office/drawing/2014/main" id="{018AD931-C448-9847-8B93-400EDB5E2433}"/>
              </a:ext>
            </a:extLst>
          </p:cNvPr>
          <p:cNvSpPr>
            <a:spLocks noGrp="1"/>
          </p:cNvSpPr>
          <p:nvPr>
            <p:ph type="body" sz="quarter" idx="37" hasCustomPrompt="1"/>
          </p:nvPr>
        </p:nvSpPr>
        <p:spPr>
          <a:xfrm>
            <a:off x="8138565" y="5466297"/>
            <a:ext cx="3664665" cy="461665"/>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20" name="Marcador de texto 45">
            <a:extLst>
              <a:ext uri="{FF2B5EF4-FFF2-40B4-BE49-F238E27FC236}">
                <a16:creationId xmlns:a16="http://schemas.microsoft.com/office/drawing/2014/main" id="{4C6C2616-220E-8547-B052-EFEC3BA543D5}"/>
              </a:ext>
            </a:extLst>
          </p:cNvPr>
          <p:cNvSpPr>
            <a:spLocks noGrp="1"/>
          </p:cNvSpPr>
          <p:nvPr>
            <p:ph type="body" sz="quarter" idx="38" hasCustomPrompt="1"/>
          </p:nvPr>
        </p:nvSpPr>
        <p:spPr>
          <a:xfrm>
            <a:off x="4311823" y="1738140"/>
            <a:ext cx="3481562"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2" name="Marcador de texto 45">
            <a:extLst>
              <a:ext uri="{FF2B5EF4-FFF2-40B4-BE49-F238E27FC236}">
                <a16:creationId xmlns:a16="http://schemas.microsoft.com/office/drawing/2014/main" id="{8B193BB8-1456-C441-A8C3-C6027A65DAE6}"/>
              </a:ext>
            </a:extLst>
          </p:cNvPr>
          <p:cNvSpPr>
            <a:spLocks noGrp="1"/>
          </p:cNvSpPr>
          <p:nvPr>
            <p:ph type="body" sz="quarter" idx="39" hasCustomPrompt="1"/>
          </p:nvPr>
        </p:nvSpPr>
        <p:spPr>
          <a:xfrm>
            <a:off x="4311823" y="2152167"/>
            <a:ext cx="3481562"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3" name="Marcador de texto 45">
            <a:extLst>
              <a:ext uri="{FF2B5EF4-FFF2-40B4-BE49-F238E27FC236}">
                <a16:creationId xmlns:a16="http://schemas.microsoft.com/office/drawing/2014/main" id="{7343B70A-4D2F-E448-8095-BDF1281BA69F}"/>
              </a:ext>
            </a:extLst>
          </p:cNvPr>
          <p:cNvSpPr>
            <a:spLocks noGrp="1"/>
          </p:cNvSpPr>
          <p:nvPr>
            <p:ph type="body" sz="quarter" idx="40" hasCustomPrompt="1"/>
          </p:nvPr>
        </p:nvSpPr>
        <p:spPr>
          <a:xfrm>
            <a:off x="4311824" y="2486794"/>
            <a:ext cx="3481561" cy="1077218"/>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24" name="Marcador de texto 45">
            <a:extLst>
              <a:ext uri="{FF2B5EF4-FFF2-40B4-BE49-F238E27FC236}">
                <a16:creationId xmlns:a16="http://schemas.microsoft.com/office/drawing/2014/main" id="{276F899C-C070-1F45-87FF-611F85E34C2F}"/>
              </a:ext>
            </a:extLst>
          </p:cNvPr>
          <p:cNvSpPr>
            <a:spLocks noGrp="1"/>
          </p:cNvSpPr>
          <p:nvPr>
            <p:ph type="body" sz="quarter" idx="41" hasCustomPrompt="1"/>
          </p:nvPr>
        </p:nvSpPr>
        <p:spPr>
          <a:xfrm>
            <a:off x="4306738" y="3718801"/>
            <a:ext cx="3501145" cy="461665"/>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cxnSp>
        <p:nvCxnSpPr>
          <p:cNvPr id="29" name="Conector recto 28">
            <a:extLst>
              <a:ext uri="{FF2B5EF4-FFF2-40B4-BE49-F238E27FC236}">
                <a16:creationId xmlns:a16="http://schemas.microsoft.com/office/drawing/2014/main" id="{6CBA71A8-0BF1-D640-B511-241EF588048A}"/>
              </a:ext>
            </a:extLst>
          </p:cNvPr>
          <p:cNvCxnSpPr>
            <a:cxnSpLocks/>
          </p:cNvCxnSpPr>
          <p:nvPr userDrawn="1"/>
        </p:nvCxnSpPr>
        <p:spPr>
          <a:xfrm flipV="1">
            <a:off x="4167798" y="1715884"/>
            <a:ext cx="0" cy="4233397"/>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0" name="Marcador de texto 45">
            <a:extLst>
              <a:ext uri="{FF2B5EF4-FFF2-40B4-BE49-F238E27FC236}">
                <a16:creationId xmlns:a16="http://schemas.microsoft.com/office/drawing/2014/main" id="{D7645CD5-6489-BD47-AFE5-EA58D1D9CAF8}"/>
              </a:ext>
            </a:extLst>
          </p:cNvPr>
          <p:cNvSpPr>
            <a:spLocks noGrp="1"/>
          </p:cNvSpPr>
          <p:nvPr>
            <p:ph type="body" sz="quarter" idx="42" hasCustomPrompt="1"/>
          </p:nvPr>
        </p:nvSpPr>
        <p:spPr>
          <a:xfrm>
            <a:off x="4306738" y="4304013"/>
            <a:ext cx="3501145" cy="461665"/>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31" name="Marcador de texto 45">
            <a:extLst>
              <a:ext uri="{FF2B5EF4-FFF2-40B4-BE49-F238E27FC236}">
                <a16:creationId xmlns:a16="http://schemas.microsoft.com/office/drawing/2014/main" id="{414A7321-79B5-FB42-A88F-EA6BA3030FEC}"/>
              </a:ext>
            </a:extLst>
          </p:cNvPr>
          <p:cNvSpPr>
            <a:spLocks noGrp="1"/>
          </p:cNvSpPr>
          <p:nvPr>
            <p:ph type="body" sz="quarter" idx="43" hasCustomPrompt="1"/>
          </p:nvPr>
        </p:nvSpPr>
        <p:spPr>
          <a:xfrm>
            <a:off x="4306738" y="4872630"/>
            <a:ext cx="3501145" cy="461665"/>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32" name="Marcador de texto 45">
            <a:extLst>
              <a:ext uri="{FF2B5EF4-FFF2-40B4-BE49-F238E27FC236}">
                <a16:creationId xmlns:a16="http://schemas.microsoft.com/office/drawing/2014/main" id="{BE47EEE9-B3E1-7A46-A0E5-315DC48D79C0}"/>
              </a:ext>
            </a:extLst>
          </p:cNvPr>
          <p:cNvSpPr>
            <a:spLocks noGrp="1"/>
          </p:cNvSpPr>
          <p:nvPr>
            <p:ph type="body" sz="quarter" idx="44" hasCustomPrompt="1"/>
          </p:nvPr>
        </p:nvSpPr>
        <p:spPr>
          <a:xfrm>
            <a:off x="4306738" y="5466297"/>
            <a:ext cx="3501145" cy="461665"/>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33" name="Marcador de texto 45">
            <a:extLst>
              <a:ext uri="{FF2B5EF4-FFF2-40B4-BE49-F238E27FC236}">
                <a16:creationId xmlns:a16="http://schemas.microsoft.com/office/drawing/2014/main" id="{697075D5-9008-A645-A629-AA1E34A80183}"/>
              </a:ext>
            </a:extLst>
          </p:cNvPr>
          <p:cNvSpPr>
            <a:spLocks noGrp="1"/>
          </p:cNvSpPr>
          <p:nvPr>
            <p:ph type="body" sz="quarter" idx="45" hasCustomPrompt="1"/>
          </p:nvPr>
        </p:nvSpPr>
        <p:spPr>
          <a:xfrm>
            <a:off x="379647" y="1738140"/>
            <a:ext cx="3649212"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4" name="Marcador de texto 45">
            <a:extLst>
              <a:ext uri="{FF2B5EF4-FFF2-40B4-BE49-F238E27FC236}">
                <a16:creationId xmlns:a16="http://schemas.microsoft.com/office/drawing/2014/main" id="{BFE69242-B51A-C142-A0C0-5E35BD712F2E}"/>
              </a:ext>
            </a:extLst>
          </p:cNvPr>
          <p:cNvSpPr>
            <a:spLocks noGrp="1"/>
          </p:cNvSpPr>
          <p:nvPr>
            <p:ph type="body" sz="quarter" idx="46" hasCustomPrompt="1"/>
          </p:nvPr>
        </p:nvSpPr>
        <p:spPr>
          <a:xfrm>
            <a:off x="379647" y="2152167"/>
            <a:ext cx="3649212"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5" name="Marcador de texto 45">
            <a:extLst>
              <a:ext uri="{FF2B5EF4-FFF2-40B4-BE49-F238E27FC236}">
                <a16:creationId xmlns:a16="http://schemas.microsoft.com/office/drawing/2014/main" id="{F53D7605-BABC-2341-85A6-124B23D15BAC}"/>
              </a:ext>
            </a:extLst>
          </p:cNvPr>
          <p:cNvSpPr>
            <a:spLocks noGrp="1"/>
          </p:cNvSpPr>
          <p:nvPr>
            <p:ph type="body" sz="quarter" idx="47" hasCustomPrompt="1"/>
          </p:nvPr>
        </p:nvSpPr>
        <p:spPr>
          <a:xfrm>
            <a:off x="379648" y="2486794"/>
            <a:ext cx="3649212" cy="1077218"/>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6" name="Marcador de texto 45">
            <a:extLst>
              <a:ext uri="{FF2B5EF4-FFF2-40B4-BE49-F238E27FC236}">
                <a16:creationId xmlns:a16="http://schemas.microsoft.com/office/drawing/2014/main" id="{95339602-0012-9249-AC9A-B1B372BDC6F1}"/>
              </a:ext>
            </a:extLst>
          </p:cNvPr>
          <p:cNvSpPr>
            <a:spLocks noGrp="1"/>
          </p:cNvSpPr>
          <p:nvPr>
            <p:ph type="body" sz="quarter" idx="48" hasCustomPrompt="1"/>
          </p:nvPr>
        </p:nvSpPr>
        <p:spPr>
          <a:xfrm>
            <a:off x="374562" y="3718801"/>
            <a:ext cx="3669739" cy="461665"/>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37" name="Marcador de texto 45">
            <a:extLst>
              <a:ext uri="{FF2B5EF4-FFF2-40B4-BE49-F238E27FC236}">
                <a16:creationId xmlns:a16="http://schemas.microsoft.com/office/drawing/2014/main" id="{0C366408-56E8-9C45-B50E-C7B5749373E5}"/>
              </a:ext>
            </a:extLst>
          </p:cNvPr>
          <p:cNvSpPr>
            <a:spLocks noGrp="1"/>
          </p:cNvSpPr>
          <p:nvPr>
            <p:ph type="body" sz="quarter" idx="49" hasCustomPrompt="1"/>
          </p:nvPr>
        </p:nvSpPr>
        <p:spPr>
          <a:xfrm>
            <a:off x="374562" y="4304013"/>
            <a:ext cx="3669739" cy="461665"/>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38" name="Marcador de texto 45">
            <a:extLst>
              <a:ext uri="{FF2B5EF4-FFF2-40B4-BE49-F238E27FC236}">
                <a16:creationId xmlns:a16="http://schemas.microsoft.com/office/drawing/2014/main" id="{5327ADB8-FBD4-354D-9037-DE3BA29D5416}"/>
              </a:ext>
            </a:extLst>
          </p:cNvPr>
          <p:cNvSpPr>
            <a:spLocks noGrp="1"/>
          </p:cNvSpPr>
          <p:nvPr>
            <p:ph type="body" sz="quarter" idx="50" hasCustomPrompt="1"/>
          </p:nvPr>
        </p:nvSpPr>
        <p:spPr>
          <a:xfrm>
            <a:off x="374562" y="4872630"/>
            <a:ext cx="3669739" cy="461665"/>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39" name="Marcador de texto 45">
            <a:extLst>
              <a:ext uri="{FF2B5EF4-FFF2-40B4-BE49-F238E27FC236}">
                <a16:creationId xmlns:a16="http://schemas.microsoft.com/office/drawing/2014/main" id="{A13F95B6-AE7A-2B47-B77C-08358ADB9416}"/>
              </a:ext>
            </a:extLst>
          </p:cNvPr>
          <p:cNvSpPr>
            <a:spLocks noGrp="1"/>
          </p:cNvSpPr>
          <p:nvPr>
            <p:ph type="body" sz="quarter" idx="51" hasCustomPrompt="1"/>
          </p:nvPr>
        </p:nvSpPr>
        <p:spPr>
          <a:xfrm>
            <a:off x="374562" y="5466297"/>
            <a:ext cx="3669739" cy="461665"/>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40" name="Line">
            <a:extLst>
              <a:ext uri="{FF2B5EF4-FFF2-40B4-BE49-F238E27FC236}">
                <a16:creationId xmlns:a16="http://schemas.microsoft.com/office/drawing/2014/main" id="{7C97577A-499F-ED42-98B5-3DC9DCA339CF}"/>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42" name="Marcador de texto 15">
            <a:extLst>
              <a:ext uri="{FF2B5EF4-FFF2-40B4-BE49-F238E27FC236}">
                <a16:creationId xmlns:a16="http://schemas.microsoft.com/office/drawing/2014/main" id="{7B374757-3A41-044B-A912-E096852C8CE2}"/>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43" name="Slide Number Placeholder 5">
            <a:extLst>
              <a:ext uri="{FF2B5EF4-FFF2-40B4-BE49-F238E27FC236}">
                <a16:creationId xmlns:a16="http://schemas.microsoft.com/office/drawing/2014/main" id="{BB8E7FBA-2EE9-2B4B-A3CA-2554E9625B96}"/>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39314880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ido No. 01">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EF627F9-A440-B54E-AEB6-8F77EC17217A}"/>
              </a:ext>
            </a:extLst>
          </p:cNvPr>
          <p:cNvSpPr/>
          <p:nvPr userDrawn="1"/>
        </p:nvSpPr>
        <p:spPr>
          <a:xfrm>
            <a:off x="6059993" y="6237312"/>
            <a:ext cx="612108"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30" name="Marcador de posición de imagen 42">
            <a:extLst>
              <a:ext uri="{FF2B5EF4-FFF2-40B4-BE49-F238E27FC236}">
                <a16:creationId xmlns:a16="http://schemas.microsoft.com/office/drawing/2014/main" id="{8E8AACDE-108C-FF42-BF8F-12E3DF124DF6}"/>
              </a:ext>
            </a:extLst>
          </p:cNvPr>
          <p:cNvSpPr>
            <a:spLocks noGrp="1"/>
          </p:cNvSpPr>
          <p:nvPr>
            <p:ph type="pic" sz="quarter" idx="15"/>
          </p:nvPr>
        </p:nvSpPr>
        <p:spPr>
          <a:xfrm>
            <a:off x="0" y="0"/>
            <a:ext cx="6059993" cy="685800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8" name="Title 1">
            <a:extLst>
              <a:ext uri="{FF2B5EF4-FFF2-40B4-BE49-F238E27FC236}">
                <a16:creationId xmlns:a16="http://schemas.microsoft.com/office/drawing/2014/main" id="{B7A64475-28DF-0C4E-B845-BD853510D142}"/>
              </a:ext>
            </a:extLst>
          </p:cNvPr>
          <p:cNvSpPr>
            <a:spLocks noGrp="1"/>
          </p:cNvSpPr>
          <p:nvPr>
            <p:ph type="title" hasCustomPrompt="1"/>
          </p:nvPr>
        </p:nvSpPr>
        <p:spPr>
          <a:xfrm>
            <a:off x="6168013" y="1074861"/>
            <a:ext cx="5637492"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título</a:t>
            </a:r>
            <a:endParaRPr lang="en-US"/>
          </a:p>
        </p:txBody>
      </p:sp>
      <p:sp>
        <p:nvSpPr>
          <p:cNvPr id="10" name="Marcador de texto 15">
            <a:extLst>
              <a:ext uri="{FF2B5EF4-FFF2-40B4-BE49-F238E27FC236}">
                <a16:creationId xmlns:a16="http://schemas.microsoft.com/office/drawing/2014/main" id="{5417A168-7D3D-7C47-BB98-213A34325331}"/>
              </a:ext>
            </a:extLst>
          </p:cNvPr>
          <p:cNvSpPr>
            <a:spLocks noGrp="1"/>
          </p:cNvSpPr>
          <p:nvPr>
            <p:ph type="body" sz="quarter" idx="10"/>
          </p:nvPr>
        </p:nvSpPr>
        <p:spPr>
          <a:xfrm>
            <a:off x="6168013" y="1340768"/>
            <a:ext cx="5637492" cy="1442703"/>
          </a:xfrm>
          <a:prstGeom prst="rect">
            <a:avLst/>
          </a:prstGeom>
        </p:spPr>
        <p:txBody>
          <a:bodyPr wrap="square" anchor="t">
            <a:spAutoFit/>
          </a:bodyPr>
          <a:lstStyle>
            <a:lvl1pPr marL="0" indent="0" algn="l">
              <a:buNone/>
              <a:defRPr sz="325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12" name="Marcador de texto 45">
            <a:extLst>
              <a:ext uri="{FF2B5EF4-FFF2-40B4-BE49-F238E27FC236}">
                <a16:creationId xmlns:a16="http://schemas.microsoft.com/office/drawing/2014/main" id="{64D5BEEA-E852-7B4D-AE5C-B9A1B2B0BE36}"/>
              </a:ext>
            </a:extLst>
          </p:cNvPr>
          <p:cNvSpPr>
            <a:spLocks noGrp="1"/>
          </p:cNvSpPr>
          <p:nvPr>
            <p:ph type="body" sz="quarter" idx="17" hasCustomPrompt="1"/>
          </p:nvPr>
        </p:nvSpPr>
        <p:spPr>
          <a:xfrm>
            <a:off x="6168013" y="2231264"/>
            <a:ext cx="5612044"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6" name="Line">
            <a:extLst>
              <a:ext uri="{FF2B5EF4-FFF2-40B4-BE49-F238E27FC236}">
                <a16:creationId xmlns:a16="http://schemas.microsoft.com/office/drawing/2014/main" id="{74C3C194-E471-994B-A2B8-1A27CDD2A3EA}"/>
              </a:ext>
            </a:extLst>
          </p:cNvPr>
          <p:cNvSpPr/>
          <p:nvPr userDrawn="1"/>
        </p:nvSpPr>
        <p:spPr>
          <a:xfrm>
            <a:off x="6168013" y="198884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8" name="Marcador de texto 45">
            <a:extLst>
              <a:ext uri="{FF2B5EF4-FFF2-40B4-BE49-F238E27FC236}">
                <a16:creationId xmlns:a16="http://schemas.microsoft.com/office/drawing/2014/main" id="{5BA70444-DAA6-3846-A095-E49BC2386A44}"/>
              </a:ext>
            </a:extLst>
          </p:cNvPr>
          <p:cNvSpPr>
            <a:spLocks noGrp="1"/>
          </p:cNvSpPr>
          <p:nvPr>
            <p:ph type="body" sz="quarter" idx="18" hasCustomPrompt="1"/>
          </p:nvPr>
        </p:nvSpPr>
        <p:spPr>
          <a:xfrm>
            <a:off x="6168013" y="2581976"/>
            <a:ext cx="5637492" cy="3462486"/>
          </a:xfrm>
          <a:prstGeom prst="rect">
            <a:avLst/>
          </a:prstGeom>
        </p:spPr>
        <p:txBody>
          <a:bodyPr wrap="square" lIns="0" tIns="0" rIns="0" bIns="0" anchor="t">
            <a:spAutoFit/>
          </a:bodyPr>
          <a:lstStyle>
            <a:lvl1pPr marL="0" marR="0" indent="0" algn="just" defTabSz="914355" rtl="0" eaLnBrk="1" fontAlgn="auto" latinLnBrk="0" hangingPunct="1">
              <a:lnSpc>
                <a:spcPct val="100000"/>
              </a:lnSpc>
              <a:spcBef>
                <a:spcPts val="1000"/>
              </a:spcBef>
              <a:spcAft>
                <a:spcPts val="0"/>
              </a:spcAft>
              <a:buClrTx/>
              <a:buSzTx/>
              <a:buFont typeface="Arial" panose="020B0604020202020204" pitchFamily="34" charset="0"/>
              <a:buNone/>
              <a:tabLst/>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pPr marL="0" marR="0" lvl="0" indent="0" algn="just" defTabSz="914355" rtl="0" eaLnBrk="1" fontAlgn="auto" latinLnBrk="0" hangingPunct="1">
              <a:lnSpc>
                <a:spcPct val="100000"/>
              </a:lnSpc>
              <a:spcBef>
                <a:spcPts val="1000"/>
              </a:spcBef>
              <a:spcAft>
                <a:spcPts val="0"/>
              </a:spcAft>
              <a:buClrTx/>
              <a:buSzTx/>
              <a:buFont typeface="Arial" panose="020B0604020202020204" pitchFamily="34" charset="0"/>
              <a:buNone/>
              <a:tabLst/>
              <a:defRPr/>
            </a:pPr>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pPr marL="0" marR="0" lvl="0" indent="0" algn="just" defTabSz="914355" rtl="0" eaLnBrk="1" fontAlgn="auto" latinLnBrk="0" hangingPunct="1">
              <a:lnSpc>
                <a:spcPct val="100000"/>
              </a:lnSpc>
              <a:spcBef>
                <a:spcPts val="1000"/>
              </a:spcBef>
              <a:spcAft>
                <a:spcPts val="0"/>
              </a:spcAft>
              <a:buClrTx/>
              <a:buSzTx/>
              <a:buFont typeface="Arial" panose="020B0604020202020204" pitchFamily="34" charset="0"/>
              <a:buNone/>
              <a:tabLst/>
              <a:defRPr/>
            </a:pPr>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pPr marL="0" marR="0" lvl="0" indent="0" algn="just" defTabSz="914355" rtl="0" eaLnBrk="1" fontAlgn="auto" latinLnBrk="0" hangingPunct="1">
              <a:lnSpc>
                <a:spcPct val="100000"/>
              </a:lnSpc>
              <a:spcBef>
                <a:spcPts val="1000"/>
              </a:spcBef>
              <a:spcAft>
                <a:spcPts val="0"/>
              </a:spcAft>
              <a:buClrTx/>
              <a:buSzTx/>
              <a:buFont typeface="Arial" panose="020B0604020202020204" pitchFamily="34" charset="0"/>
              <a:buNone/>
              <a:tabLst/>
              <a:defRPr/>
            </a:pPr>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a:t>
            </a:r>
          </a:p>
        </p:txBody>
      </p:sp>
      <p:pic>
        <p:nvPicPr>
          <p:cNvPr id="13" name="Imagen 19">
            <a:extLst>
              <a:ext uri="{FF2B5EF4-FFF2-40B4-BE49-F238E27FC236}">
                <a16:creationId xmlns:a16="http://schemas.microsoft.com/office/drawing/2014/main" id="{BF38E862-B96E-E849-883B-9FA8EB29FE05}"/>
              </a:ext>
            </a:extLst>
          </p:cNvPr>
          <p:cNvPicPr>
            <a:picLocks noChangeAspect="1"/>
          </p:cNvPicPr>
          <p:nvPr userDrawn="1"/>
        </p:nvPicPr>
        <p:blipFill>
          <a:blip r:embed="rId2"/>
          <a:srcRect/>
          <a:stretch/>
        </p:blipFill>
        <p:spPr>
          <a:xfrm>
            <a:off x="6166364" y="6340273"/>
            <a:ext cx="415508" cy="225637"/>
          </a:xfrm>
          <a:prstGeom prst="rect">
            <a:avLst/>
          </a:prstGeom>
        </p:spPr>
      </p:pic>
    </p:spTree>
    <p:extLst>
      <p:ext uri="{BB962C8B-B14F-4D97-AF65-F5344CB8AC3E}">
        <p14:creationId xmlns:p14="http://schemas.microsoft.com/office/powerpoint/2010/main" val="16539006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ido No. 02">
    <p:spTree>
      <p:nvGrpSpPr>
        <p:cNvPr id="1" name=""/>
        <p:cNvGrpSpPr/>
        <p:nvPr/>
      </p:nvGrpSpPr>
      <p:grpSpPr>
        <a:xfrm>
          <a:off x="0" y="0"/>
          <a:ext cx="0" cy="0"/>
          <a:chOff x="0" y="0"/>
          <a:chExt cx="0" cy="0"/>
        </a:xfrm>
      </p:grpSpPr>
      <p:sp>
        <p:nvSpPr>
          <p:cNvPr id="43" name="Marcador de posición de imagen 42">
            <a:extLst>
              <a:ext uri="{FF2B5EF4-FFF2-40B4-BE49-F238E27FC236}">
                <a16:creationId xmlns:a16="http://schemas.microsoft.com/office/drawing/2014/main" id="{0848F1A1-CD2F-3142-A9D9-577E5B17E6CF}"/>
              </a:ext>
            </a:extLst>
          </p:cNvPr>
          <p:cNvSpPr>
            <a:spLocks noGrp="1"/>
          </p:cNvSpPr>
          <p:nvPr>
            <p:ph type="pic" sz="quarter" idx="15"/>
          </p:nvPr>
        </p:nvSpPr>
        <p:spPr>
          <a:xfrm>
            <a:off x="386495" y="1700808"/>
            <a:ext cx="4500793" cy="4501554"/>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5231847" y="1971242"/>
            <a:ext cx="5616990"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5231847" y="2385269"/>
            <a:ext cx="5616990"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5231848" y="2719896"/>
            <a:ext cx="5616989" cy="769442"/>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2" name="Marcador de texto 45">
            <a:extLst>
              <a:ext uri="{FF2B5EF4-FFF2-40B4-BE49-F238E27FC236}">
                <a16:creationId xmlns:a16="http://schemas.microsoft.com/office/drawing/2014/main" id="{2EC0EC02-AD14-C541-A1C7-FB7266254048}"/>
              </a:ext>
            </a:extLst>
          </p:cNvPr>
          <p:cNvSpPr>
            <a:spLocks noGrp="1"/>
          </p:cNvSpPr>
          <p:nvPr>
            <p:ph type="body" sz="quarter" idx="27" hasCustomPrompt="1"/>
          </p:nvPr>
        </p:nvSpPr>
        <p:spPr>
          <a:xfrm>
            <a:off x="5216040" y="3861048"/>
            <a:ext cx="5648586" cy="307777"/>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cxnSp>
        <p:nvCxnSpPr>
          <p:cNvPr id="20" name="Conector recto 19">
            <a:extLst>
              <a:ext uri="{FF2B5EF4-FFF2-40B4-BE49-F238E27FC236}">
                <a16:creationId xmlns:a16="http://schemas.microsoft.com/office/drawing/2014/main" id="{FF77FD99-A129-0E45-A7F6-E0F71650F096}"/>
              </a:ext>
            </a:extLst>
          </p:cNvPr>
          <p:cNvCxnSpPr/>
          <p:nvPr userDrawn="1"/>
        </p:nvCxnSpPr>
        <p:spPr>
          <a:xfrm>
            <a:off x="5195842" y="3681028"/>
            <a:ext cx="1800316"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2" name="Marcador de texto 45">
            <a:extLst>
              <a:ext uri="{FF2B5EF4-FFF2-40B4-BE49-F238E27FC236}">
                <a16:creationId xmlns:a16="http://schemas.microsoft.com/office/drawing/2014/main" id="{DD0512E5-23EF-1645-8542-FEA475339F4E}"/>
              </a:ext>
            </a:extLst>
          </p:cNvPr>
          <p:cNvSpPr>
            <a:spLocks noGrp="1"/>
          </p:cNvSpPr>
          <p:nvPr>
            <p:ph type="body" sz="quarter" idx="28" hasCustomPrompt="1"/>
          </p:nvPr>
        </p:nvSpPr>
        <p:spPr>
          <a:xfrm>
            <a:off x="5216040" y="4331311"/>
            <a:ext cx="5648586" cy="307777"/>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23" name="Marcador de texto 45">
            <a:extLst>
              <a:ext uri="{FF2B5EF4-FFF2-40B4-BE49-F238E27FC236}">
                <a16:creationId xmlns:a16="http://schemas.microsoft.com/office/drawing/2014/main" id="{D8709D01-1FBA-A14C-B21E-82BB29356231}"/>
              </a:ext>
            </a:extLst>
          </p:cNvPr>
          <p:cNvSpPr>
            <a:spLocks noGrp="1"/>
          </p:cNvSpPr>
          <p:nvPr>
            <p:ph type="body" sz="quarter" idx="29" hasCustomPrompt="1"/>
          </p:nvPr>
        </p:nvSpPr>
        <p:spPr>
          <a:xfrm>
            <a:off x="5216040" y="4795042"/>
            <a:ext cx="5648586" cy="307777"/>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24" name="Marcador de texto 45">
            <a:extLst>
              <a:ext uri="{FF2B5EF4-FFF2-40B4-BE49-F238E27FC236}">
                <a16:creationId xmlns:a16="http://schemas.microsoft.com/office/drawing/2014/main" id="{3EEF0B97-1A51-4148-B77B-77D257CC4A59}"/>
              </a:ext>
            </a:extLst>
          </p:cNvPr>
          <p:cNvSpPr>
            <a:spLocks noGrp="1"/>
          </p:cNvSpPr>
          <p:nvPr>
            <p:ph type="body" sz="quarter" idx="30" hasCustomPrompt="1"/>
          </p:nvPr>
        </p:nvSpPr>
        <p:spPr>
          <a:xfrm>
            <a:off x="5216040" y="5265305"/>
            <a:ext cx="5648586" cy="307777"/>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25" name="Line">
            <a:extLst>
              <a:ext uri="{FF2B5EF4-FFF2-40B4-BE49-F238E27FC236}">
                <a16:creationId xmlns:a16="http://schemas.microsoft.com/office/drawing/2014/main" id="{FE54545A-9AED-264D-B50F-EFDE6BDF88B9}"/>
              </a:ext>
            </a:extLst>
          </p:cNvPr>
          <p:cNvSpPr/>
          <p:nvPr userDrawn="1"/>
        </p:nvSpPr>
        <p:spPr>
          <a:xfrm>
            <a:off x="5735936" y="6483671"/>
            <a:ext cx="5124921" cy="0"/>
          </a:xfrm>
          <a:prstGeom prst="line">
            <a:avLst/>
          </a:prstGeom>
          <a:ln w="25400">
            <a:solidFill>
              <a:schemeClr val="accent3"/>
            </a:solidFill>
          </a:ln>
        </p:spPr>
        <p:txBody>
          <a:bodyPr lIns="60960" tIns="60960" rIns="60960" bIns="60960" anchor="t"/>
          <a:lstStyle/>
          <a:p>
            <a:pPr>
              <a:defRPr>
                <a:solidFill>
                  <a:srgbClr val="0B0B0B"/>
                </a:solidFill>
              </a:defRPr>
            </a:pPr>
            <a:endParaRPr sz="900">
              <a:latin typeface="Century Gothic" panose="020B0502020202020204" pitchFamily="34" charset="0"/>
            </a:endParaRPr>
          </a:p>
        </p:txBody>
      </p:sp>
      <p:sp>
        <p:nvSpPr>
          <p:cNvPr id="26" name="Line">
            <a:extLst>
              <a:ext uri="{FF2B5EF4-FFF2-40B4-BE49-F238E27FC236}">
                <a16:creationId xmlns:a16="http://schemas.microsoft.com/office/drawing/2014/main" id="{F47EC6D5-B823-2246-9D63-B687F323E581}"/>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8" name="Marcador de texto 15">
            <a:extLst>
              <a:ext uri="{FF2B5EF4-FFF2-40B4-BE49-F238E27FC236}">
                <a16:creationId xmlns:a16="http://schemas.microsoft.com/office/drawing/2014/main" id="{C01D19BF-D2FD-A24C-A621-F4CBC22ACD0A}"/>
              </a:ext>
            </a:extLst>
          </p:cNvPr>
          <p:cNvSpPr>
            <a:spLocks noGrp="1"/>
          </p:cNvSpPr>
          <p:nvPr>
            <p:ph type="body" sz="quarter" idx="10"/>
          </p:nvPr>
        </p:nvSpPr>
        <p:spPr>
          <a:xfrm>
            <a:off x="446910" y="8409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Tree>
    <p:extLst>
      <p:ext uri="{BB962C8B-B14F-4D97-AF65-F5344CB8AC3E}">
        <p14:creationId xmlns:p14="http://schemas.microsoft.com/office/powerpoint/2010/main" val="17336761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Contenido No. 02">
    <p:spTree>
      <p:nvGrpSpPr>
        <p:cNvPr id="1" name=""/>
        <p:cNvGrpSpPr/>
        <p:nvPr/>
      </p:nvGrpSpPr>
      <p:grpSpPr>
        <a:xfrm>
          <a:off x="0" y="0"/>
          <a:ext cx="0" cy="0"/>
          <a:chOff x="0" y="0"/>
          <a:chExt cx="0" cy="0"/>
        </a:xfrm>
      </p:grpSpPr>
      <p:pic>
        <p:nvPicPr>
          <p:cNvPr id="28" name="Marcador de posición de imagen 6">
            <a:extLst>
              <a:ext uri="{FF2B5EF4-FFF2-40B4-BE49-F238E27FC236}">
                <a16:creationId xmlns:a16="http://schemas.microsoft.com/office/drawing/2014/main" id="{B1B32918-9DE2-084B-8834-9CD6EDFBFFAF}"/>
              </a:ext>
            </a:extLst>
          </p:cNvPr>
          <p:cNvPicPr>
            <a:picLocks noChangeAspect="1"/>
          </p:cNvPicPr>
          <p:nvPr userDrawn="1"/>
        </p:nvPicPr>
        <p:blipFill>
          <a:blip r:embed="rId2"/>
          <a:srcRect l="893" r="893"/>
          <a:stretch>
            <a:fillRect/>
          </a:stretch>
        </p:blipFill>
        <p:spPr>
          <a:xfrm>
            <a:off x="571964" y="1765471"/>
            <a:ext cx="4192529" cy="4192723"/>
          </a:xfrm>
          <a:prstGeom prst="rect">
            <a:avLst/>
          </a:prstGeom>
          <a:noFill/>
        </p:spPr>
      </p:pic>
      <p:pic>
        <p:nvPicPr>
          <p:cNvPr id="29" name="Gráfico 28" descr="Checkbox Checked con relleno sólido">
            <a:extLst>
              <a:ext uri="{FF2B5EF4-FFF2-40B4-BE49-F238E27FC236}">
                <a16:creationId xmlns:a16="http://schemas.microsoft.com/office/drawing/2014/main" id="{69100593-44D1-B447-8B36-4702D190335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81212" y="1130769"/>
            <a:ext cx="5462481" cy="5462126"/>
          </a:xfrm>
          <a:prstGeom prst="rect">
            <a:avLst/>
          </a:prstGeom>
        </p:spPr>
      </p:pic>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304699"/>
          </a:xfrm>
          <a:prstGeom prst="rect">
            <a:avLst/>
          </a:prstGeom>
        </p:spPr>
        <p:txBody>
          <a:bodyPr wrap="square" lIns="0" tIns="0" rIns="0" bIns="0" anchor="t">
            <a:spAutoFit/>
          </a:bodyPr>
          <a:lstStyle>
            <a:lvl1pPr>
              <a:defRPr sz="22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370705" y="764704"/>
            <a:ext cx="11522316" cy="1311128"/>
          </a:xfrm>
          <a:prstGeom prst="rect">
            <a:avLst/>
          </a:prstGeom>
        </p:spPr>
        <p:txBody>
          <a:bodyPr anchor="t">
            <a:spAutoFit/>
          </a:bodyPr>
          <a:lstStyle>
            <a:lvl1pPr marL="0" indent="0" algn="l">
              <a:buNone/>
              <a:defRPr sz="44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5231847" y="1971242"/>
            <a:ext cx="5616990" cy="395846"/>
          </a:xfrm>
          <a:prstGeom prst="rect">
            <a:avLst/>
          </a:prstGeom>
        </p:spPr>
        <p:txBody>
          <a:bodyPr lIns="0" tIns="0" rIns="0" bIns="0" anchor="t"/>
          <a:lstStyle>
            <a:lvl1pPr marL="228600" indent="-228600" algn="l">
              <a:lnSpc>
                <a:spcPct val="100000"/>
              </a:lnSpc>
              <a:buClr>
                <a:schemeClr val="accent3"/>
              </a:buClr>
              <a:buFont typeface="Arial" panose="020B0604020202020204" pitchFamily="34" charset="0"/>
              <a:buChar char="•"/>
              <a:defRPr sz="16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6" name="Line">
            <a:extLst>
              <a:ext uri="{FF2B5EF4-FFF2-40B4-BE49-F238E27FC236}">
                <a16:creationId xmlns:a16="http://schemas.microsoft.com/office/drawing/2014/main" id="{F47EC6D5-B823-2246-9D63-B687F323E581}"/>
              </a:ext>
            </a:extLst>
          </p:cNvPr>
          <p:cNvSpPr/>
          <p:nvPr userDrawn="1"/>
        </p:nvSpPr>
        <p:spPr>
          <a:xfrm>
            <a:off x="368284" y="1628800"/>
            <a:ext cx="10480553"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5" name="Slide Number Placeholder 5">
            <a:extLst>
              <a:ext uri="{FF2B5EF4-FFF2-40B4-BE49-F238E27FC236}">
                <a16:creationId xmlns:a16="http://schemas.microsoft.com/office/drawing/2014/main" id="{FD7D669A-18DF-3944-8AF0-F27AC70706ED}"/>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347080923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_Contenido No. 02">
    <p:spTree>
      <p:nvGrpSpPr>
        <p:cNvPr id="1" name=""/>
        <p:cNvGrpSpPr/>
        <p:nvPr/>
      </p:nvGrpSpPr>
      <p:grpSpPr>
        <a:xfrm>
          <a:off x="0" y="0"/>
          <a:ext cx="0" cy="0"/>
          <a:chOff x="0" y="0"/>
          <a:chExt cx="0" cy="0"/>
        </a:xfrm>
      </p:grpSpPr>
      <p:pic>
        <p:nvPicPr>
          <p:cNvPr id="28" name="Marcador de posición de imagen 6">
            <a:extLst>
              <a:ext uri="{FF2B5EF4-FFF2-40B4-BE49-F238E27FC236}">
                <a16:creationId xmlns:a16="http://schemas.microsoft.com/office/drawing/2014/main" id="{B1B32918-9DE2-084B-8834-9CD6EDFBFFAF}"/>
              </a:ext>
            </a:extLst>
          </p:cNvPr>
          <p:cNvPicPr>
            <a:picLocks noChangeAspect="1"/>
          </p:cNvPicPr>
          <p:nvPr userDrawn="1"/>
        </p:nvPicPr>
        <p:blipFill>
          <a:blip r:embed="rId2"/>
          <a:srcRect l="6" r="6"/>
          <a:stretch/>
        </p:blipFill>
        <p:spPr>
          <a:xfrm>
            <a:off x="571964" y="1765471"/>
            <a:ext cx="4192529" cy="4192723"/>
          </a:xfrm>
          <a:prstGeom prst="rect">
            <a:avLst/>
          </a:prstGeom>
          <a:noFill/>
        </p:spPr>
      </p:pic>
      <p:pic>
        <p:nvPicPr>
          <p:cNvPr id="12" name="Gráfico 11" descr="Checkbox Crossed con relleno sólido">
            <a:extLst>
              <a:ext uri="{FF2B5EF4-FFF2-40B4-BE49-F238E27FC236}">
                <a16:creationId xmlns:a16="http://schemas.microsoft.com/office/drawing/2014/main" id="{0AEB16D1-7F00-5245-957C-3DB700F0634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81212" y="1103913"/>
            <a:ext cx="5471384" cy="5471028"/>
          </a:xfrm>
          <a:prstGeom prst="rect">
            <a:avLst/>
          </a:prstGeom>
        </p:spPr>
      </p:pic>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304699"/>
          </a:xfrm>
          <a:prstGeom prst="rect">
            <a:avLst/>
          </a:prstGeom>
        </p:spPr>
        <p:txBody>
          <a:bodyPr wrap="square" lIns="0" tIns="0" rIns="0" bIns="0" anchor="t">
            <a:spAutoFit/>
          </a:bodyPr>
          <a:lstStyle>
            <a:lvl1pPr>
              <a:defRPr sz="22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370705" y="764704"/>
            <a:ext cx="11522316" cy="1311128"/>
          </a:xfrm>
          <a:prstGeom prst="rect">
            <a:avLst/>
          </a:prstGeom>
        </p:spPr>
        <p:txBody>
          <a:bodyPr anchor="t">
            <a:spAutoFit/>
          </a:bodyPr>
          <a:lstStyle>
            <a:lvl1pPr marL="0" indent="0" algn="l">
              <a:buNone/>
              <a:defRPr sz="44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5231847" y="1971242"/>
            <a:ext cx="5616990" cy="395846"/>
          </a:xfrm>
          <a:prstGeom prst="rect">
            <a:avLst/>
          </a:prstGeom>
        </p:spPr>
        <p:txBody>
          <a:bodyPr lIns="0" tIns="0" rIns="0" bIns="0" anchor="t"/>
          <a:lstStyle>
            <a:lvl1pPr marL="228600" indent="-228600" algn="l">
              <a:lnSpc>
                <a:spcPct val="100000"/>
              </a:lnSpc>
              <a:buClr>
                <a:schemeClr val="accent3"/>
              </a:buClr>
              <a:buFont typeface="Arial" panose="020B0604020202020204" pitchFamily="34" charset="0"/>
              <a:buChar char="•"/>
              <a:defRPr sz="16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6" name="Line">
            <a:extLst>
              <a:ext uri="{FF2B5EF4-FFF2-40B4-BE49-F238E27FC236}">
                <a16:creationId xmlns:a16="http://schemas.microsoft.com/office/drawing/2014/main" id="{F47EC6D5-B823-2246-9D63-B687F323E581}"/>
              </a:ext>
            </a:extLst>
          </p:cNvPr>
          <p:cNvSpPr/>
          <p:nvPr userDrawn="1"/>
        </p:nvSpPr>
        <p:spPr>
          <a:xfrm>
            <a:off x="368284" y="1628800"/>
            <a:ext cx="10480553"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4" name="Slide Number Placeholder 5">
            <a:extLst>
              <a:ext uri="{FF2B5EF4-FFF2-40B4-BE49-F238E27FC236}">
                <a16:creationId xmlns:a16="http://schemas.microsoft.com/office/drawing/2014/main" id="{FB000405-C7ED-E84D-9D07-7B44E08390CF}"/>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0196824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ido No. 0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5231847" y="1971242"/>
            <a:ext cx="5616990"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5231847" y="2385269"/>
            <a:ext cx="5616990"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5231848" y="2719896"/>
            <a:ext cx="5616989" cy="769442"/>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2" name="Marcador de texto 45">
            <a:extLst>
              <a:ext uri="{FF2B5EF4-FFF2-40B4-BE49-F238E27FC236}">
                <a16:creationId xmlns:a16="http://schemas.microsoft.com/office/drawing/2014/main" id="{2EC0EC02-AD14-C541-A1C7-FB7266254048}"/>
              </a:ext>
            </a:extLst>
          </p:cNvPr>
          <p:cNvSpPr>
            <a:spLocks noGrp="1"/>
          </p:cNvSpPr>
          <p:nvPr>
            <p:ph type="body" sz="quarter" idx="27" hasCustomPrompt="1"/>
          </p:nvPr>
        </p:nvSpPr>
        <p:spPr>
          <a:xfrm>
            <a:off x="5216040" y="3861048"/>
            <a:ext cx="5648586" cy="307777"/>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cxnSp>
        <p:nvCxnSpPr>
          <p:cNvPr id="20" name="Conector recto 19">
            <a:extLst>
              <a:ext uri="{FF2B5EF4-FFF2-40B4-BE49-F238E27FC236}">
                <a16:creationId xmlns:a16="http://schemas.microsoft.com/office/drawing/2014/main" id="{FF77FD99-A129-0E45-A7F6-E0F71650F096}"/>
              </a:ext>
            </a:extLst>
          </p:cNvPr>
          <p:cNvCxnSpPr/>
          <p:nvPr userDrawn="1"/>
        </p:nvCxnSpPr>
        <p:spPr>
          <a:xfrm>
            <a:off x="5195842" y="3681028"/>
            <a:ext cx="1800316"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2" name="Marcador de texto 45">
            <a:extLst>
              <a:ext uri="{FF2B5EF4-FFF2-40B4-BE49-F238E27FC236}">
                <a16:creationId xmlns:a16="http://schemas.microsoft.com/office/drawing/2014/main" id="{DD0512E5-23EF-1645-8542-FEA475339F4E}"/>
              </a:ext>
            </a:extLst>
          </p:cNvPr>
          <p:cNvSpPr>
            <a:spLocks noGrp="1"/>
          </p:cNvSpPr>
          <p:nvPr>
            <p:ph type="body" sz="quarter" idx="28" hasCustomPrompt="1"/>
          </p:nvPr>
        </p:nvSpPr>
        <p:spPr>
          <a:xfrm>
            <a:off x="5216040" y="4331311"/>
            <a:ext cx="5648586" cy="307777"/>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23" name="Marcador de texto 45">
            <a:extLst>
              <a:ext uri="{FF2B5EF4-FFF2-40B4-BE49-F238E27FC236}">
                <a16:creationId xmlns:a16="http://schemas.microsoft.com/office/drawing/2014/main" id="{D8709D01-1FBA-A14C-B21E-82BB29356231}"/>
              </a:ext>
            </a:extLst>
          </p:cNvPr>
          <p:cNvSpPr>
            <a:spLocks noGrp="1"/>
          </p:cNvSpPr>
          <p:nvPr>
            <p:ph type="body" sz="quarter" idx="29" hasCustomPrompt="1"/>
          </p:nvPr>
        </p:nvSpPr>
        <p:spPr>
          <a:xfrm>
            <a:off x="5216040" y="4795042"/>
            <a:ext cx="5648586" cy="307777"/>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24" name="Marcador de texto 45">
            <a:extLst>
              <a:ext uri="{FF2B5EF4-FFF2-40B4-BE49-F238E27FC236}">
                <a16:creationId xmlns:a16="http://schemas.microsoft.com/office/drawing/2014/main" id="{3EEF0B97-1A51-4148-B77B-77D257CC4A59}"/>
              </a:ext>
            </a:extLst>
          </p:cNvPr>
          <p:cNvSpPr>
            <a:spLocks noGrp="1"/>
          </p:cNvSpPr>
          <p:nvPr>
            <p:ph type="body" sz="quarter" idx="30" hasCustomPrompt="1"/>
          </p:nvPr>
        </p:nvSpPr>
        <p:spPr>
          <a:xfrm>
            <a:off x="5216040" y="5265305"/>
            <a:ext cx="5648586" cy="307777"/>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337" name="Picture Placeholder 187">
            <a:extLst>
              <a:ext uri="{FF2B5EF4-FFF2-40B4-BE49-F238E27FC236}">
                <a16:creationId xmlns:a16="http://schemas.microsoft.com/office/drawing/2014/main" id="{8A01680A-1A60-DC49-B492-3B85FCEC4B90}"/>
              </a:ext>
            </a:extLst>
          </p:cNvPr>
          <p:cNvSpPr>
            <a:spLocks noGrp="1"/>
          </p:cNvSpPr>
          <p:nvPr>
            <p:ph type="pic" sz="quarter" idx="13"/>
          </p:nvPr>
        </p:nvSpPr>
        <p:spPr>
          <a:xfrm>
            <a:off x="-421148" y="1407960"/>
            <a:ext cx="5416083" cy="5014190"/>
          </a:xfrm>
          <a:custGeom>
            <a:avLst/>
            <a:gdLst>
              <a:gd name="connsiteX0" fmla="*/ 2421121 w 5380459"/>
              <a:gd name="connsiteY0" fmla="*/ 4838979 h 4981532"/>
              <a:gd name="connsiteX1" fmla="*/ 2468634 w 5380459"/>
              <a:gd name="connsiteY1" fmla="*/ 4884851 h 4981532"/>
              <a:gd name="connsiteX2" fmla="*/ 2421121 w 5380459"/>
              <a:gd name="connsiteY2" fmla="*/ 4838979 h 4981532"/>
              <a:gd name="connsiteX3" fmla="*/ 3671328 w 5380459"/>
              <a:gd name="connsiteY3" fmla="*/ 4821706 h 4981532"/>
              <a:gd name="connsiteX4" fmla="*/ 3669609 w 5380459"/>
              <a:gd name="connsiteY4" fmla="*/ 4845465 h 4981532"/>
              <a:gd name="connsiteX5" fmla="*/ 3684550 w 5380459"/>
              <a:gd name="connsiteY5" fmla="*/ 4822487 h 4981532"/>
              <a:gd name="connsiteX6" fmla="*/ 3671328 w 5380459"/>
              <a:gd name="connsiteY6" fmla="*/ 4821706 h 4981532"/>
              <a:gd name="connsiteX7" fmla="*/ 2938749 w 5380459"/>
              <a:gd name="connsiteY7" fmla="*/ 4745522 h 4981532"/>
              <a:gd name="connsiteX8" fmla="*/ 2899574 w 5380459"/>
              <a:gd name="connsiteY8" fmla="*/ 4783447 h 4981532"/>
              <a:gd name="connsiteX9" fmla="*/ 2938749 w 5380459"/>
              <a:gd name="connsiteY9" fmla="*/ 4745522 h 4981532"/>
              <a:gd name="connsiteX10" fmla="*/ 3825388 w 5380459"/>
              <a:gd name="connsiteY10" fmla="*/ 4527986 h 4981532"/>
              <a:gd name="connsiteX11" fmla="*/ 3787355 w 5380459"/>
              <a:gd name="connsiteY11" fmla="*/ 4574920 h 4981532"/>
              <a:gd name="connsiteX12" fmla="*/ 3825388 w 5380459"/>
              <a:gd name="connsiteY12" fmla="*/ 4527986 h 4981532"/>
              <a:gd name="connsiteX13" fmla="*/ 2012310 w 5380459"/>
              <a:gd name="connsiteY13" fmla="*/ 4481846 h 4981532"/>
              <a:gd name="connsiteX14" fmla="*/ 1989281 w 5380459"/>
              <a:gd name="connsiteY14" fmla="*/ 4496702 h 4981532"/>
              <a:gd name="connsiteX15" fmla="*/ 2012310 w 5380459"/>
              <a:gd name="connsiteY15" fmla="*/ 4481846 h 4981532"/>
              <a:gd name="connsiteX16" fmla="*/ 1283231 w 5380459"/>
              <a:gd name="connsiteY16" fmla="*/ 4341374 h 4981532"/>
              <a:gd name="connsiteX17" fmla="*/ 1314463 w 5380459"/>
              <a:gd name="connsiteY17" fmla="*/ 4349477 h 4981532"/>
              <a:gd name="connsiteX18" fmla="*/ 1573818 w 5380459"/>
              <a:gd name="connsiteY18" fmla="*/ 4488577 h 4981532"/>
              <a:gd name="connsiteX19" fmla="*/ 1831815 w 5380459"/>
              <a:gd name="connsiteY19" fmla="*/ 4666841 h 4981532"/>
              <a:gd name="connsiteX20" fmla="*/ 2068086 w 5380459"/>
              <a:gd name="connsiteY20" fmla="*/ 4768128 h 4981532"/>
              <a:gd name="connsiteX21" fmla="*/ 2076233 w 5380459"/>
              <a:gd name="connsiteY21" fmla="*/ 4830250 h 4981532"/>
              <a:gd name="connsiteX22" fmla="*/ 1777500 w 5380459"/>
              <a:gd name="connsiteY22" fmla="*/ 4753273 h 4981532"/>
              <a:gd name="connsiteX23" fmla="*/ 1573818 w 5380459"/>
              <a:gd name="connsiteY23" fmla="*/ 4629028 h 4981532"/>
              <a:gd name="connsiteX24" fmla="*/ 1439388 w 5380459"/>
              <a:gd name="connsiteY24" fmla="*/ 4566905 h 4981532"/>
              <a:gd name="connsiteX25" fmla="*/ 1337547 w 5380459"/>
              <a:gd name="connsiteY25" fmla="*/ 4411600 h 4981532"/>
              <a:gd name="connsiteX26" fmla="*/ 1283231 w 5380459"/>
              <a:gd name="connsiteY26" fmla="*/ 4341374 h 4981532"/>
              <a:gd name="connsiteX27" fmla="*/ 3991665 w 5380459"/>
              <a:gd name="connsiteY27" fmla="*/ 4318358 h 4981532"/>
              <a:gd name="connsiteX28" fmla="*/ 3896544 w 5380459"/>
              <a:gd name="connsiteY28" fmla="*/ 4334533 h 4981532"/>
              <a:gd name="connsiteX29" fmla="*/ 3944104 w 5380459"/>
              <a:gd name="connsiteY29" fmla="*/ 4372274 h 4981532"/>
              <a:gd name="connsiteX30" fmla="*/ 3991665 w 5380459"/>
              <a:gd name="connsiteY30" fmla="*/ 4318358 h 4981532"/>
              <a:gd name="connsiteX31" fmla="*/ 1386373 w 5380459"/>
              <a:gd name="connsiteY31" fmla="*/ 4232557 h 4981532"/>
              <a:gd name="connsiteX32" fmla="*/ 1424792 w 5380459"/>
              <a:gd name="connsiteY32" fmla="*/ 4287142 h 4981532"/>
              <a:gd name="connsiteX33" fmla="*/ 1362268 w 5380459"/>
              <a:gd name="connsiteY33" fmla="*/ 4232854 h 4981532"/>
              <a:gd name="connsiteX34" fmla="*/ 1386373 w 5380459"/>
              <a:gd name="connsiteY34" fmla="*/ 4232557 h 4981532"/>
              <a:gd name="connsiteX35" fmla="*/ 3865049 w 5380459"/>
              <a:gd name="connsiteY35" fmla="*/ 4070746 h 4981532"/>
              <a:gd name="connsiteX36" fmla="*/ 3833676 w 5380459"/>
              <a:gd name="connsiteY36" fmla="*/ 4101748 h 4981532"/>
              <a:gd name="connsiteX37" fmla="*/ 3865049 w 5380459"/>
              <a:gd name="connsiteY37" fmla="*/ 4070746 h 4981532"/>
              <a:gd name="connsiteX38" fmla="*/ 1683756 w 5380459"/>
              <a:gd name="connsiteY38" fmla="*/ 4046143 h 4981532"/>
              <a:gd name="connsiteX39" fmla="*/ 1721868 w 5380459"/>
              <a:gd name="connsiteY39" fmla="*/ 4193767 h 4981532"/>
              <a:gd name="connsiteX40" fmla="*/ 1879760 w 5380459"/>
              <a:gd name="connsiteY40" fmla="*/ 4256067 h 4981532"/>
              <a:gd name="connsiteX41" fmla="*/ 1683756 w 5380459"/>
              <a:gd name="connsiteY41" fmla="*/ 4046143 h 4981532"/>
              <a:gd name="connsiteX42" fmla="*/ 4367789 w 5380459"/>
              <a:gd name="connsiteY42" fmla="*/ 3938210 h 4981532"/>
              <a:gd name="connsiteX43" fmla="*/ 4336547 w 5380459"/>
              <a:gd name="connsiteY43" fmla="*/ 4070746 h 4981532"/>
              <a:gd name="connsiteX44" fmla="*/ 4367789 w 5380459"/>
              <a:gd name="connsiteY44" fmla="*/ 3954439 h 4981532"/>
              <a:gd name="connsiteX45" fmla="*/ 4367789 w 5380459"/>
              <a:gd name="connsiteY45" fmla="*/ 3938210 h 4981532"/>
              <a:gd name="connsiteX46" fmla="*/ 4572545 w 5380459"/>
              <a:gd name="connsiteY46" fmla="*/ 3923131 h 4981532"/>
              <a:gd name="connsiteX47" fmla="*/ 4486039 w 5380459"/>
              <a:gd name="connsiteY47" fmla="*/ 4015192 h 4981532"/>
              <a:gd name="connsiteX48" fmla="*/ 4572545 w 5380459"/>
              <a:gd name="connsiteY48" fmla="*/ 3923131 h 4981532"/>
              <a:gd name="connsiteX49" fmla="*/ 1546432 w 5380459"/>
              <a:gd name="connsiteY49" fmla="*/ 3914713 h 4981532"/>
              <a:gd name="connsiteX50" fmla="*/ 1503581 w 5380459"/>
              <a:gd name="connsiteY50" fmla="*/ 3961013 h 4981532"/>
              <a:gd name="connsiteX51" fmla="*/ 1565880 w 5380459"/>
              <a:gd name="connsiteY51" fmla="*/ 3915322 h 4981532"/>
              <a:gd name="connsiteX52" fmla="*/ 1546432 w 5380459"/>
              <a:gd name="connsiteY52" fmla="*/ 3914713 h 4981532"/>
              <a:gd name="connsiteX53" fmla="*/ 2577490 w 5380459"/>
              <a:gd name="connsiteY53" fmla="*/ 3813243 h 4981532"/>
              <a:gd name="connsiteX54" fmla="*/ 2546385 w 5380459"/>
              <a:gd name="connsiteY54" fmla="*/ 3906749 h 4981532"/>
              <a:gd name="connsiteX55" fmla="*/ 2609948 w 5380459"/>
              <a:gd name="connsiteY55" fmla="*/ 4054462 h 4981532"/>
              <a:gd name="connsiteX56" fmla="*/ 2632939 w 5380459"/>
              <a:gd name="connsiteY56" fmla="*/ 3992124 h 4981532"/>
              <a:gd name="connsiteX57" fmla="*/ 2577490 w 5380459"/>
              <a:gd name="connsiteY57" fmla="*/ 3813243 h 4981532"/>
              <a:gd name="connsiteX58" fmla="*/ 2197099 w 5380459"/>
              <a:gd name="connsiteY58" fmla="*/ 3810745 h 4981532"/>
              <a:gd name="connsiteX59" fmla="*/ 2193018 w 5380459"/>
              <a:gd name="connsiteY59" fmla="*/ 3813312 h 4981532"/>
              <a:gd name="connsiteX60" fmla="*/ 2201181 w 5380459"/>
              <a:gd name="connsiteY60" fmla="*/ 3813312 h 4981532"/>
              <a:gd name="connsiteX61" fmla="*/ 2197099 w 5380459"/>
              <a:gd name="connsiteY61" fmla="*/ 3810745 h 4981532"/>
              <a:gd name="connsiteX62" fmla="*/ 2766359 w 5380459"/>
              <a:gd name="connsiteY62" fmla="*/ 3713740 h 4981532"/>
              <a:gd name="connsiteX63" fmla="*/ 2758216 w 5380459"/>
              <a:gd name="connsiteY63" fmla="*/ 3767495 h 4981532"/>
              <a:gd name="connsiteX64" fmla="*/ 2766359 w 5380459"/>
              <a:gd name="connsiteY64" fmla="*/ 3713740 h 4981532"/>
              <a:gd name="connsiteX65" fmla="*/ 3198103 w 5380459"/>
              <a:gd name="connsiteY65" fmla="*/ 3666403 h 4981532"/>
              <a:gd name="connsiteX66" fmla="*/ 3158545 w 5380459"/>
              <a:gd name="connsiteY66" fmla="*/ 3713699 h 4981532"/>
              <a:gd name="connsiteX67" fmla="*/ 3198103 w 5380459"/>
              <a:gd name="connsiteY67" fmla="*/ 3666403 h 4981532"/>
              <a:gd name="connsiteX68" fmla="*/ 1934991 w 5380459"/>
              <a:gd name="connsiteY68" fmla="*/ 3650916 h 4981532"/>
              <a:gd name="connsiteX69" fmla="*/ 2005810 w 5380459"/>
              <a:gd name="connsiteY69" fmla="*/ 3736628 h 4981532"/>
              <a:gd name="connsiteX70" fmla="*/ 1941800 w 5380459"/>
              <a:gd name="connsiteY70" fmla="*/ 3650916 h 4981532"/>
              <a:gd name="connsiteX71" fmla="*/ 1934991 w 5380459"/>
              <a:gd name="connsiteY71" fmla="*/ 3650916 h 4981532"/>
              <a:gd name="connsiteX72" fmla="*/ 2114356 w 5380459"/>
              <a:gd name="connsiteY72" fmla="*/ 3603879 h 4981532"/>
              <a:gd name="connsiteX73" fmla="*/ 2060114 w 5380459"/>
              <a:gd name="connsiteY73" fmla="*/ 3682265 h 4981532"/>
              <a:gd name="connsiteX74" fmla="*/ 2169954 w 5380459"/>
              <a:gd name="connsiteY74" fmla="*/ 3728215 h 4981532"/>
              <a:gd name="connsiteX75" fmla="*/ 2114356 w 5380459"/>
              <a:gd name="connsiteY75" fmla="*/ 3603879 h 4981532"/>
              <a:gd name="connsiteX76" fmla="*/ 1376677 w 5380459"/>
              <a:gd name="connsiteY76" fmla="*/ 3581076 h 4981532"/>
              <a:gd name="connsiteX77" fmla="*/ 1384827 w 5380459"/>
              <a:gd name="connsiteY77" fmla="*/ 3620165 h 4981532"/>
              <a:gd name="connsiteX78" fmla="*/ 1376677 w 5380459"/>
              <a:gd name="connsiteY78" fmla="*/ 3581076 h 4981532"/>
              <a:gd name="connsiteX79" fmla="*/ 1322912 w 5380459"/>
              <a:gd name="connsiteY79" fmla="*/ 3480356 h 4981532"/>
              <a:gd name="connsiteX80" fmla="*/ 1322335 w 5380459"/>
              <a:gd name="connsiteY80" fmla="*/ 3510824 h 4981532"/>
              <a:gd name="connsiteX81" fmla="*/ 1337339 w 5380459"/>
              <a:gd name="connsiteY81" fmla="*/ 3481218 h 4981532"/>
              <a:gd name="connsiteX82" fmla="*/ 1322912 w 5380459"/>
              <a:gd name="connsiteY82" fmla="*/ 3480356 h 4981532"/>
              <a:gd name="connsiteX83" fmla="*/ 1831856 w 5380459"/>
              <a:gd name="connsiteY83" fmla="*/ 3456477 h 4981532"/>
              <a:gd name="connsiteX84" fmla="*/ 1825012 w 5380459"/>
              <a:gd name="connsiteY84" fmla="*/ 3464572 h 4981532"/>
              <a:gd name="connsiteX85" fmla="*/ 1831856 w 5380459"/>
              <a:gd name="connsiteY85" fmla="*/ 3456477 h 4981532"/>
              <a:gd name="connsiteX86" fmla="*/ 4352568 w 5380459"/>
              <a:gd name="connsiteY86" fmla="*/ 3308861 h 4981532"/>
              <a:gd name="connsiteX87" fmla="*/ 4305039 w 5380459"/>
              <a:gd name="connsiteY87" fmla="*/ 3418559 h 4981532"/>
              <a:gd name="connsiteX88" fmla="*/ 4250719 w 5380459"/>
              <a:gd name="connsiteY88" fmla="*/ 3464605 h 4981532"/>
              <a:gd name="connsiteX89" fmla="*/ 4163808 w 5380459"/>
              <a:gd name="connsiteY89" fmla="*/ 3526902 h 4981532"/>
              <a:gd name="connsiteX90" fmla="*/ 4101341 w 5380459"/>
              <a:gd name="connsiteY90" fmla="*/ 3674520 h 4981532"/>
              <a:gd name="connsiteX91" fmla="*/ 4180104 w 5380459"/>
              <a:gd name="connsiteY91" fmla="*/ 3666394 h 4981532"/>
              <a:gd name="connsiteX92" fmla="*/ 4257509 w 5380459"/>
              <a:gd name="connsiteY92" fmla="*/ 3566176 h 4981532"/>
              <a:gd name="connsiteX93" fmla="*/ 4352568 w 5380459"/>
              <a:gd name="connsiteY93" fmla="*/ 3316987 h 4981532"/>
              <a:gd name="connsiteX94" fmla="*/ 4352568 w 5380459"/>
              <a:gd name="connsiteY94" fmla="*/ 3308861 h 4981532"/>
              <a:gd name="connsiteX95" fmla="*/ 1337688 w 5380459"/>
              <a:gd name="connsiteY95" fmla="*/ 3262831 h 4981532"/>
              <a:gd name="connsiteX96" fmla="*/ 1337688 w 5380459"/>
              <a:gd name="connsiteY96" fmla="*/ 3294090 h 4981532"/>
              <a:gd name="connsiteX97" fmla="*/ 1447234 w 5380459"/>
              <a:gd name="connsiteY97" fmla="*/ 3333504 h 4981532"/>
              <a:gd name="connsiteX98" fmla="*/ 1337688 w 5380459"/>
              <a:gd name="connsiteY98" fmla="*/ 3262831 h 4981532"/>
              <a:gd name="connsiteX99" fmla="*/ 4297097 w 5380459"/>
              <a:gd name="connsiteY99" fmla="*/ 3146961 h 4981532"/>
              <a:gd name="connsiteX100" fmla="*/ 4251125 w 5380459"/>
              <a:gd name="connsiteY100" fmla="*/ 3254895 h 4981532"/>
              <a:gd name="connsiteX101" fmla="*/ 4344420 w 5380459"/>
              <a:gd name="connsiteY101" fmla="*/ 3285925 h 4981532"/>
              <a:gd name="connsiteX102" fmla="*/ 4297097 w 5380459"/>
              <a:gd name="connsiteY102" fmla="*/ 3146961 h 4981532"/>
              <a:gd name="connsiteX103" fmla="*/ 952785 w 5380459"/>
              <a:gd name="connsiteY103" fmla="*/ 3061434 h 4981532"/>
              <a:gd name="connsiteX104" fmla="*/ 905254 w 5380459"/>
              <a:gd name="connsiteY104" fmla="*/ 3099330 h 4981532"/>
              <a:gd name="connsiteX105" fmla="*/ 929698 w 5380459"/>
              <a:gd name="connsiteY105" fmla="*/ 3240087 h 4981532"/>
              <a:gd name="connsiteX106" fmla="*/ 944637 w 5380459"/>
              <a:gd name="connsiteY106" fmla="*/ 3317233 h 4981532"/>
              <a:gd name="connsiteX107" fmla="*/ 992165 w 5380459"/>
              <a:gd name="connsiteY107" fmla="*/ 3394379 h 4981532"/>
              <a:gd name="connsiteX108" fmla="*/ 1085867 w 5380459"/>
              <a:gd name="connsiteY108" fmla="*/ 3573033 h 4981532"/>
              <a:gd name="connsiteX109" fmla="*/ 1156482 w 5380459"/>
              <a:gd name="connsiteY109" fmla="*/ 3666420 h 4981532"/>
              <a:gd name="connsiteX110" fmla="*/ 1110311 w 5380459"/>
              <a:gd name="connsiteY110" fmla="*/ 3510775 h 4981532"/>
              <a:gd name="connsiteX111" fmla="*/ 1079077 w 5380459"/>
              <a:gd name="connsiteY111" fmla="*/ 3317233 h 4981532"/>
              <a:gd name="connsiteX112" fmla="*/ 952785 w 5380459"/>
              <a:gd name="connsiteY112" fmla="*/ 3061434 h 4981532"/>
              <a:gd name="connsiteX113" fmla="*/ 4658189 w 5380459"/>
              <a:gd name="connsiteY113" fmla="*/ 3037440 h 4981532"/>
              <a:gd name="connsiteX114" fmla="*/ 4525243 w 5380459"/>
              <a:gd name="connsiteY114" fmla="*/ 3092900 h 4981532"/>
              <a:gd name="connsiteX115" fmla="*/ 4485902 w 5380459"/>
              <a:gd name="connsiteY115" fmla="*/ 3418899 h 4981532"/>
              <a:gd name="connsiteX116" fmla="*/ 4477763 w 5380459"/>
              <a:gd name="connsiteY116" fmla="*/ 3643445 h 4981532"/>
              <a:gd name="connsiteX117" fmla="*/ 4548305 w 5380459"/>
              <a:gd name="connsiteY117" fmla="*/ 3581221 h 4981532"/>
              <a:gd name="connsiteX118" fmla="*/ 4618848 w 5380459"/>
              <a:gd name="connsiteY118" fmla="*/ 3333679 h 4981532"/>
              <a:gd name="connsiteX119" fmla="*/ 4674468 w 5380459"/>
              <a:gd name="connsiteY119" fmla="*/ 3418899 h 4981532"/>
              <a:gd name="connsiteX120" fmla="*/ 4603925 w 5380459"/>
              <a:gd name="connsiteY120" fmla="*/ 3518998 h 4981532"/>
              <a:gd name="connsiteX121" fmla="*/ 4618848 w 5380459"/>
              <a:gd name="connsiteY121" fmla="*/ 3659677 h 4981532"/>
              <a:gd name="connsiteX122" fmla="*/ 4595786 w 5380459"/>
              <a:gd name="connsiteY122" fmla="*/ 3782772 h 4981532"/>
              <a:gd name="connsiteX123" fmla="*/ 4643267 w 5380459"/>
              <a:gd name="connsiteY123" fmla="*/ 3813884 h 4981532"/>
              <a:gd name="connsiteX124" fmla="*/ 4713809 w 5380459"/>
              <a:gd name="connsiteY124" fmla="*/ 3643445 h 4981532"/>
              <a:gd name="connsiteX125" fmla="*/ 4768072 w 5380459"/>
              <a:gd name="connsiteY125" fmla="*/ 3255223 h 4981532"/>
              <a:gd name="connsiteX126" fmla="*/ 4681251 w 5380459"/>
              <a:gd name="connsiteY126" fmla="*/ 3037440 h 4981532"/>
              <a:gd name="connsiteX127" fmla="*/ 4658189 w 5380459"/>
              <a:gd name="connsiteY127" fmla="*/ 3037440 h 4981532"/>
              <a:gd name="connsiteX128" fmla="*/ 4187321 w 5380459"/>
              <a:gd name="connsiteY128" fmla="*/ 3037440 h 4981532"/>
              <a:gd name="connsiteX129" fmla="*/ 4195466 w 5380459"/>
              <a:gd name="connsiteY129" fmla="*/ 3037440 h 4981532"/>
              <a:gd name="connsiteX130" fmla="*/ 4187321 w 5380459"/>
              <a:gd name="connsiteY130" fmla="*/ 3037440 h 4981532"/>
              <a:gd name="connsiteX131" fmla="*/ 301280 w 5380459"/>
              <a:gd name="connsiteY131" fmla="*/ 3014077 h 4981532"/>
              <a:gd name="connsiteX132" fmla="*/ 309465 w 5380459"/>
              <a:gd name="connsiteY132" fmla="*/ 3061645 h 4981532"/>
              <a:gd name="connsiteX133" fmla="*/ 301280 w 5380459"/>
              <a:gd name="connsiteY133" fmla="*/ 3014077 h 4981532"/>
              <a:gd name="connsiteX134" fmla="*/ 247193 w 5380459"/>
              <a:gd name="connsiteY134" fmla="*/ 2928389 h 4981532"/>
              <a:gd name="connsiteX135" fmla="*/ 262116 w 5380459"/>
              <a:gd name="connsiteY135" fmla="*/ 2968279 h 4981532"/>
              <a:gd name="connsiteX136" fmla="*/ 230824 w 5380459"/>
              <a:gd name="connsiteY136" fmla="*/ 2928919 h 4981532"/>
              <a:gd name="connsiteX137" fmla="*/ 247193 w 5380459"/>
              <a:gd name="connsiteY137" fmla="*/ 2928389 h 4981532"/>
              <a:gd name="connsiteX138" fmla="*/ 18679 w 5380459"/>
              <a:gd name="connsiteY138" fmla="*/ 2860460 h 4981532"/>
              <a:gd name="connsiteX139" fmla="*/ 50166 w 5380459"/>
              <a:gd name="connsiteY139" fmla="*/ 2898297 h 4981532"/>
              <a:gd name="connsiteX140" fmla="*/ 18679 w 5380459"/>
              <a:gd name="connsiteY140" fmla="*/ 2860460 h 4981532"/>
              <a:gd name="connsiteX141" fmla="*/ 230460 w 5380459"/>
              <a:gd name="connsiteY141" fmla="*/ 2843793 h 4981532"/>
              <a:gd name="connsiteX142" fmla="*/ 238534 w 5380459"/>
              <a:gd name="connsiteY142" fmla="*/ 2851867 h 4981532"/>
              <a:gd name="connsiteX143" fmla="*/ 230460 w 5380459"/>
              <a:gd name="connsiteY143" fmla="*/ 2843793 h 4981532"/>
              <a:gd name="connsiteX144" fmla="*/ 4757529 w 5380459"/>
              <a:gd name="connsiteY144" fmla="*/ 2829051 h 4981532"/>
              <a:gd name="connsiteX145" fmla="*/ 4720954 w 5380459"/>
              <a:gd name="connsiteY145" fmla="*/ 2875137 h 4981532"/>
              <a:gd name="connsiteX146" fmla="*/ 4768367 w 5380459"/>
              <a:gd name="connsiteY146" fmla="*/ 2983473 h 4981532"/>
              <a:gd name="connsiteX147" fmla="*/ 4776494 w 5380459"/>
              <a:gd name="connsiteY147" fmla="*/ 2835865 h 4981532"/>
              <a:gd name="connsiteX148" fmla="*/ 4757529 w 5380459"/>
              <a:gd name="connsiteY148" fmla="*/ 2829051 h 4981532"/>
              <a:gd name="connsiteX149" fmla="*/ 4305092 w 5380459"/>
              <a:gd name="connsiteY149" fmla="*/ 2812843 h 4981532"/>
              <a:gd name="connsiteX150" fmla="*/ 4288838 w 5380459"/>
              <a:gd name="connsiteY150" fmla="*/ 2820934 h 4981532"/>
              <a:gd name="connsiteX151" fmla="*/ 4242786 w 5380459"/>
              <a:gd name="connsiteY151" fmla="*/ 2951728 h 4981532"/>
              <a:gd name="connsiteX152" fmla="*/ 4305092 w 5380459"/>
              <a:gd name="connsiteY152" fmla="*/ 2812843 h 4981532"/>
              <a:gd name="connsiteX153" fmla="*/ 1210624 w 5380459"/>
              <a:gd name="connsiteY153" fmla="*/ 2745927 h 4981532"/>
              <a:gd name="connsiteX154" fmla="*/ 1220317 w 5380459"/>
              <a:gd name="connsiteY154" fmla="*/ 2797902 h 4981532"/>
              <a:gd name="connsiteX155" fmla="*/ 1220317 w 5380459"/>
              <a:gd name="connsiteY155" fmla="*/ 2750802 h 4981532"/>
              <a:gd name="connsiteX156" fmla="*/ 1210624 w 5380459"/>
              <a:gd name="connsiteY156" fmla="*/ 2745927 h 4981532"/>
              <a:gd name="connsiteX157" fmla="*/ 43075 w 5380459"/>
              <a:gd name="connsiteY157" fmla="*/ 2704908 h 4981532"/>
              <a:gd name="connsiteX158" fmla="*/ 43075 w 5380459"/>
              <a:gd name="connsiteY158" fmla="*/ 2804905 h 4981532"/>
              <a:gd name="connsiteX159" fmla="*/ 43075 w 5380459"/>
              <a:gd name="connsiteY159" fmla="*/ 2704908 h 4981532"/>
              <a:gd name="connsiteX160" fmla="*/ 4703192 w 5380459"/>
              <a:gd name="connsiteY160" fmla="*/ 2702202 h 4981532"/>
              <a:gd name="connsiteX161" fmla="*/ 4697419 w 5380459"/>
              <a:gd name="connsiteY161" fmla="*/ 2727395 h 4981532"/>
              <a:gd name="connsiteX162" fmla="*/ 4713839 w 5380459"/>
              <a:gd name="connsiteY162" fmla="*/ 2704322 h 4981532"/>
              <a:gd name="connsiteX163" fmla="*/ 4703192 w 5380459"/>
              <a:gd name="connsiteY163" fmla="*/ 2702202 h 4981532"/>
              <a:gd name="connsiteX164" fmla="*/ 4336308 w 5380459"/>
              <a:gd name="connsiteY164" fmla="*/ 2673343 h 4981532"/>
              <a:gd name="connsiteX165" fmla="*/ 4273784 w 5380459"/>
              <a:gd name="connsiteY165" fmla="*/ 2758544 h 4981532"/>
              <a:gd name="connsiteX166" fmla="*/ 4336308 w 5380459"/>
              <a:gd name="connsiteY166" fmla="*/ 2673343 h 4981532"/>
              <a:gd name="connsiteX167" fmla="*/ 4367788 w 5380459"/>
              <a:gd name="connsiteY167" fmla="*/ 2557442 h 4981532"/>
              <a:gd name="connsiteX168" fmla="*/ 4321242 w 5380459"/>
              <a:gd name="connsiteY168" fmla="*/ 2619419 h 4981532"/>
              <a:gd name="connsiteX169" fmla="*/ 4367788 w 5380459"/>
              <a:gd name="connsiteY169" fmla="*/ 2557442 h 4981532"/>
              <a:gd name="connsiteX170" fmla="*/ 1518232 w 5380459"/>
              <a:gd name="connsiteY170" fmla="*/ 2549358 h 4981532"/>
              <a:gd name="connsiteX171" fmla="*/ 1495020 w 5380459"/>
              <a:gd name="connsiteY171" fmla="*/ 2557466 h 4981532"/>
              <a:gd name="connsiteX172" fmla="*/ 1455425 w 5380459"/>
              <a:gd name="connsiteY172" fmla="*/ 2742596 h 4981532"/>
              <a:gd name="connsiteX173" fmla="*/ 1534617 w 5380459"/>
              <a:gd name="connsiteY173" fmla="*/ 2976374 h 4981532"/>
              <a:gd name="connsiteX174" fmla="*/ 1574213 w 5380459"/>
              <a:gd name="connsiteY174" fmla="*/ 2991238 h 4981532"/>
              <a:gd name="connsiteX175" fmla="*/ 1574213 w 5380459"/>
              <a:gd name="connsiteY175" fmla="*/ 2920970 h 4981532"/>
              <a:gd name="connsiteX176" fmla="*/ 1526424 w 5380459"/>
              <a:gd name="connsiteY176" fmla="*/ 2835837 h 4981532"/>
              <a:gd name="connsiteX177" fmla="*/ 1518232 w 5380459"/>
              <a:gd name="connsiteY177" fmla="*/ 2549358 h 4981532"/>
              <a:gd name="connsiteX178" fmla="*/ 10475 w 5380459"/>
              <a:gd name="connsiteY178" fmla="*/ 2517612 h 4981532"/>
              <a:gd name="connsiteX179" fmla="*/ 43301 w 5380459"/>
              <a:gd name="connsiteY179" fmla="*/ 2571791 h 4981532"/>
              <a:gd name="connsiteX180" fmla="*/ 10475 w 5380459"/>
              <a:gd name="connsiteY180" fmla="*/ 2517612 h 4981532"/>
              <a:gd name="connsiteX181" fmla="*/ 290064 w 5380459"/>
              <a:gd name="connsiteY181" fmla="*/ 2500530 h 4981532"/>
              <a:gd name="connsiteX182" fmla="*/ 301053 w 5380459"/>
              <a:gd name="connsiteY182" fmla="*/ 2509516 h 4981532"/>
              <a:gd name="connsiteX183" fmla="*/ 278062 w 5380459"/>
              <a:gd name="connsiteY183" fmla="*/ 2696686 h 4981532"/>
              <a:gd name="connsiteX184" fmla="*/ 184745 w 5380459"/>
              <a:gd name="connsiteY184" fmla="*/ 2657353 h 4981532"/>
              <a:gd name="connsiteX185" fmla="*/ 278062 w 5380459"/>
              <a:gd name="connsiteY185" fmla="*/ 2502734 h 4981532"/>
              <a:gd name="connsiteX186" fmla="*/ 290064 w 5380459"/>
              <a:gd name="connsiteY186" fmla="*/ 2500530 h 4981532"/>
              <a:gd name="connsiteX187" fmla="*/ 4533131 w 5380459"/>
              <a:gd name="connsiteY187" fmla="*/ 2378727 h 4981532"/>
              <a:gd name="connsiteX188" fmla="*/ 4548107 w 5380459"/>
              <a:gd name="connsiteY188" fmla="*/ 2486901 h 4981532"/>
              <a:gd name="connsiteX189" fmla="*/ 4485479 w 5380459"/>
              <a:gd name="connsiteY189" fmla="*/ 2563975 h 4981532"/>
              <a:gd name="connsiteX190" fmla="*/ 4477310 w 5380459"/>
              <a:gd name="connsiteY190" fmla="*/ 2696488 h 4981532"/>
              <a:gd name="connsiteX191" fmla="*/ 4524962 w 5380459"/>
              <a:gd name="connsiteY191" fmla="*/ 2889848 h 4981532"/>
              <a:gd name="connsiteX192" fmla="*/ 4595759 w 5380459"/>
              <a:gd name="connsiteY192" fmla="*/ 3022361 h 4981532"/>
              <a:gd name="connsiteX193" fmla="*/ 4579421 w 5380459"/>
              <a:gd name="connsiteY193" fmla="*/ 2874974 h 4981532"/>
              <a:gd name="connsiteX194" fmla="*/ 4572614 w 5380459"/>
              <a:gd name="connsiteY194" fmla="*/ 2735701 h 4981532"/>
              <a:gd name="connsiteX195" fmla="*/ 4572614 w 5380459"/>
              <a:gd name="connsiteY195" fmla="*/ 2611301 h 4981532"/>
              <a:gd name="connsiteX196" fmla="*/ 4539938 w 5380459"/>
              <a:gd name="connsiteY196" fmla="*/ 2393601 h 4981532"/>
              <a:gd name="connsiteX197" fmla="*/ 4539938 w 5380459"/>
              <a:gd name="connsiteY197" fmla="*/ 2385488 h 4981532"/>
              <a:gd name="connsiteX198" fmla="*/ 4533131 w 5380459"/>
              <a:gd name="connsiteY198" fmla="*/ 2378727 h 4981532"/>
              <a:gd name="connsiteX199" fmla="*/ 1574213 w 5380459"/>
              <a:gd name="connsiteY199" fmla="*/ 2262064 h 4981532"/>
              <a:gd name="connsiteX200" fmla="*/ 1526111 w 5380459"/>
              <a:gd name="connsiteY200" fmla="*/ 2409549 h 4981532"/>
              <a:gd name="connsiteX201" fmla="*/ 1565967 w 5380459"/>
              <a:gd name="connsiteY201" fmla="*/ 2494792 h 4981532"/>
              <a:gd name="connsiteX202" fmla="*/ 1574213 w 5380459"/>
              <a:gd name="connsiteY202" fmla="*/ 2478555 h 4981532"/>
              <a:gd name="connsiteX203" fmla="*/ 1574213 w 5380459"/>
              <a:gd name="connsiteY203" fmla="*/ 2262064 h 4981532"/>
              <a:gd name="connsiteX204" fmla="*/ 4406895 w 5380459"/>
              <a:gd name="connsiteY204" fmla="*/ 2098576 h 4981532"/>
              <a:gd name="connsiteX205" fmla="*/ 4398767 w 5380459"/>
              <a:gd name="connsiteY205" fmla="*/ 2262064 h 4981532"/>
              <a:gd name="connsiteX206" fmla="*/ 4406895 w 5380459"/>
              <a:gd name="connsiteY206" fmla="*/ 2106683 h 4981532"/>
              <a:gd name="connsiteX207" fmla="*/ 4406895 w 5380459"/>
              <a:gd name="connsiteY207" fmla="*/ 2098576 h 4981532"/>
              <a:gd name="connsiteX208" fmla="*/ 1424424 w 5380459"/>
              <a:gd name="connsiteY208" fmla="*/ 2021785 h 4981532"/>
              <a:gd name="connsiteX209" fmla="*/ 1401395 w 5380459"/>
              <a:gd name="connsiteY209" fmla="*/ 2061064 h 4981532"/>
              <a:gd name="connsiteX210" fmla="*/ 1424424 w 5380459"/>
              <a:gd name="connsiteY210" fmla="*/ 2021785 h 4981532"/>
              <a:gd name="connsiteX211" fmla="*/ 371988 w 5380459"/>
              <a:gd name="connsiteY211" fmla="*/ 1927945 h 4981532"/>
              <a:gd name="connsiteX212" fmla="*/ 442642 w 5380459"/>
              <a:gd name="connsiteY212" fmla="*/ 1998287 h 4981532"/>
              <a:gd name="connsiteX213" fmla="*/ 427696 w 5380459"/>
              <a:gd name="connsiteY213" fmla="*/ 2106506 h 4981532"/>
              <a:gd name="connsiteX214" fmla="*/ 332585 w 5380459"/>
              <a:gd name="connsiteY214" fmla="*/ 2176848 h 4981532"/>
              <a:gd name="connsiteX215" fmla="*/ 427696 w 5380459"/>
              <a:gd name="connsiteY215" fmla="*/ 2214724 h 4981532"/>
              <a:gd name="connsiteX216" fmla="*/ 371988 w 5380459"/>
              <a:gd name="connsiteY216" fmla="*/ 2285066 h 4981532"/>
              <a:gd name="connsiteX217" fmla="*/ 278236 w 5380459"/>
              <a:gd name="connsiteY217" fmla="*/ 2432514 h 4981532"/>
              <a:gd name="connsiteX218" fmla="*/ 215734 w 5380459"/>
              <a:gd name="connsiteY218" fmla="*/ 2299946 h 4981532"/>
              <a:gd name="connsiteX219" fmla="*/ 286388 w 5380459"/>
              <a:gd name="connsiteY219" fmla="*/ 2075393 h 4981532"/>
              <a:gd name="connsiteX220" fmla="*/ 371988 w 5380459"/>
              <a:gd name="connsiteY220" fmla="*/ 1927945 h 4981532"/>
              <a:gd name="connsiteX221" fmla="*/ 1518286 w 5380459"/>
              <a:gd name="connsiteY221" fmla="*/ 1781124 h 4981532"/>
              <a:gd name="connsiteX222" fmla="*/ 1495134 w 5380459"/>
              <a:gd name="connsiteY222" fmla="*/ 1789219 h 4981532"/>
              <a:gd name="connsiteX223" fmla="*/ 1486963 w 5380459"/>
              <a:gd name="connsiteY223" fmla="*/ 1943024 h 4981532"/>
              <a:gd name="connsiteX224" fmla="*/ 1518286 w 5380459"/>
              <a:gd name="connsiteY224" fmla="*/ 1781124 h 4981532"/>
              <a:gd name="connsiteX225" fmla="*/ 4344319 w 5380459"/>
              <a:gd name="connsiteY225" fmla="*/ 1664461 h 4981532"/>
              <a:gd name="connsiteX226" fmla="*/ 4321191 w 5380459"/>
              <a:gd name="connsiteY226" fmla="*/ 1710607 h 4981532"/>
              <a:gd name="connsiteX227" fmla="*/ 4344319 w 5380459"/>
              <a:gd name="connsiteY227" fmla="*/ 1664461 h 4981532"/>
              <a:gd name="connsiteX228" fmla="*/ 3466073 w 5380459"/>
              <a:gd name="connsiteY228" fmla="*/ 1593828 h 4981532"/>
              <a:gd name="connsiteX229" fmla="*/ 3457923 w 5380459"/>
              <a:gd name="connsiteY229" fmla="*/ 1641229 h 4981532"/>
              <a:gd name="connsiteX230" fmla="*/ 3512256 w 5380459"/>
              <a:gd name="connsiteY230" fmla="*/ 1811871 h 4981532"/>
              <a:gd name="connsiteX231" fmla="*/ 3576097 w 5380459"/>
              <a:gd name="connsiteY231" fmla="*/ 1819997 h 4981532"/>
              <a:gd name="connsiteX232" fmla="*/ 3466073 w 5380459"/>
              <a:gd name="connsiteY232" fmla="*/ 1593828 h 4981532"/>
              <a:gd name="connsiteX233" fmla="*/ 4155760 w 5380459"/>
              <a:gd name="connsiteY233" fmla="*/ 1447133 h 4981532"/>
              <a:gd name="connsiteX234" fmla="*/ 4155760 w 5380459"/>
              <a:gd name="connsiteY234" fmla="*/ 1525078 h 4981532"/>
              <a:gd name="connsiteX235" fmla="*/ 4155760 w 5380459"/>
              <a:gd name="connsiteY235" fmla="*/ 1447133 h 4981532"/>
              <a:gd name="connsiteX236" fmla="*/ 4273818 w 5380459"/>
              <a:gd name="connsiteY236" fmla="*/ 1432118 h 4981532"/>
              <a:gd name="connsiteX237" fmla="*/ 4281961 w 5380459"/>
              <a:gd name="connsiteY237" fmla="*/ 1494423 h 4981532"/>
              <a:gd name="connsiteX238" fmla="*/ 4273818 w 5380459"/>
              <a:gd name="connsiteY238" fmla="*/ 1432118 h 4981532"/>
              <a:gd name="connsiteX239" fmla="*/ 3349998 w 5380459"/>
              <a:gd name="connsiteY239" fmla="*/ 1412550 h 4981532"/>
              <a:gd name="connsiteX240" fmla="*/ 3339464 w 5380459"/>
              <a:gd name="connsiteY240" fmla="*/ 1438421 h 4981532"/>
              <a:gd name="connsiteX241" fmla="*/ 3441405 w 5380459"/>
              <a:gd name="connsiteY241" fmla="*/ 1562877 h 4981532"/>
              <a:gd name="connsiteX242" fmla="*/ 3378881 w 5380459"/>
              <a:gd name="connsiteY242" fmla="*/ 1438421 h 4981532"/>
              <a:gd name="connsiteX243" fmla="*/ 3349998 w 5380459"/>
              <a:gd name="connsiteY243" fmla="*/ 1412550 h 4981532"/>
              <a:gd name="connsiteX244" fmla="*/ 364862 w 5380459"/>
              <a:gd name="connsiteY244" fmla="*/ 1370023 h 4981532"/>
              <a:gd name="connsiteX245" fmla="*/ 371652 w 5380459"/>
              <a:gd name="connsiteY245" fmla="*/ 1378134 h 4981532"/>
              <a:gd name="connsiteX246" fmla="*/ 294243 w 5380459"/>
              <a:gd name="connsiteY246" fmla="*/ 1656626 h 4981532"/>
              <a:gd name="connsiteX247" fmla="*/ 167944 w 5380459"/>
              <a:gd name="connsiteY247" fmla="*/ 1982434 h 4981532"/>
              <a:gd name="connsiteX248" fmla="*/ 128561 w 5380459"/>
              <a:gd name="connsiteY248" fmla="*/ 2083827 h 4981532"/>
              <a:gd name="connsiteX249" fmla="*/ 81029 w 5380459"/>
              <a:gd name="connsiteY249" fmla="*/ 2424505 h 4981532"/>
              <a:gd name="connsiteX250" fmla="*/ 3620 w 5380459"/>
              <a:gd name="connsiteY250" fmla="*/ 2486693 h 4981532"/>
              <a:gd name="connsiteX251" fmla="*/ 49794 w 5380459"/>
              <a:gd name="connsiteY251" fmla="*/ 2146014 h 4981532"/>
              <a:gd name="connsiteX252" fmla="*/ 74239 w 5380459"/>
              <a:gd name="connsiteY252" fmla="*/ 1920246 h 4981532"/>
              <a:gd name="connsiteX253" fmla="*/ 128561 w 5380459"/>
              <a:gd name="connsiteY253" fmla="*/ 1703942 h 4981532"/>
              <a:gd name="connsiteX254" fmla="*/ 364862 w 5380459"/>
              <a:gd name="connsiteY254" fmla="*/ 1370023 h 4981532"/>
              <a:gd name="connsiteX255" fmla="*/ 3642584 w 5380459"/>
              <a:gd name="connsiteY255" fmla="*/ 1362758 h 4981532"/>
              <a:gd name="connsiteX256" fmla="*/ 3613955 w 5380459"/>
              <a:gd name="connsiteY256" fmla="*/ 1369618 h 4981532"/>
              <a:gd name="connsiteX257" fmla="*/ 3646528 w 5380459"/>
              <a:gd name="connsiteY257" fmla="*/ 1369618 h 4981532"/>
              <a:gd name="connsiteX258" fmla="*/ 3642584 w 5380459"/>
              <a:gd name="connsiteY258" fmla="*/ 1362758 h 4981532"/>
              <a:gd name="connsiteX259" fmla="*/ 1785319 w 5380459"/>
              <a:gd name="connsiteY259" fmla="*/ 1353358 h 4981532"/>
              <a:gd name="connsiteX260" fmla="*/ 1769446 w 5380459"/>
              <a:gd name="connsiteY260" fmla="*/ 1370024 h 4981532"/>
              <a:gd name="connsiteX261" fmla="*/ 1785319 w 5380459"/>
              <a:gd name="connsiteY261" fmla="*/ 1370024 h 4981532"/>
              <a:gd name="connsiteX262" fmla="*/ 1785319 w 5380459"/>
              <a:gd name="connsiteY262" fmla="*/ 1353358 h 4981532"/>
              <a:gd name="connsiteX263" fmla="*/ 4082785 w 5380459"/>
              <a:gd name="connsiteY263" fmla="*/ 1352296 h 4981532"/>
              <a:gd name="connsiteX264" fmla="*/ 4070178 w 5380459"/>
              <a:gd name="connsiteY264" fmla="*/ 1369924 h 4981532"/>
              <a:gd name="connsiteX265" fmla="*/ 4093269 w 5380459"/>
              <a:gd name="connsiteY265" fmla="*/ 1353749 h 4981532"/>
              <a:gd name="connsiteX266" fmla="*/ 4082785 w 5380459"/>
              <a:gd name="connsiteY266" fmla="*/ 1352296 h 4981532"/>
              <a:gd name="connsiteX267" fmla="*/ 4190570 w 5380459"/>
              <a:gd name="connsiteY267" fmla="*/ 1306717 h 4981532"/>
              <a:gd name="connsiteX268" fmla="*/ 4203306 w 5380459"/>
              <a:gd name="connsiteY268" fmla="*/ 1409115 h 4981532"/>
              <a:gd name="connsiteX269" fmla="*/ 4211407 w 5380459"/>
              <a:gd name="connsiteY269" fmla="*/ 1307684 h 4981532"/>
              <a:gd name="connsiteX270" fmla="*/ 4190570 w 5380459"/>
              <a:gd name="connsiteY270" fmla="*/ 1306717 h 4981532"/>
              <a:gd name="connsiteX271" fmla="*/ 4610501 w 5380459"/>
              <a:gd name="connsiteY271" fmla="*/ 1299391 h 4981532"/>
              <a:gd name="connsiteX272" fmla="*/ 4610501 w 5380459"/>
              <a:gd name="connsiteY272" fmla="*/ 1322483 h 4981532"/>
              <a:gd name="connsiteX273" fmla="*/ 4610501 w 5380459"/>
              <a:gd name="connsiteY273" fmla="*/ 1299391 h 4981532"/>
              <a:gd name="connsiteX274" fmla="*/ 3260362 w 5380459"/>
              <a:gd name="connsiteY274" fmla="*/ 1284312 h 4981532"/>
              <a:gd name="connsiteX275" fmla="*/ 3284798 w 5380459"/>
              <a:gd name="connsiteY275" fmla="*/ 1370024 h 4981532"/>
              <a:gd name="connsiteX276" fmla="*/ 3260362 w 5380459"/>
              <a:gd name="connsiteY276" fmla="*/ 1284312 h 4981532"/>
              <a:gd name="connsiteX277" fmla="*/ 3825803 w 5380459"/>
              <a:gd name="connsiteY277" fmla="*/ 1253361 h 4981532"/>
              <a:gd name="connsiteX278" fmla="*/ 3825803 w 5380459"/>
              <a:gd name="connsiteY278" fmla="*/ 1261474 h 4981532"/>
              <a:gd name="connsiteX279" fmla="*/ 3896394 w 5380459"/>
              <a:gd name="connsiteY279" fmla="*/ 1423735 h 4981532"/>
              <a:gd name="connsiteX280" fmla="*/ 4062012 w 5380459"/>
              <a:gd name="connsiteY280" fmla="*/ 1803695 h 4981532"/>
              <a:gd name="connsiteX281" fmla="*/ 4101380 w 5380459"/>
              <a:gd name="connsiteY281" fmla="*/ 1865895 h 4981532"/>
              <a:gd name="connsiteX282" fmla="*/ 4053866 w 5380459"/>
              <a:gd name="connsiteY282" fmla="*/ 1579235 h 4981532"/>
              <a:gd name="connsiteX283" fmla="*/ 3833948 w 5380459"/>
              <a:gd name="connsiteY283" fmla="*/ 1261474 h 4981532"/>
              <a:gd name="connsiteX284" fmla="*/ 3825803 w 5380459"/>
              <a:gd name="connsiteY284" fmla="*/ 1253361 h 4981532"/>
              <a:gd name="connsiteX285" fmla="*/ 3150321 w 5380459"/>
              <a:gd name="connsiteY285" fmla="*/ 1230345 h 4981532"/>
              <a:gd name="connsiteX286" fmla="*/ 3166630 w 5380459"/>
              <a:gd name="connsiteY286" fmla="*/ 1268253 h 4981532"/>
              <a:gd name="connsiteX287" fmla="*/ 3150321 w 5380459"/>
              <a:gd name="connsiteY287" fmla="*/ 1230345 h 4981532"/>
              <a:gd name="connsiteX288" fmla="*/ 4590310 w 5380459"/>
              <a:gd name="connsiteY288" fmla="*/ 1173677 h 4981532"/>
              <a:gd name="connsiteX289" fmla="*/ 4572743 w 5380459"/>
              <a:gd name="connsiteY289" fmla="*/ 1174642 h 4981532"/>
              <a:gd name="connsiteX290" fmla="*/ 4572743 w 5380459"/>
              <a:gd name="connsiteY290" fmla="*/ 1222144 h 4981532"/>
              <a:gd name="connsiteX291" fmla="*/ 4590310 w 5380459"/>
              <a:gd name="connsiteY291" fmla="*/ 1173677 h 4981532"/>
              <a:gd name="connsiteX292" fmla="*/ 4494149 w 5380459"/>
              <a:gd name="connsiteY292" fmla="*/ 1120962 h 4981532"/>
              <a:gd name="connsiteX293" fmla="*/ 4502304 w 5380459"/>
              <a:gd name="connsiteY293" fmla="*/ 1199015 h 4981532"/>
              <a:gd name="connsiteX294" fmla="*/ 4494149 w 5380459"/>
              <a:gd name="connsiteY294" fmla="*/ 1120962 h 4981532"/>
              <a:gd name="connsiteX295" fmla="*/ 3896390 w 5380459"/>
              <a:gd name="connsiteY295" fmla="*/ 1120825 h 4981532"/>
              <a:gd name="connsiteX296" fmla="*/ 3943792 w 5380459"/>
              <a:gd name="connsiteY296" fmla="*/ 1230346 h 4981532"/>
              <a:gd name="connsiteX297" fmla="*/ 3904516 w 5380459"/>
              <a:gd name="connsiteY297" fmla="*/ 1128938 h 4981532"/>
              <a:gd name="connsiteX298" fmla="*/ 3896390 w 5380459"/>
              <a:gd name="connsiteY298" fmla="*/ 1120825 h 4981532"/>
              <a:gd name="connsiteX299" fmla="*/ 4040867 w 5380459"/>
              <a:gd name="connsiteY299" fmla="*/ 1100831 h 4981532"/>
              <a:gd name="connsiteX300" fmla="*/ 4031128 w 5380459"/>
              <a:gd name="connsiteY300" fmla="*/ 1159937 h 4981532"/>
              <a:gd name="connsiteX301" fmla="*/ 4132967 w 5380459"/>
              <a:gd name="connsiteY301" fmla="*/ 1261297 h 4981532"/>
              <a:gd name="connsiteX302" fmla="*/ 4085442 w 5380459"/>
              <a:gd name="connsiteY302" fmla="*/ 1128853 h 4981532"/>
              <a:gd name="connsiteX303" fmla="*/ 4062359 w 5380459"/>
              <a:gd name="connsiteY303" fmla="*/ 1112635 h 4981532"/>
              <a:gd name="connsiteX304" fmla="*/ 4040867 w 5380459"/>
              <a:gd name="connsiteY304" fmla="*/ 1100831 h 4981532"/>
              <a:gd name="connsiteX305" fmla="*/ 1274828 w 5380459"/>
              <a:gd name="connsiteY305" fmla="*/ 1074794 h 4981532"/>
              <a:gd name="connsiteX306" fmla="*/ 1306152 w 5380459"/>
              <a:gd name="connsiteY306" fmla="*/ 1089635 h 4981532"/>
              <a:gd name="connsiteX307" fmla="*/ 1274828 w 5380459"/>
              <a:gd name="connsiteY307" fmla="*/ 1074794 h 4981532"/>
              <a:gd name="connsiteX308" fmla="*/ 4643178 w 5380459"/>
              <a:gd name="connsiteY308" fmla="*/ 1043842 h 4981532"/>
              <a:gd name="connsiteX309" fmla="*/ 4784392 w 5380459"/>
              <a:gd name="connsiteY309" fmla="*/ 1284563 h 4981532"/>
              <a:gd name="connsiteX310" fmla="*/ 4878081 w 5380459"/>
              <a:gd name="connsiteY310" fmla="*/ 1469836 h 4981532"/>
              <a:gd name="connsiteX311" fmla="*/ 4948688 w 5380459"/>
              <a:gd name="connsiteY311" fmla="*/ 1625358 h 4981532"/>
              <a:gd name="connsiteX312" fmla="*/ 5019294 w 5380459"/>
              <a:gd name="connsiteY312" fmla="*/ 1857965 h 4981532"/>
              <a:gd name="connsiteX313" fmla="*/ 5058671 w 5380459"/>
              <a:gd name="connsiteY313" fmla="*/ 2005372 h 4981532"/>
              <a:gd name="connsiteX314" fmla="*/ 5121131 w 5380459"/>
              <a:gd name="connsiteY314" fmla="*/ 2378624 h 4981532"/>
              <a:gd name="connsiteX315" fmla="*/ 5112984 w 5380459"/>
              <a:gd name="connsiteY315" fmla="*/ 3030463 h 4981532"/>
              <a:gd name="connsiteX316" fmla="*/ 5035588 w 5380459"/>
              <a:gd name="connsiteY316" fmla="*/ 3309050 h 4981532"/>
              <a:gd name="connsiteX317" fmla="*/ 4956835 w 5380459"/>
              <a:gd name="connsiteY317" fmla="*/ 3597104 h 4981532"/>
              <a:gd name="connsiteX318" fmla="*/ 4861787 w 5380459"/>
              <a:gd name="connsiteY318" fmla="*/ 3821596 h 4981532"/>
              <a:gd name="connsiteX319" fmla="*/ 4932394 w 5380459"/>
              <a:gd name="connsiteY319" fmla="*/ 3836472 h 4981532"/>
              <a:gd name="connsiteX320" fmla="*/ 5121131 w 5380459"/>
              <a:gd name="connsiteY320" fmla="*/ 3418592 h 4981532"/>
              <a:gd name="connsiteX321" fmla="*/ 5168655 w 5380459"/>
              <a:gd name="connsiteY321" fmla="*/ 3177871 h 4981532"/>
              <a:gd name="connsiteX322" fmla="*/ 5216178 w 5380459"/>
              <a:gd name="connsiteY322" fmla="*/ 2812733 h 4981532"/>
              <a:gd name="connsiteX323" fmla="*/ 5199884 w 5380459"/>
              <a:gd name="connsiteY323" fmla="*/ 2231217 h 4981532"/>
              <a:gd name="connsiteX324" fmla="*/ 4988064 w 5380459"/>
              <a:gd name="connsiteY324" fmla="*/ 1633472 h 4981532"/>
              <a:gd name="connsiteX325" fmla="*/ 4861787 w 5380459"/>
              <a:gd name="connsiteY325" fmla="*/ 1338657 h 4981532"/>
              <a:gd name="connsiteX326" fmla="*/ 4643178 w 5380459"/>
              <a:gd name="connsiteY326" fmla="*/ 1043842 h 4981532"/>
              <a:gd name="connsiteX327" fmla="*/ 3566831 w 5380459"/>
              <a:gd name="connsiteY327" fmla="*/ 1003678 h 4981532"/>
              <a:gd name="connsiteX328" fmla="*/ 3536480 w 5380459"/>
              <a:gd name="connsiteY328" fmla="*/ 1035408 h 4981532"/>
              <a:gd name="connsiteX329" fmla="*/ 3630139 w 5380459"/>
              <a:gd name="connsiteY329" fmla="*/ 1120530 h 4981532"/>
              <a:gd name="connsiteX330" fmla="*/ 3669503 w 5380459"/>
              <a:gd name="connsiteY330" fmla="*/ 1097561 h 4981532"/>
              <a:gd name="connsiteX331" fmla="*/ 3582631 w 5380459"/>
              <a:gd name="connsiteY331" fmla="*/ 1004332 h 4981532"/>
              <a:gd name="connsiteX332" fmla="*/ 3566831 w 5380459"/>
              <a:gd name="connsiteY332" fmla="*/ 1003678 h 4981532"/>
              <a:gd name="connsiteX333" fmla="*/ 662755 w 5380459"/>
              <a:gd name="connsiteY333" fmla="*/ 942258 h 4981532"/>
              <a:gd name="connsiteX334" fmla="*/ 670926 w 5380459"/>
              <a:gd name="connsiteY334" fmla="*/ 942258 h 4981532"/>
              <a:gd name="connsiteX335" fmla="*/ 583765 w 5380459"/>
              <a:gd name="connsiteY335" fmla="*/ 1074794 h 4981532"/>
              <a:gd name="connsiteX336" fmla="*/ 662755 w 5380459"/>
              <a:gd name="connsiteY336" fmla="*/ 942258 h 4981532"/>
              <a:gd name="connsiteX337" fmla="*/ 3763281 w 5380459"/>
              <a:gd name="connsiteY337" fmla="*/ 896386 h 4981532"/>
              <a:gd name="connsiteX338" fmla="*/ 3755186 w 5380459"/>
              <a:gd name="connsiteY338" fmla="*/ 965194 h 4981532"/>
              <a:gd name="connsiteX339" fmla="*/ 3763281 w 5380459"/>
              <a:gd name="connsiteY339" fmla="*/ 896386 h 4981532"/>
              <a:gd name="connsiteX340" fmla="*/ 4517005 w 5380459"/>
              <a:gd name="connsiteY340" fmla="*/ 865415 h 4981532"/>
              <a:gd name="connsiteX341" fmla="*/ 4508877 w 5380459"/>
              <a:gd name="connsiteY341" fmla="*/ 911169 h 4981532"/>
              <a:gd name="connsiteX342" fmla="*/ 4517005 w 5380459"/>
              <a:gd name="connsiteY342" fmla="*/ 865415 h 4981532"/>
              <a:gd name="connsiteX343" fmla="*/ 3684610 w 5380459"/>
              <a:gd name="connsiteY343" fmla="*/ 834324 h 4981532"/>
              <a:gd name="connsiteX344" fmla="*/ 3669742 w 5380459"/>
              <a:gd name="connsiteY344" fmla="*/ 865326 h 4981532"/>
              <a:gd name="connsiteX345" fmla="*/ 3684610 w 5380459"/>
              <a:gd name="connsiteY345" fmla="*/ 834324 h 4981532"/>
              <a:gd name="connsiteX346" fmla="*/ 4039260 w 5380459"/>
              <a:gd name="connsiteY346" fmla="*/ 811486 h 4981532"/>
              <a:gd name="connsiteX347" fmla="*/ 4031117 w 5380459"/>
              <a:gd name="connsiteY347" fmla="*/ 849345 h 4981532"/>
              <a:gd name="connsiteX348" fmla="*/ 4155983 w 5380459"/>
              <a:gd name="connsiteY348" fmla="*/ 989967 h 4981532"/>
              <a:gd name="connsiteX349" fmla="*/ 4274063 w 5380459"/>
              <a:gd name="connsiteY349" fmla="*/ 1113011 h 4981532"/>
              <a:gd name="connsiteX350" fmla="*/ 4367712 w 5380459"/>
              <a:gd name="connsiteY350" fmla="*/ 1353690 h 4981532"/>
              <a:gd name="connsiteX351" fmla="*/ 4485792 w 5380459"/>
              <a:gd name="connsiteY351" fmla="*/ 1734991 h 4981532"/>
              <a:gd name="connsiteX352" fmla="*/ 4579441 w 5380459"/>
              <a:gd name="connsiteY352" fmla="*/ 2013530 h 4981532"/>
              <a:gd name="connsiteX353" fmla="*/ 4564512 w 5380459"/>
              <a:gd name="connsiteY353" fmla="*/ 2129813 h 4981532"/>
              <a:gd name="connsiteX354" fmla="*/ 4658162 w 5380459"/>
              <a:gd name="connsiteY354" fmla="*/ 2192011 h 4981532"/>
              <a:gd name="connsiteX355" fmla="*/ 4697521 w 5380459"/>
              <a:gd name="connsiteY355" fmla="*/ 2463790 h 4981532"/>
              <a:gd name="connsiteX356" fmla="*/ 4713808 w 5380459"/>
              <a:gd name="connsiteY356" fmla="*/ 2588186 h 4981532"/>
              <a:gd name="connsiteX357" fmla="*/ 4784385 w 5380459"/>
              <a:gd name="connsiteY357" fmla="*/ 2650384 h 4981532"/>
              <a:gd name="connsiteX358" fmla="*/ 4869891 w 5380459"/>
              <a:gd name="connsiteY358" fmla="*/ 2681483 h 4981532"/>
              <a:gd name="connsiteX359" fmla="*/ 4861747 w 5380459"/>
              <a:gd name="connsiteY359" fmla="*/ 2424578 h 4981532"/>
              <a:gd name="connsiteX360" fmla="*/ 4838674 w 5380459"/>
              <a:gd name="connsiteY360" fmla="*/ 2192011 h 4981532"/>
              <a:gd name="connsiteX361" fmla="*/ 4776241 w 5380459"/>
              <a:gd name="connsiteY361" fmla="*/ 1974318 h 4981532"/>
              <a:gd name="connsiteX362" fmla="*/ 4618801 w 5380459"/>
              <a:gd name="connsiteY362" fmla="*/ 1648455 h 4981532"/>
              <a:gd name="connsiteX363" fmla="*/ 4525152 w 5380459"/>
              <a:gd name="connsiteY363" fmla="*/ 1384789 h 4981532"/>
              <a:gd name="connsiteX364" fmla="*/ 4336496 w 5380459"/>
              <a:gd name="connsiteY364" fmla="*/ 1106250 h 4981532"/>
              <a:gd name="connsiteX365" fmla="*/ 4288992 w 5380459"/>
              <a:gd name="connsiteY365" fmla="*/ 1012953 h 4981532"/>
              <a:gd name="connsiteX366" fmla="*/ 4288992 w 5380459"/>
              <a:gd name="connsiteY366" fmla="*/ 911543 h 4981532"/>
              <a:gd name="connsiteX367" fmla="*/ 4155983 w 5380459"/>
              <a:gd name="connsiteY367" fmla="*/ 927769 h 4981532"/>
              <a:gd name="connsiteX368" fmla="*/ 4039260 w 5380459"/>
              <a:gd name="connsiteY368" fmla="*/ 811486 h 4981532"/>
              <a:gd name="connsiteX369" fmla="*/ 3496951 w 5380459"/>
              <a:gd name="connsiteY369" fmla="*/ 763692 h 4981532"/>
              <a:gd name="connsiteX370" fmla="*/ 3520079 w 5380459"/>
              <a:gd name="connsiteY370" fmla="*/ 904163 h 4981532"/>
              <a:gd name="connsiteX371" fmla="*/ 3496951 w 5380459"/>
              <a:gd name="connsiteY371" fmla="*/ 763692 h 4981532"/>
              <a:gd name="connsiteX372" fmla="*/ 3418041 w 5380459"/>
              <a:gd name="connsiteY372" fmla="*/ 694844 h 4981532"/>
              <a:gd name="connsiteX373" fmla="*/ 3394912 w 5380459"/>
              <a:gd name="connsiteY373" fmla="*/ 757211 h 4981532"/>
              <a:gd name="connsiteX374" fmla="*/ 3449333 w 5380459"/>
              <a:gd name="connsiteY374" fmla="*/ 803307 h 4981532"/>
              <a:gd name="connsiteX375" fmla="*/ 3418041 w 5380459"/>
              <a:gd name="connsiteY375" fmla="*/ 694844 h 4981532"/>
              <a:gd name="connsiteX376" fmla="*/ 866176 w 5380459"/>
              <a:gd name="connsiteY376" fmla="*/ 686879 h 4981532"/>
              <a:gd name="connsiteX377" fmla="*/ 898765 w 5380459"/>
              <a:gd name="connsiteY377" fmla="*/ 717951 h 4981532"/>
              <a:gd name="connsiteX378" fmla="*/ 741251 w 5380459"/>
              <a:gd name="connsiteY378" fmla="*/ 826027 h 4981532"/>
              <a:gd name="connsiteX379" fmla="*/ 686935 w 5380459"/>
              <a:gd name="connsiteY379" fmla="*/ 865205 h 4981532"/>
              <a:gd name="connsiteX380" fmla="*/ 866176 w 5380459"/>
              <a:gd name="connsiteY380" fmla="*/ 686879 h 4981532"/>
              <a:gd name="connsiteX381" fmla="*/ 1806908 w 5380459"/>
              <a:gd name="connsiteY381" fmla="*/ 623646 h 4981532"/>
              <a:gd name="connsiteX382" fmla="*/ 1825227 w 5380459"/>
              <a:gd name="connsiteY382" fmla="*/ 624619 h 4981532"/>
              <a:gd name="connsiteX383" fmla="*/ 1817064 w 5380459"/>
              <a:gd name="connsiteY383" fmla="*/ 695019 h 4981532"/>
              <a:gd name="connsiteX384" fmla="*/ 1806908 w 5380459"/>
              <a:gd name="connsiteY384" fmla="*/ 623646 h 4981532"/>
              <a:gd name="connsiteX385" fmla="*/ 4092954 w 5380459"/>
              <a:gd name="connsiteY385" fmla="*/ 485127 h 4981532"/>
              <a:gd name="connsiteX386" fmla="*/ 4076633 w 5380459"/>
              <a:gd name="connsiteY386" fmla="*/ 539223 h 4981532"/>
              <a:gd name="connsiteX387" fmla="*/ 4352734 w 5380459"/>
              <a:gd name="connsiteY387" fmla="*/ 756954 h 4981532"/>
              <a:gd name="connsiteX388" fmla="*/ 4431620 w 5380459"/>
              <a:gd name="connsiteY388" fmla="*/ 748840 h 4981532"/>
              <a:gd name="connsiteX389" fmla="*/ 4092954 w 5380459"/>
              <a:gd name="connsiteY389" fmla="*/ 485127 h 4981532"/>
              <a:gd name="connsiteX390" fmla="*/ 3135600 w 5380459"/>
              <a:gd name="connsiteY390" fmla="*/ 197445 h 4981532"/>
              <a:gd name="connsiteX391" fmla="*/ 3135600 w 5380459"/>
              <a:gd name="connsiteY391" fmla="*/ 236610 h 4981532"/>
              <a:gd name="connsiteX392" fmla="*/ 3214452 w 5380459"/>
              <a:gd name="connsiteY392" fmla="*/ 329799 h 4981532"/>
              <a:gd name="connsiteX393" fmla="*/ 3245721 w 5380459"/>
              <a:gd name="connsiteY393" fmla="*/ 244714 h 4981532"/>
              <a:gd name="connsiteX394" fmla="*/ 3135600 w 5380459"/>
              <a:gd name="connsiteY394" fmla="*/ 197445 h 4981532"/>
              <a:gd name="connsiteX395" fmla="*/ 3033862 w 5380459"/>
              <a:gd name="connsiteY395" fmla="*/ 197441 h 4981532"/>
              <a:gd name="connsiteX396" fmla="*/ 2899432 w 5380459"/>
              <a:gd name="connsiteY396" fmla="*/ 298691 h 4981532"/>
              <a:gd name="connsiteX397" fmla="*/ 3073241 w 5380459"/>
              <a:gd name="connsiteY397" fmla="*/ 283841 h 4981532"/>
              <a:gd name="connsiteX398" fmla="*/ 3033862 w 5380459"/>
              <a:gd name="connsiteY398" fmla="*/ 197441 h 4981532"/>
              <a:gd name="connsiteX399" fmla="*/ 3370960 w 5380459"/>
              <a:gd name="connsiteY399" fmla="*/ 190291 h 4981532"/>
              <a:gd name="connsiteX400" fmla="*/ 3410335 w 5380459"/>
              <a:gd name="connsiteY400" fmla="*/ 298737 h 4981532"/>
              <a:gd name="connsiteX401" fmla="*/ 3497230 w 5380459"/>
              <a:gd name="connsiteY401" fmla="*/ 252648 h 4981532"/>
              <a:gd name="connsiteX402" fmla="*/ 3622143 w 5380459"/>
              <a:gd name="connsiteY402" fmla="*/ 321782 h 4981532"/>
              <a:gd name="connsiteX403" fmla="*/ 3802724 w 5380459"/>
              <a:gd name="connsiteY403" fmla="*/ 306871 h 4981532"/>
              <a:gd name="connsiteX404" fmla="*/ 3638436 w 5380459"/>
              <a:gd name="connsiteY404" fmla="*/ 221469 h 4981532"/>
              <a:gd name="connsiteX405" fmla="*/ 3370960 w 5380459"/>
              <a:gd name="connsiteY405" fmla="*/ 190291 h 4981532"/>
              <a:gd name="connsiteX406" fmla="*/ 3347272 w 5380459"/>
              <a:gd name="connsiteY406" fmla="*/ 0 h 4981532"/>
              <a:gd name="connsiteX407" fmla="*/ 3747934 w 5380459"/>
              <a:gd name="connsiteY407" fmla="*/ 39221 h 4981532"/>
              <a:gd name="connsiteX408" fmla="*/ 4454184 w 5380459"/>
              <a:gd name="connsiteY408" fmla="*/ 388153 h 4981532"/>
              <a:gd name="connsiteX409" fmla="*/ 4752983 w 5380459"/>
              <a:gd name="connsiteY409" fmla="*/ 699217 h 4981532"/>
              <a:gd name="connsiteX410" fmla="*/ 5106108 w 5380459"/>
              <a:gd name="connsiteY410" fmla="*/ 1264541 h 4981532"/>
              <a:gd name="connsiteX411" fmla="*/ 5278596 w 5380459"/>
              <a:gd name="connsiteY411" fmla="*/ 1668924 h 4981532"/>
              <a:gd name="connsiteX412" fmla="*/ 5380459 w 5380459"/>
              <a:gd name="connsiteY412" fmla="*/ 2677853 h 4981532"/>
              <a:gd name="connsiteX413" fmla="*/ 5301685 w 5380459"/>
              <a:gd name="connsiteY413" fmla="*/ 3267522 h 4981532"/>
              <a:gd name="connsiteX414" fmla="*/ 5216120 w 5380459"/>
              <a:gd name="connsiteY414" fmla="*/ 3546127 h 4981532"/>
              <a:gd name="connsiteX415" fmla="*/ 5160435 w 5380459"/>
              <a:gd name="connsiteY415" fmla="*/ 3732765 h 4981532"/>
              <a:gd name="connsiteX416" fmla="*/ 4736685 w 5380459"/>
              <a:gd name="connsiteY416" fmla="*/ 4283213 h 4981532"/>
              <a:gd name="connsiteX417" fmla="*/ 4618523 w 5380459"/>
              <a:gd name="connsiteY417" fmla="*/ 4322434 h 4981532"/>
              <a:gd name="connsiteX418" fmla="*/ 4477273 w 5380459"/>
              <a:gd name="connsiteY418" fmla="*/ 4477966 h 4981532"/>
              <a:gd name="connsiteX419" fmla="*/ 4234160 w 5380459"/>
              <a:gd name="connsiteY419" fmla="*/ 4671367 h 4981532"/>
              <a:gd name="connsiteX420" fmla="*/ 3920422 w 5380459"/>
              <a:gd name="connsiteY420" fmla="*/ 4835013 h 4981532"/>
              <a:gd name="connsiteX421" fmla="*/ 3472224 w 5380459"/>
              <a:gd name="connsiteY421" fmla="*/ 4974316 h 4981532"/>
              <a:gd name="connsiteX422" fmla="*/ 3449135 w 5380459"/>
              <a:gd name="connsiteY422" fmla="*/ 4943209 h 4981532"/>
              <a:gd name="connsiteX423" fmla="*/ 3527909 w 5380459"/>
              <a:gd name="connsiteY423" fmla="*/ 4849890 h 4981532"/>
              <a:gd name="connsiteX424" fmla="*/ 3276647 w 5380459"/>
              <a:gd name="connsiteY424" fmla="*/ 4912103 h 4981532"/>
              <a:gd name="connsiteX425" fmla="*/ 3151695 w 5380459"/>
              <a:gd name="connsiteY425" fmla="*/ 4897226 h 4981532"/>
              <a:gd name="connsiteX426" fmla="*/ 3041683 w 5380459"/>
              <a:gd name="connsiteY426" fmla="*/ 4905341 h 4981532"/>
              <a:gd name="connsiteX427" fmla="*/ 2971058 w 5380459"/>
              <a:gd name="connsiteY427" fmla="*/ 4843128 h 4981532"/>
              <a:gd name="connsiteX428" fmla="*/ 2884135 w 5380459"/>
              <a:gd name="connsiteY428" fmla="*/ 4905341 h 4981532"/>
              <a:gd name="connsiteX429" fmla="*/ 2765973 w 5380459"/>
              <a:gd name="connsiteY429" fmla="*/ 4905341 h 4981532"/>
              <a:gd name="connsiteX430" fmla="*/ 2688557 w 5380459"/>
              <a:gd name="connsiteY430" fmla="*/ 4943209 h 4981532"/>
              <a:gd name="connsiteX431" fmla="*/ 2734735 w 5380459"/>
              <a:gd name="connsiteY431" fmla="*/ 4849890 h 4981532"/>
              <a:gd name="connsiteX432" fmla="*/ 2703497 w 5380459"/>
              <a:gd name="connsiteY432" fmla="*/ 4749809 h 4981532"/>
              <a:gd name="connsiteX433" fmla="*/ 2632872 w 5380459"/>
              <a:gd name="connsiteY433" fmla="*/ 4656490 h 4981532"/>
              <a:gd name="connsiteX434" fmla="*/ 2514711 w 5380459"/>
              <a:gd name="connsiteY434" fmla="*/ 4664604 h 4981532"/>
              <a:gd name="connsiteX435" fmla="*/ 2256658 w 5380459"/>
              <a:gd name="connsiteY435" fmla="*/ 4633498 h 4981532"/>
              <a:gd name="connsiteX436" fmla="*/ 2099110 w 5380459"/>
              <a:gd name="connsiteY436" fmla="*/ 4579400 h 4981532"/>
              <a:gd name="connsiteX437" fmla="*/ 1903533 w 5380459"/>
              <a:gd name="connsiteY437" fmla="*/ 4509072 h 4981532"/>
              <a:gd name="connsiteX438" fmla="*/ 1816610 w 5380459"/>
              <a:gd name="connsiteY438" fmla="*/ 4384647 h 4981532"/>
              <a:gd name="connsiteX439" fmla="*/ 1714747 w 5380459"/>
              <a:gd name="connsiteY439" fmla="*/ 4283213 h 4981532"/>
              <a:gd name="connsiteX440" fmla="*/ 1619674 w 5380459"/>
              <a:gd name="connsiteY440" fmla="*/ 4206123 h 4981532"/>
              <a:gd name="connsiteX441" fmla="*/ 1486574 w 5380459"/>
              <a:gd name="connsiteY441" fmla="*/ 4066821 h 4981532"/>
              <a:gd name="connsiteX442" fmla="*/ 1401009 w 5380459"/>
              <a:gd name="connsiteY442" fmla="*/ 3973502 h 4981532"/>
              <a:gd name="connsiteX443" fmla="*/ 1322234 w 5380459"/>
              <a:gd name="connsiteY443" fmla="*/ 3872068 h 4981532"/>
              <a:gd name="connsiteX444" fmla="*/ 1220372 w 5380459"/>
              <a:gd name="connsiteY444" fmla="*/ 3724651 h 4981532"/>
              <a:gd name="connsiteX445" fmla="*/ 1149746 w 5380459"/>
              <a:gd name="connsiteY445" fmla="*/ 3709774 h 4981532"/>
              <a:gd name="connsiteX446" fmla="*/ 1133448 w 5380459"/>
              <a:gd name="connsiteY446" fmla="*/ 3786863 h 4981532"/>
              <a:gd name="connsiteX447" fmla="*/ 1164686 w 5380459"/>
              <a:gd name="connsiteY447" fmla="*/ 3919403 h 4981532"/>
              <a:gd name="connsiteX448" fmla="*/ 1243460 w 5380459"/>
              <a:gd name="connsiteY448" fmla="*/ 3927518 h 4981532"/>
              <a:gd name="connsiteX449" fmla="*/ 1282848 w 5380459"/>
              <a:gd name="connsiteY449" fmla="*/ 4019485 h 4981532"/>
              <a:gd name="connsiteX450" fmla="*/ 1274699 w 5380459"/>
              <a:gd name="connsiteY450" fmla="*/ 4089812 h 4981532"/>
              <a:gd name="connsiteX451" fmla="*/ 1195925 w 5380459"/>
              <a:gd name="connsiteY451" fmla="*/ 4089812 h 4981532"/>
              <a:gd name="connsiteX452" fmla="*/ 1149746 w 5380459"/>
              <a:gd name="connsiteY452" fmla="*/ 4089812 h 4981532"/>
              <a:gd name="connsiteX453" fmla="*/ 1172836 w 5380459"/>
              <a:gd name="connsiteY453" fmla="*/ 4191246 h 4981532"/>
              <a:gd name="connsiteX454" fmla="*/ 1243460 w 5380459"/>
              <a:gd name="connsiteY454" fmla="*/ 4276451 h 4981532"/>
              <a:gd name="connsiteX455" fmla="*/ 1125299 w 5380459"/>
              <a:gd name="connsiteY455" fmla="*/ 4245344 h 4981532"/>
              <a:gd name="connsiteX456" fmla="*/ 960960 w 5380459"/>
              <a:gd name="connsiteY456" fmla="*/ 4081698 h 4981532"/>
              <a:gd name="connsiteX457" fmla="*/ 780323 w 5380459"/>
              <a:gd name="connsiteY457" fmla="*/ 3826084 h 4981532"/>
              <a:gd name="connsiteX458" fmla="*/ 693400 w 5380459"/>
              <a:gd name="connsiteY458" fmla="*/ 3662438 h 4981532"/>
              <a:gd name="connsiteX459" fmla="*/ 584745 w 5380459"/>
              <a:gd name="connsiteY459" fmla="*/ 3398710 h 4981532"/>
              <a:gd name="connsiteX460" fmla="*/ 545358 w 5380459"/>
              <a:gd name="connsiteY460" fmla="*/ 3157973 h 4981532"/>
              <a:gd name="connsiteX461" fmla="*/ 497822 w 5380459"/>
              <a:gd name="connsiteY461" fmla="*/ 2949696 h 4981532"/>
              <a:gd name="connsiteX462" fmla="*/ 458435 w 5380459"/>
              <a:gd name="connsiteY462" fmla="*/ 2715722 h 4981532"/>
              <a:gd name="connsiteX463" fmla="*/ 505971 w 5380459"/>
              <a:gd name="connsiteY463" fmla="*/ 2638632 h 4981532"/>
              <a:gd name="connsiteX464" fmla="*/ 505971 w 5380459"/>
              <a:gd name="connsiteY464" fmla="*/ 2476338 h 4981532"/>
              <a:gd name="connsiteX465" fmla="*/ 529060 w 5380459"/>
              <a:gd name="connsiteY465" fmla="*/ 2150397 h 4981532"/>
              <a:gd name="connsiteX466" fmla="*/ 622774 w 5380459"/>
              <a:gd name="connsiteY466" fmla="*/ 2040849 h 4981532"/>
              <a:gd name="connsiteX467" fmla="*/ 662161 w 5380459"/>
              <a:gd name="connsiteY467" fmla="*/ 1831218 h 4981532"/>
              <a:gd name="connsiteX468" fmla="*/ 764024 w 5380459"/>
              <a:gd name="connsiteY468" fmla="*/ 1583720 h 4981532"/>
              <a:gd name="connsiteX469" fmla="*/ 890335 w 5380459"/>
              <a:gd name="connsiteY469" fmla="*/ 1382205 h 4981532"/>
              <a:gd name="connsiteX470" fmla="*/ 1008497 w 5380459"/>
              <a:gd name="connsiteY470" fmla="*/ 1226673 h 4981532"/>
              <a:gd name="connsiteX471" fmla="*/ 1079121 w 5380459"/>
              <a:gd name="connsiteY471" fmla="*/ 1187452 h 4981532"/>
              <a:gd name="connsiteX472" fmla="*/ 1125299 w 5380459"/>
              <a:gd name="connsiteY472" fmla="*/ 1110362 h 4981532"/>
              <a:gd name="connsiteX473" fmla="*/ 1180985 w 5380459"/>
              <a:gd name="connsiteY473" fmla="*/ 1156345 h 4981532"/>
              <a:gd name="connsiteX474" fmla="*/ 1282848 w 5380459"/>
              <a:gd name="connsiteY474" fmla="*/ 1203681 h 4981532"/>
              <a:gd name="connsiteX475" fmla="*/ 1212223 w 5380459"/>
              <a:gd name="connsiteY475" fmla="*/ 1303763 h 4981532"/>
              <a:gd name="connsiteX476" fmla="*/ 1102211 w 5380459"/>
              <a:gd name="connsiteY476" fmla="*/ 1280771 h 4981532"/>
              <a:gd name="connsiteX477" fmla="*/ 1141597 w 5380459"/>
              <a:gd name="connsiteY477" fmla="*/ 1357861 h 4981532"/>
              <a:gd name="connsiteX478" fmla="*/ 1106794 w 5380459"/>
              <a:gd name="connsiteY478" fmla="*/ 1437656 h 4981532"/>
              <a:gd name="connsiteX479" fmla="*/ 1105337 w 5380459"/>
              <a:gd name="connsiteY479" fmla="*/ 1439546 h 4981532"/>
              <a:gd name="connsiteX480" fmla="*/ 1102047 w 5380459"/>
              <a:gd name="connsiteY480" fmla="*/ 1435471 h 4981532"/>
              <a:gd name="connsiteX481" fmla="*/ 1086146 w 5380459"/>
              <a:gd name="connsiteY481" fmla="*/ 1431927 h 4981532"/>
              <a:gd name="connsiteX482" fmla="*/ 1063118 w 5380459"/>
              <a:gd name="connsiteY482" fmla="*/ 1462929 h 4981532"/>
              <a:gd name="connsiteX483" fmla="*/ 1072997 w 5380459"/>
              <a:gd name="connsiteY483" fmla="*/ 1477077 h 4981532"/>
              <a:gd name="connsiteX484" fmla="*/ 1075712 w 5380459"/>
              <a:gd name="connsiteY484" fmla="*/ 1477983 h 4981532"/>
              <a:gd name="connsiteX485" fmla="*/ 1054674 w 5380459"/>
              <a:gd name="connsiteY485" fmla="*/ 1505278 h 4981532"/>
              <a:gd name="connsiteX486" fmla="*/ 1000348 w 5380459"/>
              <a:gd name="connsiteY486" fmla="*/ 1559376 h 4981532"/>
              <a:gd name="connsiteX487" fmla="*/ 952811 w 5380459"/>
              <a:gd name="connsiteY487" fmla="*/ 1668924 h 4981532"/>
              <a:gd name="connsiteX488" fmla="*/ 898484 w 5380459"/>
              <a:gd name="connsiteY488" fmla="*/ 1691916 h 4981532"/>
              <a:gd name="connsiteX489" fmla="*/ 842800 w 5380459"/>
              <a:gd name="connsiteY489" fmla="*/ 1893431 h 4981532"/>
              <a:gd name="connsiteX490" fmla="*/ 796621 w 5380459"/>
              <a:gd name="connsiteY490" fmla="*/ 1971874 h 4981532"/>
              <a:gd name="connsiteX491" fmla="*/ 709697 w 5380459"/>
              <a:gd name="connsiteY491" fmla="*/ 2025972 h 4981532"/>
              <a:gd name="connsiteX492" fmla="*/ 678459 w 5380459"/>
              <a:gd name="connsiteY492" fmla="*/ 2111176 h 4981532"/>
              <a:gd name="connsiteX493" fmla="*/ 686608 w 5380459"/>
              <a:gd name="connsiteY493" fmla="*/ 2304577 h 4981532"/>
              <a:gd name="connsiteX494" fmla="*/ 662161 w 5380459"/>
              <a:gd name="connsiteY494" fmla="*/ 2483100 h 4981532"/>
              <a:gd name="connsiteX495" fmla="*/ 647221 w 5380459"/>
              <a:gd name="connsiteY495" fmla="*/ 2794164 h 4981532"/>
              <a:gd name="connsiteX496" fmla="*/ 693400 w 5380459"/>
              <a:gd name="connsiteY496" fmla="*/ 3097113 h 4981532"/>
              <a:gd name="connsiteX497" fmla="*/ 757235 w 5380459"/>
              <a:gd name="connsiteY497" fmla="*/ 3329735 h 4981532"/>
              <a:gd name="connsiteX498" fmla="*/ 890335 w 5380459"/>
              <a:gd name="connsiteY498" fmla="*/ 3686782 h 4981532"/>
              <a:gd name="connsiteX499" fmla="*/ 977258 w 5380459"/>
              <a:gd name="connsiteY499" fmla="*/ 3911289 h 4981532"/>
              <a:gd name="connsiteX500" fmla="*/ 1102211 w 5380459"/>
              <a:gd name="connsiteY500" fmla="*/ 3988379 h 4981532"/>
              <a:gd name="connsiteX501" fmla="*/ 1000348 w 5380459"/>
              <a:gd name="connsiteY501" fmla="*/ 3771986 h 4981532"/>
              <a:gd name="connsiteX502" fmla="*/ 913425 w 5380459"/>
              <a:gd name="connsiteY502" fmla="*/ 3585348 h 4981532"/>
              <a:gd name="connsiteX503" fmla="*/ 882186 w 5380459"/>
              <a:gd name="connsiteY503" fmla="*/ 3414939 h 4981532"/>
              <a:gd name="connsiteX504" fmla="*/ 834651 w 5380459"/>
              <a:gd name="connsiteY504" fmla="*/ 3166088 h 4981532"/>
              <a:gd name="connsiteX505" fmla="*/ 827860 w 5380459"/>
              <a:gd name="connsiteY505" fmla="*/ 2933467 h 4981532"/>
              <a:gd name="connsiteX506" fmla="*/ 898484 w 5380459"/>
              <a:gd name="connsiteY506" fmla="*/ 2956458 h 4981532"/>
              <a:gd name="connsiteX507" fmla="*/ 952811 w 5380459"/>
              <a:gd name="connsiteY507" fmla="*/ 2630517 h 4981532"/>
              <a:gd name="connsiteX508" fmla="*/ 984049 w 5380459"/>
              <a:gd name="connsiteY508" fmla="*/ 2483100 h 4981532"/>
              <a:gd name="connsiteX509" fmla="*/ 1000348 w 5380459"/>
              <a:gd name="connsiteY509" fmla="*/ 2242364 h 4981532"/>
              <a:gd name="connsiteX510" fmla="*/ 1189134 w 5380459"/>
              <a:gd name="connsiteY510" fmla="*/ 1668924 h 4981532"/>
              <a:gd name="connsiteX511" fmla="*/ 1337174 w 5380459"/>
              <a:gd name="connsiteY511" fmla="*/ 1397082 h 4981532"/>
              <a:gd name="connsiteX512" fmla="*/ 1415948 w 5380459"/>
              <a:gd name="connsiteY512" fmla="*/ 1226673 h 4981532"/>
              <a:gd name="connsiteX513" fmla="*/ 1322234 w 5380459"/>
              <a:gd name="connsiteY513" fmla="*/ 1117124 h 4981532"/>
              <a:gd name="connsiteX514" fmla="*/ 1415948 w 5380459"/>
              <a:gd name="connsiteY514" fmla="*/ 1008928 h 4981532"/>
              <a:gd name="connsiteX515" fmla="*/ 1478425 w 5380459"/>
              <a:gd name="connsiteY515" fmla="*/ 1048149 h 4981532"/>
              <a:gd name="connsiteX516" fmla="*/ 1415948 w 5380459"/>
              <a:gd name="connsiteY516" fmla="*/ 1148231 h 4981532"/>
              <a:gd name="connsiteX517" fmla="*/ 1494723 w 5380459"/>
              <a:gd name="connsiteY517" fmla="*/ 1125239 h 4981532"/>
              <a:gd name="connsiteX518" fmla="*/ 1581645 w 5380459"/>
              <a:gd name="connsiteY518" fmla="*/ 861511 h 4981532"/>
              <a:gd name="connsiteX519" fmla="*/ 1690299 w 5380459"/>
              <a:gd name="connsiteY519" fmla="*/ 799298 h 4981532"/>
              <a:gd name="connsiteX520" fmla="*/ 1879086 w 5380459"/>
              <a:gd name="connsiteY520" fmla="*/ 730323 h 4981532"/>
              <a:gd name="connsiteX521" fmla="*/ 2044783 w 5380459"/>
              <a:gd name="connsiteY521" fmla="*/ 659996 h 4981532"/>
              <a:gd name="connsiteX522" fmla="*/ 2012187 w 5380459"/>
              <a:gd name="connsiteY522" fmla="*/ 582906 h 4981532"/>
              <a:gd name="connsiteX523" fmla="*/ 2051574 w 5380459"/>
              <a:gd name="connsiteY523" fmla="*/ 558562 h 4981532"/>
              <a:gd name="connsiteX524" fmla="*/ 1989098 w 5380459"/>
              <a:gd name="connsiteY524" fmla="*/ 458481 h 4981532"/>
              <a:gd name="connsiteX525" fmla="*/ 2115408 w 5380459"/>
              <a:gd name="connsiteY525" fmla="*/ 404383 h 4981532"/>
              <a:gd name="connsiteX526" fmla="*/ 2319134 w 5380459"/>
              <a:gd name="connsiteY526" fmla="*/ 396268 h 4981532"/>
              <a:gd name="connsiteX527" fmla="*/ 2099110 w 5380459"/>
              <a:gd name="connsiteY527" fmla="*/ 458481 h 4981532"/>
              <a:gd name="connsiteX528" fmla="*/ 2107259 w 5380459"/>
              <a:gd name="connsiteY528" fmla="*/ 582906 h 4981532"/>
              <a:gd name="connsiteX529" fmla="*/ 2192824 w 5380459"/>
              <a:gd name="connsiteY529" fmla="*/ 504464 h 4981532"/>
              <a:gd name="connsiteX530" fmla="*/ 2366670 w 5380459"/>
              <a:gd name="connsiteY530" fmla="*/ 481472 h 4981532"/>
              <a:gd name="connsiteX531" fmla="*/ 2491622 w 5380459"/>
              <a:gd name="connsiteY531" fmla="*/ 427374 h 4981532"/>
              <a:gd name="connsiteX532" fmla="*/ 2688557 w 5380459"/>
              <a:gd name="connsiteY532" fmla="*/ 325941 h 4981532"/>
              <a:gd name="connsiteX533" fmla="*/ 2742884 w 5380459"/>
              <a:gd name="connsiteY533" fmla="*/ 240736 h 4981532"/>
              <a:gd name="connsiteX534" fmla="*/ 2522860 w 5380459"/>
              <a:gd name="connsiteY534" fmla="*/ 209630 h 4981532"/>
              <a:gd name="connsiteX535" fmla="*/ 1926622 w 5380459"/>
              <a:gd name="connsiteY535" fmla="*/ 365162 h 4981532"/>
              <a:gd name="connsiteX536" fmla="*/ 1957860 w 5380459"/>
              <a:gd name="connsiteY536" fmla="*/ 473358 h 4981532"/>
              <a:gd name="connsiteX537" fmla="*/ 1855997 w 5380459"/>
              <a:gd name="connsiteY537" fmla="*/ 520694 h 4981532"/>
              <a:gd name="connsiteX538" fmla="*/ 1675359 w 5380459"/>
              <a:gd name="connsiteY538" fmla="*/ 589669 h 4981532"/>
              <a:gd name="connsiteX539" fmla="*/ 1659061 w 5380459"/>
              <a:gd name="connsiteY539" fmla="*/ 674873 h 4981532"/>
              <a:gd name="connsiteX540" fmla="*/ 1565347 w 5380459"/>
              <a:gd name="connsiteY540" fmla="*/ 705979 h 4981532"/>
              <a:gd name="connsiteX541" fmla="*/ 1314085 w 5380459"/>
              <a:gd name="connsiteY541" fmla="*/ 830405 h 4981532"/>
              <a:gd name="connsiteX542" fmla="*/ 1220372 w 5380459"/>
              <a:gd name="connsiteY542" fmla="*/ 815528 h 4981532"/>
              <a:gd name="connsiteX543" fmla="*/ 1149746 w 5380459"/>
              <a:gd name="connsiteY543" fmla="*/ 900732 h 4981532"/>
              <a:gd name="connsiteX544" fmla="*/ 1102211 w 5380459"/>
              <a:gd name="connsiteY544" fmla="*/ 853396 h 4981532"/>
              <a:gd name="connsiteX545" fmla="*/ 1062823 w 5380459"/>
              <a:gd name="connsiteY545" fmla="*/ 931839 h 4981532"/>
              <a:gd name="connsiteX546" fmla="*/ 1008497 w 5380459"/>
              <a:gd name="connsiteY546" fmla="*/ 969707 h 4981532"/>
              <a:gd name="connsiteX547" fmla="*/ 969109 w 5380459"/>
              <a:gd name="connsiteY547" fmla="*/ 1040035 h 4981532"/>
              <a:gd name="connsiteX548" fmla="*/ 913425 w 5380459"/>
              <a:gd name="connsiteY548" fmla="*/ 1071141 h 4981532"/>
              <a:gd name="connsiteX549" fmla="*/ 725996 w 5380459"/>
              <a:gd name="connsiteY549" fmla="*/ 1382205 h 4981532"/>
              <a:gd name="connsiteX550" fmla="*/ 630923 w 5380459"/>
              <a:gd name="connsiteY550" fmla="*/ 1459294 h 4981532"/>
              <a:gd name="connsiteX551" fmla="*/ 615984 w 5380459"/>
              <a:gd name="connsiteY551" fmla="*/ 1521507 h 4981532"/>
              <a:gd name="connsiteX552" fmla="*/ 576596 w 5380459"/>
              <a:gd name="connsiteY552" fmla="*/ 1606712 h 4981532"/>
              <a:gd name="connsiteX553" fmla="*/ 537209 w 5380459"/>
              <a:gd name="connsiteY553" fmla="*/ 1746014 h 4981532"/>
              <a:gd name="connsiteX554" fmla="*/ 442137 w 5380459"/>
              <a:gd name="connsiteY554" fmla="*/ 1824456 h 4981532"/>
              <a:gd name="connsiteX555" fmla="*/ 379661 w 5380459"/>
              <a:gd name="connsiteY555" fmla="*/ 1769006 h 4981532"/>
              <a:gd name="connsiteX556" fmla="*/ 442137 w 5380459"/>
              <a:gd name="connsiteY556" fmla="*/ 1521507 h 4981532"/>
              <a:gd name="connsiteX557" fmla="*/ 529060 w 5380459"/>
              <a:gd name="connsiteY557" fmla="*/ 1382205 h 4981532"/>
              <a:gd name="connsiteX558" fmla="*/ 584745 w 5380459"/>
              <a:gd name="connsiteY558" fmla="*/ 1218558 h 4981532"/>
              <a:gd name="connsiteX559" fmla="*/ 655370 w 5380459"/>
              <a:gd name="connsiteY559" fmla="*/ 1110362 h 4981532"/>
              <a:gd name="connsiteX560" fmla="*/ 898484 w 5380459"/>
              <a:gd name="connsiteY560" fmla="*/ 815528 h 4981532"/>
              <a:gd name="connsiteX561" fmla="*/ 1008497 w 5380459"/>
              <a:gd name="connsiteY561" fmla="*/ 589669 h 4981532"/>
              <a:gd name="connsiteX562" fmla="*/ 1565347 w 5380459"/>
              <a:gd name="connsiteY562" fmla="*/ 348932 h 4981532"/>
              <a:gd name="connsiteX563" fmla="*/ 1941562 w 5380459"/>
              <a:gd name="connsiteY563" fmla="*/ 248851 h 4981532"/>
              <a:gd name="connsiteX564" fmla="*/ 2507920 w 5380459"/>
              <a:gd name="connsiteY564" fmla="*/ 139302 h 4981532"/>
              <a:gd name="connsiteX565" fmla="*/ 2884135 w 5380459"/>
              <a:gd name="connsiteY565" fmla="*/ 132540 h 4981532"/>
              <a:gd name="connsiteX566" fmla="*/ 2946611 w 5380459"/>
              <a:gd name="connsiteY566" fmla="*/ 54098 h 4981532"/>
              <a:gd name="connsiteX567" fmla="*/ 3347272 w 5380459"/>
              <a:gd name="connsiteY567" fmla="*/ 0 h 498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Lst>
            <a:rect l="l" t="t" r="r" b="b"/>
            <a:pathLst>
              <a:path w="5380459" h="4981532">
                <a:moveTo>
                  <a:pt x="2421121" y="4838979"/>
                </a:moveTo>
                <a:cubicBezTo>
                  <a:pt x="2452344" y="4838979"/>
                  <a:pt x="2468634" y="4861915"/>
                  <a:pt x="2468634" y="4884851"/>
                </a:cubicBezTo>
                <a:cubicBezTo>
                  <a:pt x="2460489" y="4946913"/>
                  <a:pt x="2365462" y="4861915"/>
                  <a:pt x="2421121" y="4838979"/>
                </a:cubicBezTo>
                <a:close/>
                <a:moveTo>
                  <a:pt x="3671328" y="4821706"/>
                </a:moveTo>
                <a:cubicBezTo>
                  <a:pt x="3661968" y="4825444"/>
                  <a:pt x="3663496" y="4840397"/>
                  <a:pt x="3669609" y="4845465"/>
                </a:cubicBezTo>
                <a:cubicBezTo>
                  <a:pt x="3692700" y="4900883"/>
                  <a:pt x="3732092" y="4814377"/>
                  <a:pt x="3684550" y="4822487"/>
                </a:cubicBezTo>
                <a:cubicBezTo>
                  <a:pt x="3678777" y="4820460"/>
                  <a:pt x="3674448" y="4820460"/>
                  <a:pt x="3671328" y="4821706"/>
                </a:cubicBezTo>
                <a:close/>
                <a:moveTo>
                  <a:pt x="2938749" y="4745522"/>
                </a:moveTo>
                <a:cubicBezTo>
                  <a:pt x="2923889" y="4737395"/>
                  <a:pt x="2907679" y="4768548"/>
                  <a:pt x="2899574" y="4783447"/>
                </a:cubicBezTo>
                <a:cubicBezTo>
                  <a:pt x="2899574" y="4838980"/>
                  <a:pt x="2963064" y="4768548"/>
                  <a:pt x="2938749" y="4745522"/>
                </a:cubicBezTo>
                <a:close/>
                <a:moveTo>
                  <a:pt x="3825388" y="4527986"/>
                </a:moveTo>
                <a:cubicBezTo>
                  <a:pt x="3810447" y="4519940"/>
                  <a:pt x="3747964" y="4566874"/>
                  <a:pt x="3787355" y="4574920"/>
                </a:cubicBezTo>
                <a:cubicBezTo>
                  <a:pt x="3825388" y="4597716"/>
                  <a:pt x="3889230" y="4536032"/>
                  <a:pt x="3825388" y="4527986"/>
                </a:cubicBezTo>
                <a:close/>
                <a:moveTo>
                  <a:pt x="2012310" y="4481846"/>
                </a:moveTo>
                <a:cubicBezTo>
                  <a:pt x="1997409" y="4481846"/>
                  <a:pt x="1989281" y="4488599"/>
                  <a:pt x="1989281" y="4496702"/>
                </a:cubicBezTo>
                <a:cubicBezTo>
                  <a:pt x="1989281" y="4558828"/>
                  <a:pt x="2067850" y="4496702"/>
                  <a:pt x="2012310" y="4481846"/>
                </a:cubicBezTo>
                <a:close/>
                <a:moveTo>
                  <a:pt x="1283231" y="4341374"/>
                </a:moveTo>
                <a:cubicBezTo>
                  <a:pt x="1298168" y="4341374"/>
                  <a:pt x="1306315" y="4349477"/>
                  <a:pt x="1314463" y="4349477"/>
                </a:cubicBezTo>
                <a:cubicBezTo>
                  <a:pt x="1393220" y="4411600"/>
                  <a:pt x="1478766" y="4458867"/>
                  <a:pt x="1573818" y="4488577"/>
                </a:cubicBezTo>
                <a:cubicBezTo>
                  <a:pt x="1651217" y="4558803"/>
                  <a:pt x="1746268" y="4606070"/>
                  <a:pt x="1831815" y="4666841"/>
                </a:cubicBezTo>
                <a:cubicBezTo>
                  <a:pt x="1887488" y="4753273"/>
                  <a:pt x="1997476" y="4722211"/>
                  <a:pt x="2068086" y="4768128"/>
                </a:cubicBezTo>
                <a:cubicBezTo>
                  <a:pt x="2099317" y="4782983"/>
                  <a:pt x="2130548" y="4830250"/>
                  <a:pt x="2076233" y="4830250"/>
                </a:cubicBezTo>
                <a:cubicBezTo>
                  <a:pt x="1973034" y="4814044"/>
                  <a:pt x="1864404" y="4807292"/>
                  <a:pt x="1777500" y="4753273"/>
                </a:cubicBezTo>
                <a:cubicBezTo>
                  <a:pt x="1706890" y="4722211"/>
                  <a:pt x="1628133" y="4691150"/>
                  <a:pt x="1573818" y="4629028"/>
                </a:cubicBezTo>
                <a:cubicBezTo>
                  <a:pt x="1542586" y="4581761"/>
                  <a:pt x="1486913" y="4581761"/>
                  <a:pt x="1439388" y="4566905"/>
                </a:cubicBezTo>
                <a:cubicBezTo>
                  <a:pt x="1401367" y="4519638"/>
                  <a:pt x="1385072" y="4458867"/>
                  <a:pt x="1337547" y="4411600"/>
                </a:cubicBezTo>
                <a:cubicBezTo>
                  <a:pt x="1322610" y="4396744"/>
                  <a:pt x="1252000" y="4372435"/>
                  <a:pt x="1283231" y="4341374"/>
                </a:cubicBezTo>
                <a:close/>
                <a:moveTo>
                  <a:pt x="3991665" y="4318358"/>
                </a:moveTo>
                <a:cubicBezTo>
                  <a:pt x="3960411" y="4318358"/>
                  <a:pt x="3929157" y="4326446"/>
                  <a:pt x="3896544" y="4334533"/>
                </a:cubicBezTo>
                <a:cubicBezTo>
                  <a:pt x="3850342" y="4357447"/>
                  <a:pt x="3921003" y="4403276"/>
                  <a:pt x="3944104" y="4372274"/>
                </a:cubicBezTo>
                <a:cubicBezTo>
                  <a:pt x="3975359" y="4372274"/>
                  <a:pt x="4039226" y="4334533"/>
                  <a:pt x="3991665" y="4318358"/>
                </a:cubicBezTo>
                <a:close/>
                <a:moveTo>
                  <a:pt x="1386373" y="4232557"/>
                </a:moveTo>
                <a:cubicBezTo>
                  <a:pt x="1410265" y="4237774"/>
                  <a:pt x="1430908" y="4258641"/>
                  <a:pt x="1424792" y="4287142"/>
                </a:cubicBezTo>
                <a:cubicBezTo>
                  <a:pt x="1401685" y="4318358"/>
                  <a:pt x="1314696" y="4255926"/>
                  <a:pt x="1362268" y="4232854"/>
                </a:cubicBezTo>
                <a:cubicBezTo>
                  <a:pt x="1370084" y="4230818"/>
                  <a:pt x="1378409" y="4230818"/>
                  <a:pt x="1386373" y="4232557"/>
                </a:cubicBezTo>
                <a:close/>
                <a:moveTo>
                  <a:pt x="3865049" y="4070746"/>
                </a:moveTo>
                <a:cubicBezTo>
                  <a:pt x="3850044" y="4070746"/>
                  <a:pt x="3833676" y="4085573"/>
                  <a:pt x="3833676" y="4101748"/>
                </a:cubicBezTo>
                <a:cubicBezTo>
                  <a:pt x="3841860" y="4155664"/>
                  <a:pt x="3920975" y="4077486"/>
                  <a:pt x="3865049" y="4070746"/>
                </a:cubicBezTo>
                <a:close/>
                <a:moveTo>
                  <a:pt x="1683756" y="4046143"/>
                </a:moveTo>
                <a:cubicBezTo>
                  <a:pt x="1636116" y="4085419"/>
                  <a:pt x="1690561" y="4162617"/>
                  <a:pt x="1721868" y="4193767"/>
                </a:cubicBezTo>
                <a:cubicBezTo>
                  <a:pt x="1769508" y="4224917"/>
                  <a:pt x="1825314" y="4295343"/>
                  <a:pt x="1879760" y="4256067"/>
                </a:cubicBezTo>
                <a:cubicBezTo>
                  <a:pt x="1840287" y="4170743"/>
                  <a:pt x="1769508" y="4101672"/>
                  <a:pt x="1683756" y="4046143"/>
                </a:cubicBezTo>
                <a:close/>
                <a:moveTo>
                  <a:pt x="4367789" y="3938210"/>
                </a:moveTo>
                <a:cubicBezTo>
                  <a:pt x="4328397" y="3969316"/>
                  <a:pt x="4297156" y="4031526"/>
                  <a:pt x="4336547" y="4070746"/>
                </a:cubicBezTo>
                <a:cubicBezTo>
                  <a:pt x="4367789" y="4039641"/>
                  <a:pt x="4360997" y="4000421"/>
                  <a:pt x="4367789" y="3954439"/>
                </a:cubicBezTo>
                <a:cubicBezTo>
                  <a:pt x="4367789" y="3954439"/>
                  <a:pt x="4367789" y="3946325"/>
                  <a:pt x="4367789" y="3938210"/>
                </a:cubicBezTo>
                <a:close/>
                <a:moveTo>
                  <a:pt x="4572545" y="3923131"/>
                </a:moveTo>
                <a:cubicBezTo>
                  <a:pt x="4533347" y="3938023"/>
                  <a:pt x="4486039" y="3969162"/>
                  <a:pt x="4486039" y="4015192"/>
                </a:cubicBezTo>
                <a:cubicBezTo>
                  <a:pt x="4533347" y="4008423"/>
                  <a:pt x="4556325" y="3961039"/>
                  <a:pt x="4572545" y="3923131"/>
                </a:cubicBezTo>
                <a:close/>
                <a:moveTo>
                  <a:pt x="1546432" y="3914713"/>
                </a:moveTo>
                <a:cubicBezTo>
                  <a:pt x="1525673" y="3919185"/>
                  <a:pt x="1503581" y="3937831"/>
                  <a:pt x="1503581" y="3961013"/>
                </a:cubicBezTo>
                <a:cubicBezTo>
                  <a:pt x="1526604" y="4008049"/>
                  <a:pt x="1628180" y="3946231"/>
                  <a:pt x="1565880" y="3915322"/>
                </a:cubicBezTo>
                <a:cubicBezTo>
                  <a:pt x="1560124" y="3913306"/>
                  <a:pt x="1553352" y="3913222"/>
                  <a:pt x="1546432" y="3914713"/>
                </a:cubicBezTo>
                <a:close/>
                <a:moveTo>
                  <a:pt x="2577490" y="3813243"/>
                </a:moveTo>
                <a:cubicBezTo>
                  <a:pt x="2523394" y="3806467"/>
                  <a:pt x="2531508" y="3875580"/>
                  <a:pt x="2546385" y="3906749"/>
                </a:cubicBezTo>
                <a:cubicBezTo>
                  <a:pt x="2577490" y="3954180"/>
                  <a:pt x="2577490" y="4015162"/>
                  <a:pt x="2609948" y="4054462"/>
                </a:cubicBezTo>
                <a:cubicBezTo>
                  <a:pt x="2655930" y="4093761"/>
                  <a:pt x="2655930" y="4015162"/>
                  <a:pt x="2632939" y="3992124"/>
                </a:cubicBezTo>
                <a:cubicBezTo>
                  <a:pt x="2593719" y="3937918"/>
                  <a:pt x="2616710" y="3860674"/>
                  <a:pt x="2577490" y="3813243"/>
                </a:cubicBezTo>
                <a:close/>
                <a:moveTo>
                  <a:pt x="2197099" y="3810745"/>
                </a:moveTo>
                <a:cubicBezTo>
                  <a:pt x="2195059" y="3811601"/>
                  <a:pt x="2193018" y="3813312"/>
                  <a:pt x="2193018" y="3813312"/>
                </a:cubicBezTo>
                <a:cubicBezTo>
                  <a:pt x="2153563" y="3861227"/>
                  <a:pt x="2248799" y="3836585"/>
                  <a:pt x="2201181" y="3813312"/>
                </a:cubicBezTo>
                <a:cubicBezTo>
                  <a:pt x="2201181" y="3809890"/>
                  <a:pt x="2199140" y="3809890"/>
                  <a:pt x="2197099" y="3810745"/>
                </a:cubicBezTo>
                <a:close/>
                <a:moveTo>
                  <a:pt x="2766359" y="3713740"/>
                </a:moveTo>
                <a:cubicBezTo>
                  <a:pt x="2720214" y="3705676"/>
                  <a:pt x="2735143" y="3759431"/>
                  <a:pt x="2758216" y="3767495"/>
                </a:cubicBezTo>
                <a:cubicBezTo>
                  <a:pt x="2797575" y="3806467"/>
                  <a:pt x="2813862" y="3705676"/>
                  <a:pt x="2766359" y="3713740"/>
                </a:cubicBezTo>
                <a:close/>
                <a:moveTo>
                  <a:pt x="3198103" y="3666403"/>
                </a:moveTo>
                <a:cubicBezTo>
                  <a:pt x="3166729" y="3659646"/>
                  <a:pt x="3150361" y="3689375"/>
                  <a:pt x="3158545" y="3713699"/>
                </a:cubicBezTo>
                <a:cubicBezTo>
                  <a:pt x="3174914" y="3759643"/>
                  <a:pt x="3237660" y="3682619"/>
                  <a:pt x="3198103" y="3666403"/>
                </a:cubicBezTo>
                <a:close/>
                <a:moveTo>
                  <a:pt x="1934991" y="3650916"/>
                </a:moveTo>
                <a:cubicBezTo>
                  <a:pt x="1918648" y="3689010"/>
                  <a:pt x="1966314" y="3728465"/>
                  <a:pt x="2005810" y="3736628"/>
                </a:cubicBezTo>
                <a:cubicBezTo>
                  <a:pt x="2028962" y="3713500"/>
                  <a:pt x="1973124" y="3665882"/>
                  <a:pt x="1941800" y="3650916"/>
                </a:cubicBezTo>
                <a:cubicBezTo>
                  <a:pt x="1934991" y="3650916"/>
                  <a:pt x="1934991" y="3650916"/>
                  <a:pt x="1934991" y="3650916"/>
                </a:cubicBezTo>
                <a:close/>
                <a:moveTo>
                  <a:pt x="2114356" y="3603879"/>
                </a:moveTo>
                <a:cubicBezTo>
                  <a:pt x="2068250" y="3589013"/>
                  <a:pt x="2060114" y="3651181"/>
                  <a:pt x="2060114" y="3682265"/>
                </a:cubicBezTo>
                <a:cubicBezTo>
                  <a:pt x="2051978" y="3744432"/>
                  <a:pt x="2130629" y="3775516"/>
                  <a:pt x="2169954" y="3728215"/>
                </a:cubicBezTo>
                <a:cubicBezTo>
                  <a:pt x="2224196" y="3682265"/>
                  <a:pt x="2161818" y="3620097"/>
                  <a:pt x="2114356" y="3603879"/>
                </a:cubicBezTo>
                <a:close/>
                <a:moveTo>
                  <a:pt x="1376677" y="3581076"/>
                </a:moveTo>
                <a:cubicBezTo>
                  <a:pt x="1353584" y="3581076"/>
                  <a:pt x="1384827" y="3612078"/>
                  <a:pt x="1384827" y="3620165"/>
                </a:cubicBezTo>
                <a:cubicBezTo>
                  <a:pt x="1424218" y="3665994"/>
                  <a:pt x="1407918" y="3589164"/>
                  <a:pt x="1376677" y="3581076"/>
                </a:cubicBezTo>
                <a:close/>
                <a:moveTo>
                  <a:pt x="1322912" y="3480356"/>
                </a:moveTo>
                <a:cubicBezTo>
                  <a:pt x="1311593" y="3484077"/>
                  <a:pt x="1310059" y="3499722"/>
                  <a:pt x="1322335" y="3510824"/>
                </a:cubicBezTo>
                <a:cubicBezTo>
                  <a:pt x="1345524" y="3565998"/>
                  <a:pt x="1393266" y="3473143"/>
                  <a:pt x="1337339" y="3481218"/>
                </a:cubicBezTo>
                <a:cubicBezTo>
                  <a:pt x="1331542" y="3479199"/>
                  <a:pt x="1326683" y="3479115"/>
                  <a:pt x="1322912" y="3480356"/>
                </a:cubicBezTo>
                <a:close/>
                <a:moveTo>
                  <a:pt x="1831856" y="3456477"/>
                </a:moveTo>
                <a:cubicBezTo>
                  <a:pt x="1831856" y="3456477"/>
                  <a:pt x="1825012" y="3456477"/>
                  <a:pt x="1825012" y="3464572"/>
                </a:cubicBezTo>
                <a:cubicBezTo>
                  <a:pt x="1785319" y="3510444"/>
                  <a:pt x="1879761" y="3487508"/>
                  <a:pt x="1831856" y="3456477"/>
                </a:cubicBezTo>
                <a:close/>
                <a:moveTo>
                  <a:pt x="4352568" y="3308861"/>
                </a:moveTo>
                <a:cubicBezTo>
                  <a:pt x="4296891" y="3325113"/>
                  <a:pt x="4305039" y="3379284"/>
                  <a:pt x="4305039" y="3418559"/>
                </a:cubicBezTo>
                <a:cubicBezTo>
                  <a:pt x="4321335" y="3456479"/>
                  <a:pt x="4281953" y="3503879"/>
                  <a:pt x="4250719" y="3464605"/>
                </a:cubicBezTo>
                <a:cubicBezTo>
                  <a:pt x="4211338" y="3418559"/>
                  <a:pt x="4155660" y="3480856"/>
                  <a:pt x="4163808" y="3526902"/>
                </a:cubicBezTo>
                <a:cubicBezTo>
                  <a:pt x="4171956" y="3589199"/>
                  <a:pt x="4093193" y="3612222"/>
                  <a:pt x="4101341" y="3674520"/>
                </a:cubicBezTo>
                <a:cubicBezTo>
                  <a:pt x="4109489" y="3728691"/>
                  <a:pt x="4163808" y="3697543"/>
                  <a:pt x="4180104" y="3666394"/>
                </a:cubicBezTo>
                <a:cubicBezTo>
                  <a:pt x="4226275" y="3651497"/>
                  <a:pt x="4242571" y="3604097"/>
                  <a:pt x="4257509" y="3566176"/>
                </a:cubicBezTo>
                <a:cubicBezTo>
                  <a:pt x="4336272" y="3510651"/>
                  <a:pt x="4398740" y="3410433"/>
                  <a:pt x="4352568" y="3316987"/>
                </a:cubicBezTo>
                <a:cubicBezTo>
                  <a:pt x="4352568" y="3308861"/>
                  <a:pt x="4352568" y="3308861"/>
                  <a:pt x="4352568" y="3308861"/>
                </a:cubicBezTo>
                <a:close/>
                <a:moveTo>
                  <a:pt x="1337688" y="3262831"/>
                </a:moveTo>
                <a:cubicBezTo>
                  <a:pt x="1314696" y="3262831"/>
                  <a:pt x="1329573" y="3285936"/>
                  <a:pt x="1337688" y="3294090"/>
                </a:cubicBezTo>
                <a:cubicBezTo>
                  <a:pt x="1385022" y="3294090"/>
                  <a:pt x="1401251" y="3371558"/>
                  <a:pt x="1447234" y="3333504"/>
                </a:cubicBezTo>
                <a:cubicBezTo>
                  <a:pt x="1424242" y="3302245"/>
                  <a:pt x="1376908" y="3277781"/>
                  <a:pt x="1337688" y="3262831"/>
                </a:cubicBezTo>
                <a:close/>
                <a:moveTo>
                  <a:pt x="4297097" y="3146961"/>
                </a:moveTo>
                <a:cubicBezTo>
                  <a:pt x="4257885" y="3161802"/>
                  <a:pt x="4251125" y="3215769"/>
                  <a:pt x="4251125" y="3254895"/>
                </a:cubicBezTo>
                <a:cubicBezTo>
                  <a:pt x="4251125" y="3308861"/>
                  <a:pt x="4328195" y="3240054"/>
                  <a:pt x="4344420" y="3285925"/>
                </a:cubicBezTo>
                <a:cubicBezTo>
                  <a:pt x="4360646" y="3240054"/>
                  <a:pt x="4344420" y="3177992"/>
                  <a:pt x="4297097" y="3146961"/>
                </a:cubicBezTo>
                <a:close/>
                <a:moveTo>
                  <a:pt x="952785" y="3061434"/>
                </a:moveTo>
                <a:cubicBezTo>
                  <a:pt x="929698" y="3053313"/>
                  <a:pt x="913402" y="3084442"/>
                  <a:pt x="905254" y="3099330"/>
                </a:cubicBezTo>
                <a:cubicBezTo>
                  <a:pt x="882168" y="3146700"/>
                  <a:pt x="913402" y="3192717"/>
                  <a:pt x="929698" y="3240087"/>
                </a:cubicBezTo>
                <a:cubicBezTo>
                  <a:pt x="929698" y="3271217"/>
                  <a:pt x="890316" y="3317233"/>
                  <a:pt x="944637" y="3317233"/>
                </a:cubicBezTo>
                <a:cubicBezTo>
                  <a:pt x="992165" y="3277984"/>
                  <a:pt x="975869" y="3363250"/>
                  <a:pt x="992165" y="3394379"/>
                </a:cubicBezTo>
                <a:cubicBezTo>
                  <a:pt x="992165" y="3464758"/>
                  <a:pt x="1062781" y="3504008"/>
                  <a:pt x="1085867" y="3573033"/>
                </a:cubicBezTo>
                <a:cubicBezTo>
                  <a:pt x="1079077" y="3612283"/>
                  <a:pt x="1110311" y="3682661"/>
                  <a:pt x="1156482" y="3666420"/>
                </a:cubicBezTo>
                <a:cubicBezTo>
                  <a:pt x="1187717" y="3612283"/>
                  <a:pt x="1133396" y="3558145"/>
                  <a:pt x="1110311" y="3510775"/>
                </a:cubicBezTo>
                <a:cubicBezTo>
                  <a:pt x="1062781" y="3449870"/>
                  <a:pt x="1125250" y="3371371"/>
                  <a:pt x="1079077" y="3317233"/>
                </a:cubicBezTo>
                <a:cubicBezTo>
                  <a:pt x="1015252" y="3240087"/>
                  <a:pt x="1046485" y="3115571"/>
                  <a:pt x="952785" y="3061434"/>
                </a:cubicBezTo>
                <a:close/>
                <a:moveTo>
                  <a:pt x="4658189" y="3037440"/>
                </a:moveTo>
                <a:cubicBezTo>
                  <a:pt x="4610708" y="3061789"/>
                  <a:pt x="4548305" y="3037440"/>
                  <a:pt x="4525243" y="3092900"/>
                </a:cubicBezTo>
                <a:cubicBezTo>
                  <a:pt x="4494042" y="3201116"/>
                  <a:pt x="4502181" y="3309331"/>
                  <a:pt x="4485902" y="3418899"/>
                </a:cubicBezTo>
                <a:cubicBezTo>
                  <a:pt x="4485902" y="3496002"/>
                  <a:pt x="4438422" y="3573105"/>
                  <a:pt x="4477763" y="3643445"/>
                </a:cubicBezTo>
                <a:cubicBezTo>
                  <a:pt x="4517104" y="3682673"/>
                  <a:pt x="4533383" y="3604217"/>
                  <a:pt x="4548305" y="3581221"/>
                </a:cubicBezTo>
                <a:cubicBezTo>
                  <a:pt x="4572724" y="3496002"/>
                  <a:pt x="4556445" y="3394550"/>
                  <a:pt x="4618848" y="3333679"/>
                </a:cubicBezTo>
                <a:cubicBezTo>
                  <a:pt x="4666328" y="3294451"/>
                  <a:pt x="4720592" y="3379671"/>
                  <a:pt x="4674468" y="3418899"/>
                </a:cubicBezTo>
                <a:cubicBezTo>
                  <a:pt x="4658189" y="3456774"/>
                  <a:pt x="4579507" y="3473006"/>
                  <a:pt x="4603925" y="3518998"/>
                </a:cubicBezTo>
                <a:cubicBezTo>
                  <a:pt x="4658189" y="3550110"/>
                  <a:pt x="4626987" y="3612333"/>
                  <a:pt x="4618848" y="3659677"/>
                </a:cubicBezTo>
                <a:cubicBezTo>
                  <a:pt x="4618848" y="3705669"/>
                  <a:pt x="4610708" y="3744897"/>
                  <a:pt x="4595786" y="3782772"/>
                </a:cubicBezTo>
                <a:cubicBezTo>
                  <a:pt x="4572724" y="3830116"/>
                  <a:pt x="4626987" y="3861228"/>
                  <a:pt x="4643267" y="3813884"/>
                </a:cubicBezTo>
                <a:cubicBezTo>
                  <a:pt x="4658189" y="3751660"/>
                  <a:pt x="4689390" y="3705669"/>
                  <a:pt x="4713809" y="3643445"/>
                </a:cubicBezTo>
                <a:cubicBezTo>
                  <a:pt x="4736871" y="3518998"/>
                  <a:pt x="4768072" y="3387787"/>
                  <a:pt x="4768072" y="3255223"/>
                </a:cubicBezTo>
                <a:cubicBezTo>
                  <a:pt x="4830475" y="3184883"/>
                  <a:pt x="4784351" y="3053672"/>
                  <a:pt x="4681251" y="3037440"/>
                </a:cubicBezTo>
                <a:cubicBezTo>
                  <a:pt x="4674468" y="3037440"/>
                  <a:pt x="4666328" y="3037440"/>
                  <a:pt x="4658189" y="3037440"/>
                </a:cubicBezTo>
                <a:close/>
                <a:moveTo>
                  <a:pt x="4187321" y="3037440"/>
                </a:moveTo>
                <a:cubicBezTo>
                  <a:pt x="4147953" y="3076328"/>
                  <a:pt x="4251125" y="3053532"/>
                  <a:pt x="4195466" y="3037440"/>
                </a:cubicBezTo>
                <a:cubicBezTo>
                  <a:pt x="4187321" y="3037440"/>
                  <a:pt x="4187321" y="3037440"/>
                  <a:pt x="4187321" y="3037440"/>
                </a:cubicBezTo>
                <a:close/>
                <a:moveTo>
                  <a:pt x="301280" y="3014077"/>
                </a:moveTo>
                <a:cubicBezTo>
                  <a:pt x="325833" y="3014077"/>
                  <a:pt x="325833" y="3053490"/>
                  <a:pt x="309465" y="3061645"/>
                </a:cubicBezTo>
                <a:cubicBezTo>
                  <a:pt x="278091" y="3116008"/>
                  <a:pt x="238534" y="3007281"/>
                  <a:pt x="301280" y="3014077"/>
                </a:cubicBezTo>
                <a:close/>
                <a:moveTo>
                  <a:pt x="247193" y="2928389"/>
                </a:moveTo>
                <a:cubicBezTo>
                  <a:pt x="261351" y="2932906"/>
                  <a:pt x="268238" y="2950974"/>
                  <a:pt x="262116" y="2968279"/>
                </a:cubicBezTo>
                <a:cubicBezTo>
                  <a:pt x="247150" y="3014424"/>
                  <a:pt x="184567" y="2937063"/>
                  <a:pt x="230824" y="2928919"/>
                </a:cubicBezTo>
                <a:cubicBezTo>
                  <a:pt x="236947" y="2926884"/>
                  <a:pt x="242474" y="2926884"/>
                  <a:pt x="247193" y="2928389"/>
                </a:cubicBezTo>
                <a:close/>
                <a:moveTo>
                  <a:pt x="18679" y="2860460"/>
                </a:moveTo>
                <a:cubicBezTo>
                  <a:pt x="43321" y="2860460"/>
                  <a:pt x="50166" y="2883432"/>
                  <a:pt x="50166" y="2898297"/>
                </a:cubicBezTo>
                <a:cubicBezTo>
                  <a:pt x="58380" y="2960457"/>
                  <a:pt x="3620" y="2883432"/>
                  <a:pt x="18679" y="2860460"/>
                </a:cubicBezTo>
                <a:close/>
                <a:moveTo>
                  <a:pt x="230460" y="2843793"/>
                </a:moveTo>
                <a:cubicBezTo>
                  <a:pt x="230460" y="2843793"/>
                  <a:pt x="238534" y="2843793"/>
                  <a:pt x="238534" y="2851867"/>
                </a:cubicBezTo>
                <a:cubicBezTo>
                  <a:pt x="238534" y="2905696"/>
                  <a:pt x="176631" y="2859942"/>
                  <a:pt x="230460" y="2843793"/>
                </a:cubicBezTo>
                <a:close/>
                <a:moveTo>
                  <a:pt x="4757529" y="2829051"/>
                </a:moveTo>
                <a:cubicBezTo>
                  <a:pt x="4738480" y="2831463"/>
                  <a:pt x="4720954" y="2857871"/>
                  <a:pt x="4720954" y="2875137"/>
                </a:cubicBezTo>
                <a:cubicBezTo>
                  <a:pt x="4729082" y="2906283"/>
                  <a:pt x="4745338" y="2952326"/>
                  <a:pt x="4768367" y="2983473"/>
                </a:cubicBezTo>
                <a:cubicBezTo>
                  <a:pt x="4791395" y="2937430"/>
                  <a:pt x="4799523" y="2883262"/>
                  <a:pt x="4776494" y="2835865"/>
                </a:cubicBezTo>
                <a:cubicBezTo>
                  <a:pt x="4770398" y="2830109"/>
                  <a:pt x="4763879" y="2828247"/>
                  <a:pt x="4757529" y="2829051"/>
                </a:cubicBezTo>
                <a:close/>
                <a:moveTo>
                  <a:pt x="4305092" y="2812843"/>
                </a:moveTo>
                <a:cubicBezTo>
                  <a:pt x="4296965" y="2812843"/>
                  <a:pt x="4296965" y="2820934"/>
                  <a:pt x="4288838" y="2820934"/>
                </a:cubicBezTo>
                <a:cubicBezTo>
                  <a:pt x="4257685" y="2851947"/>
                  <a:pt x="4203507" y="2905883"/>
                  <a:pt x="4242786" y="2951728"/>
                </a:cubicBezTo>
                <a:cubicBezTo>
                  <a:pt x="4282066" y="2920715"/>
                  <a:pt x="4305092" y="2866779"/>
                  <a:pt x="4305092" y="2812843"/>
                </a:cubicBezTo>
                <a:close/>
                <a:moveTo>
                  <a:pt x="1210624" y="2745927"/>
                </a:moveTo>
                <a:cubicBezTo>
                  <a:pt x="1193575" y="2742560"/>
                  <a:pt x="1213186" y="2790837"/>
                  <a:pt x="1220317" y="2797902"/>
                </a:cubicBezTo>
                <a:cubicBezTo>
                  <a:pt x="1258349" y="2851731"/>
                  <a:pt x="1243409" y="2766951"/>
                  <a:pt x="1220317" y="2750802"/>
                </a:cubicBezTo>
                <a:cubicBezTo>
                  <a:pt x="1216242" y="2747943"/>
                  <a:pt x="1213059" y="2746408"/>
                  <a:pt x="1210624" y="2745927"/>
                </a:cubicBezTo>
                <a:close/>
                <a:moveTo>
                  <a:pt x="43075" y="2704908"/>
                </a:moveTo>
                <a:cubicBezTo>
                  <a:pt x="89332" y="2704908"/>
                  <a:pt x="81169" y="2790041"/>
                  <a:pt x="43075" y="2804905"/>
                </a:cubicBezTo>
                <a:cubicBezTo>
                  <a:pt x="3620" y="2804905"/>
                  <a:pt x="3620" y="2719773"/>
                  <a:pt x="43075" y="2704908"/>
                </a:cubicBezTo>
                <a:close/>
                <a:moveTo>
                  <a:pt x="4703192" y="2702202"/>
                </a:moveTo>
                <a:cubicBezTo>
                  <a:pt x="4694341" y="2703729"/>
                  <a:pt x="4691262" y="2715180"/>
                  <a:pt x="4697419" y="2727395"/>
                </a:cubicBezTo>
                <a:cubicBezTo>
                  <a:pt x="4705629" y="2789827"/>
                  <a:pt x="4768572" y="2704322"/>
                  <a:pt x="4713839" y="2704322"/>
                </a:cubicBezTo>
                <a:cubicBezTo>
                  <a:pt x="4709734" y="2702287"/>
                  <a:pt x="4706142" y="2701693"/>
                  <a:pt x="4703192" y="2702202"/>
                </a:cubicBezTo>
                <a:close/>
                <a:moveTo>
                  <a:pt x="4336308" y="2673343"/>
                </a:moveTo>
                <a:cubicBezTo>
                  <a:pt x="4296891" y="2665228"/>
                  <a:pt x="4257474" y="2719324"/>
                  <a:pt x="4273784" y="2758544"/>
                </a:cubicBezTo>
                <a:cubicBezTo>
                  <a:pt x="4313201" y="2797764"/>
                  <a:pt x="4375725" y="2711210"/>
                  <a:pt x="4336308" y="2673343"/>
                </a:cubicBezTo>
                <a:close/>
                <a:moveTo>
                  <a:pt x="4367788" y="2557442"/>
                </a:moveTo>
                <a:cubicBezTo>
                  <a:pt x="4360943" y="2549358"/>
                  <a:pt x="4313028" y="2588431"/>
                  <a:pt x="4321242" y="2619419"/>
                </a:cubicBezTo>
                <a:cubicBezTo>
                  <a:pt x="4344515" y="2665228"/>
                  <a:pt x="4367788" y="2580347"/>
                  <a:pt x="4367788" y="2557442"/>
                </a:cubicBezTo>
                <a:close/>
                <a:moveTo>
                  <a:pt x="1518232" y="2549358"/>
                </a:moveTo>
                <a:cubicBezTo>
                  <a:pt x="1510040" y="2549358"/>
                  <a:pt x="1503213" y="2549358"/>
                  <a:pt x="1495020" y="2557466"/>
                </a:cubicBezTo>
                <a:cubicBezTo>
                  <a:pt x="1447232" y="2603411"/>
                  <a:pt x="1455425" y="2681787"/>
                  <a:pt x="1455425" y="2742596"/>
                </a:cubicBezTo>
                <a:cubicBezTo>
                  <a:pt x="1447232" y="2829080"/>
                  <a:pt x="1495020" y="2897997"/>
                  <a:pt x="1534617" y="2976374"/>
                </a:cubicBezTo>
                <a:cubicBezTo>
                  <a:pt x="1542809" y="2991238"/>
                  <a:pt x="1557828" y="2999346"/>
                  <a:pt x="1574213" y="2991238"/>
                </a:cubicBezTo>
                <a:cubicBezTo>
                  <a:pt x="1574213" y="2920970"/>
                  <a:pt x="1574213" y="2920970"/>
                  <a:pt x="1574213" y="2920970"/>
                </a:cubicBezTo>
                <a:cubicBezTo>
                  <a:pt x="1534617" y="2914213"/>
                  <a:pt x="1526424" y="2875025"/>
                  <a:pt x="1526424" y="2835837"/>
                </a:cubicBezTo>
                <a:cubicBezTo>
                  <a:pt x="1518232" y="2742596"/>
                  <a:pt x="1549636" y="2642599"/>
                  <a:pt x="1518232" y="2549358"/>
                </a:cubicBezTo>
                <a:close/>
                <a:moveTo>
                  <a:pt x="10475" y="2517612"/>
                </a:moveTo>
                <a:cubicBezTo>
                  <a:pt x="43301" y="2517612"/>
                  <a:pt x="43301" y="2548765"/>
                  <a:pt x="43301" y="2571791"/>
                </a:cubicBezTo>
                <a:cubicBezTo>
                  <a:pt x="26888" y="2619197"/>
                  <a:pt x="-20983" y="2533866"/>
                  <a:pt x="10475" y="2517612"/>
                </a:cubicBezTo>
                <a:close/>
                <a:moveTo>
                  <a:pt x="290064" y="2500530"/>
                </a:moveTo>
                <a:cubicBezTo>
                  <a:pt x="293952" y="2502395"/>
                  <a:pt x="297672" y="2506125"/>
                  <a:pt x="301053" y="2509516"/>
                </a:cubicBezTo>
                <a:cubicBezTo>
                  <a:pt x="309167" y="2563768"/>
                  <a:pt x="309167" y="2642434"/>
                  <a:pt x="278062" y="2696686"/>
                </a:cubicBezTo>
                <a:cubicBezTo>
                  <a:pt x="255071" y="2750938"/>
                  <a:pt x="176631" y="2711605"/>
                  <a:pt x="184745" y="2657353"/>
                </a:cubicBezTo>
                <a:cubicBezTo>
                  <a:pt x="230727" y="2611239"/>
                  <a:pt x="230727" y="2540711"/>
                  <a:pt x="278062" y="2502734"/>
                </a:cubicBezTo>
                <a:cubicBezTo>
                  <a:pt x="282119" y="2498665"/>
                  <a:pt x="286176" y="2498665"/>
                  <a:pt x="290064" y="2500530"/>
                </a:cubicBezTo>
                <a:close/>
                <a:moveTo>
                  <a:pt x="4533131" y="2378727"/>
                </a:moveTo>
                <a:cubicBezTo>
                  <a:pt x="4477310" y="2409827"/>
                  <a:pt x="4564445" y="2447688"/>
                  <a:pt x="4548107" y="2486901"/>
                </a:cubicBezTo>
                <a:cubicBezTo>
                  <a:pt x="4516793" y="2495014"/>
                  <a:pt x="4485479" y="2526114"/>
                  <a:pt x="4485479" y="2563975"/>
                </a:cubicBezTo>
                <a:cubicBezTo>
                  <a:pt x="4508624" y="2611301"/>
                  <a:pt x="4485479" y="2650514"/>
                  <a:pt x="4477310" y="2696488"/>
                </a:cubicBezTo>
                <a:cubicBezTo>
                  <a:pt x="4508624" y="2758688"/>
                  <a:pt x="4524962" y="2820887"/>
                  <a:pt x="4524962" y="2889848"/>
                </a:cubicBezTo>
                <a:cubicBezTo>
                  <a:pt x="4524962" y="2937174"/>
                  <a:pt x="4533131" y="3022361"/>
                  <a:pt x="4595759" y="3022361"/>
                </a:cubicBezTo>
                <a:cubicBezTo>
                  <a:pt x="4635242" y="2983148"/>
                  <a:pt x="4579421" y="2920948"/>
                  <a:pt x="4579421" y="2874974"/>
                </a:cubicBezTo>
                <a:cubicBezTo>
                  <a:pt x="4595759" y="2829001"/>
                  <a:pt x="4556276" y="2781674"/>
                  <a:pt x="4572614" y="2735701"/>
                </a:cubicBezTo>
                <a:cubicBezTo>
                  <a:pt x="4603928" y="2696488"/>
                  <a:pt x="4572614" y="2650514"/>
                  <a:pt x="4572614" y="2611301"/>
                </a:cubicBezTo>
                <a:cubicBezTo>
                  <a:pt x="4618904" y="2540988"/>
                  <a:pt x="4595759" y="2447688"/>
                  <a:pt x="4539938" y="2393601"/>
                </a:cubicBezTo>
                <a:cubicBezTo>
                  <a:pt x="4539938" y="2385488"/>
                  <a:pt x="4539938" y="2385488"/>
                  <a:pt x="4539938" y="2385488"/>
                </a:cubicBezTo>
                <a:cubicBezTo>
                  <a:pt x="4533131" y="2378727"/>
                  <a:pt x="4533131" y="2378727"/>
                  <a:pt x="4533131" y="2378727"/>
                </a:cubicBezTo>
                <a:close/>
                <a:moveTo>
                  <a:pt x="1574213" y="2262064"/>
                </a:moveTo>
                <a:cubicBezTo>
                  <a:pt x="1549475" y="2308069"/>
                  <a:pt x="1526111" y="2355426"/>
                  <a:pt x="1526111" y="2409549"/>
                </a:cubicBezTo>
                <a:cubicBezTo>
                  <a:pt x="1534357" y="2440670"/>
                  <a:pt x="1517866" y="2509676"/>
                  <a:pt x="1565967" y="2494792"/>
                </a:cubicBezTo>
                <a:cubicBezTo>
                  <a:pt x="1565967" y="2486674"/>
                  <a:pt x="1574213" y="2486674"/>
                  <a:pt x="1574213" y="2478555"/>
                </a:cubicBezTo>
                <a:cubicBezTo>
                  <a:pt x="1574213" y="2262064"/>
                  <a:pt x="1574213" y="2262064"/>
                  <a:pt x="1574213" y="2262064"/>
                </a:cubicBezTo>
                <a:close/>
                <a:moveTo>
                  <a:pt x="4406895" y="2098576"/>
                </a:moveTo>
                <a:cubicBezTo>
                  <a:pt x="4352710" y="2137759"/>
                  <a:pt x="4375739" y="2214774"/>
                  <a:pt x="4398767" y="2262064"/>
                </a:cubicBezTo>
                <a:cubicBezTo>
                  <a:pt x="4431279" y="2214774"/>
                  <a:pt x="4431279" y="2160729"/>
                  <a:pt x="4406895" y="2106683"/>
                </a:cubicBezTo>
                <a:cubicBezTo>
                  <a:pt x="4406895" y="2098576"/>
                  <a:pt x="4406895" y="2098576"/>
                  <a:pt x="4406895" y="2098576"/>
                </a:cubicBezTo>
                <a:close/>
                <a:moveTo>
                  <a:pt x="1424424" y="2021785"/>
                </a:moveTo>
                <a:cubicBezTo>
                  <a:pt x="1401395" y="2013658"/>
                  <a:pt x="1393267" y="2044811"/>
                  <a:pt x="1401395" y="2061064"/>
                </a:cubicBezTo>
                <a:cubicBezTo>
                  <a:pt x="1408169" y="2115243"/>
                  <a:pt x="1471836" y="2021785"/>
                  <a:pt x="1424424" y="2021785"/>
                </a:cubicBezTo>
                <a:close/>
                <a:moveTo>
                  <a:pt x="371988" y="1927945"/>
                </a:moveTo>
                <a:cubicBezTo>
                  <a:pt x="411391" y="1927945"/>
                  <a:pt x="450794" y="1959058"/>
                  <a:pt x="442642" y="1998287"/>
                </a:cubicBezTo>
                <a:cubicBezTo>
                  <a:pt x="403239" y="2021284"/>
                  <a:pt x="396445" y="2075393"/>
                  <a:pt x="427696" y="2106506"/>
                </a:cubicBezTo>
                <a:cubicBezTo>
                  <a:pt x="442642" y="2160615"/>
                  <a:pt x="348890" y="2129502"/>
                  <a:pt x="332585" y="2176848"/>
                </a:cubicBezTo>
                <a:cubicBezTo>
                  <a:pt x="357042" y="2191728"/>
                  <a:pt x="419544" y="2176848"/>
                  <a:pt x="427696" y="2214724"/>
                </a:cubicBezTo>
                <a:cubicBezTo>
                  <a:pt x="467099" y="2253953"/>
                  <a:pt x="396445" y="2276950"/>
                  <a:pt x="371988" y="2285066"/>
                </a:cubicBezTo>
                <a:cubicBezTo>
                  <a:pt x="357042" y="2339175"/>
                  <a:pt x="340737" y="2416281"/>
                  <a:pt x="278236" y="2432514"/>
                </a:cubicBezTo>
                <a:cubicBezTo>
                  <a:pt x="207582" y="2440630"/>
                  <a:pt x="207582" y="2347292"/>
                  <a:pt x="215734" y="2299946"/>
                </a:cubicBezTo>
                <a:cubicBezTo>
                  <a:pt x="261931" y="2230957"/>
                  <a:pt x="255138" y="2152498"/>
                  <a:pt x="286388" y="2075393"/>
                </a:cubicBezTo>
                <a:cubicBezTo>
                  <a:pt x="325791" y="2036164"/>
                  <a:pt x="309487" y="1950942"/>
                  <a:pt x="371988" y="1927945"/>
                </a:cubicBezTo>
                <a:close/>
                <a:moveTo>
                  <a:pt x="1518286" y="1781124"/>
                </a:moveTo>
                <a:cubicBezTo>
                  <a:pt x="1510116" y="1781124"/>
                  <a:pt x="1503306" y="1781124"/>
                  <a:pt x="1495134" y="1789219"/>
                </a:cubicBezTo>
                <a:cubicBezTo>
                  <a:pt x="1478791" y="1835091"/>
                  <a:pt x="1439297" y="1905247"/>
                  <a:pt x="1486963" y="1943024"/>
                </a:cubicBezTo>
                <a:cubicBezTo>
                  <a:pt x="1526458" y="1905247"/>
                  <a:pt x="1549610" y="1826996"/>
                  <a:pt x="1518286" y="1781124"/>
                </a:cubicBezTo>
                <a:close/>
                <a:moveTo>
                  <a:pt x="4344319" y="1664461"/>
                </a:moveTo>
                <a:cubicBezTo>
                  <a:pt x="4327993" y="1664461"/>
                  <a:pt x="4313028" y="1687534"/>
                  <a:pt x="4321191" y="1710607"/>
                </a:cubicBezTo>
                <a:cubicBezTo>
                  <a:pt x="4336156" y="1758109"/>
                  <a:pt x="4398740" y="1672604"/>
                  <a:pt x="4344319" y="1664461"/>
                </a:cubicBezTo>
                <a:close/>
                <a:moveTo>
                  <a:pt x="3466073" y="1593828"/>
                </a:moveTo>
                <a:cubicBezTo>
                  <a:pt x="3441623" y="1593828"/>
                  <a:pt x="3449773" y="1633103"/>
                  <a:pt x="3457923" y="1641229"/>
                </a:cubicBezTo>
                <a:cubicBezTo>
                  <a:pt x="3489164" y="1695401"/>
                  <a:pt x="3504106" y="1757699"/>
                  <a:pt x="3512256" y="1811871"/>
                </a:cubicBezTo>
                <a:cubicBezTo>
                  <a:pt x="3512256" y="1857917"/>
                  <a:pt x="3582889" y="1866043"/>
                  <a:pt x="3576097" y="1819997"/>
                </a:cubicBezTo>
                <a:cubicBezTo>
                  <a:pt x="3543497" y="1741447"/>
                  <a:pt x="3528556" y="1656126"/>
                  <a:pt x="3466073" y="1593828"/>
                </a:cubicBezTo>
                <a:close/>
                <a:moveTo>
                  <a:pt x="4155760" y="1447133"/>
                </a:moveTo>
                <a:cubicBezTo>
                  <a:pt x="4101129" y="1439070"/>
                  <a:pt x="4132542" y="1508952"/>
                  <a:pt x="4155760" y="1525078"/>
                </a:cubicBezTo>
                <a:cubicBezTo>
                  <a:pt x="4218586" y="1539861"/>
                  <a:pt x="4211757" y="1447133"/>
                  <a:pt x="4155760" y="1447133"/>
                </a:cubicBezTo>
                <a:close/>
                <a:moveTo>
                  <a:pt x="4273818" y="1432118"/>
                </a:moveTo>
                <a:cubicBezTo>
                  <a:pt x="4234459" y="1423991"/>
                  <a:pt x="4257531" y="1486297"/>
                  <a:pt x="4281961" y="1494423"/>
                </a:cubicBezTo>
                <a:cubicBezTo>
                  <a:pt x="4328107" y="1525576"/>
                  <a:pt x="4313177" y="1438890"/>
                  <a:pt x="4273818" y="1432118"/>
                </a:cubicBezTo>
                <a:close/>
                <a:moveTo>
                  <a:pt x="3349998" y="1412550"/>
                </a:moveTo>
                <a:cubicBezTo>
                  <a:pt x="3341163" y="1407646"/>
                  <a:pt x="3335386" y="1411366"/>
                  <a:pt x="3339464" y="1438421"/>
                </a:cubicBezTo>
                <a:cubicBezTo>
                  <a:pt x="3362571" y="1485769"/>
                  <a:pt x="3378881" y="1562877"/>
                  <a:pt x="3441405" y="1562877"/>
                </a:cubicBezTo>
                <a:cubicBezTo>
                  <a:pt x="3449560" y="1508766"/>
                  <a:pt x="3418298" y="1469535"/>
                  <a:pt x="3378881" y="1438421"/>
                </a:cubicBezTo>
                <a:cubicBezTo>
                  <a:pt x="3370726" y="1430981"/>
                  <a:pt x="3358833" y="1417453"/>
                  <a:pt x="3349998" y="1412550"/>
                </a:cubicBezTo>
                <a:close/>
                <a:moveTo>
                  <a:pt x="364862" y="1370023"/>
                </a:moveTo>
                <a:cubicBezTo>
                  <a:pt x="364862" y="1370023"/>
                  <a:pt x="379800" y="1370023"/>
                  <a:pt x="371652" y="1378134"/>
                </a:cubicBezTo>
                <a:cubicBezTo>
                  <a:pt x="348565" y="1470063"/>
                  <a:pt x="340417" y="1571456"/>
                  <a:pt x="294243" y="1656626"/>
                </a:cubicBezTo>
                <a:cubicBezTo>
                  <a:pt x="254859" y="1772889"/>
                  <a:pt x="184241" y="1866170"/>
                  <a:pt x="167944" y="1982434"/>
                </a:cubicBezTo>
                <a:cubicBezTo>
                  <a:pt x="153006" y="2013528"/>
                  <a:pt x="81029" y="2052733"/>
                  <a:pt x="128561" y="2083827"/>
                </a:cubicBezTo>
                <a:cubicBezTo>
                  <a:pt x="128561" y="2200090"/>
                  <a:pt x="113622" y="2316353"/>
                  <a:pt x="81029" y="2424505"/>
                </a:cubicBezTo>
                <a:cubicBezTo>
                  <a:pt x="74239" y="2455599"/>
                  <a:pt x="43003" y="2509675"/>
                  <a:pt x="3620" y="2486693"/>
                </a:cubicBezTo>
                <a:cubicBezTo>
                  <a:pt x="3620" y="2378541"/>
                  <a:pt x="43003" y="2262277"/>
                  <a:pt x="49794" y="2146014"/>
                </a:cubicBezTo>
                <a:cubicBezTo>
                  <a:pt x="66090" y="2067604"/>
                  <a:pt x="43003" y="1990545"/>
                  <a:pt x="74239" y="1920246"/>
                </a:cubicBezTo>
                <a:cubicBezTo>
                  <a:pt x="120412" y="1858059"/>
                  <a:pt x="128561" y="1781001"/>
                  <a:pt x="128561" y="1703942"/>
                </a:cubicBezTo>
                <a:cubicBezTo>
                  <a:pt x="238563" y="1610661"/>
                  <a:pt x="254859" y="1455193"/>
                  <a:pt x="364862" y="1370023"/>
                </a:cubicBezTo>
                <a:close/>
                <a:moveTo>
                  <a:pt x="3642584" y="1362758"/>
                </a:moveTo>
                <a:cubicBezTo>
                  <a:pt x="3635331" y="1360472"/>
                  <a:pt x="3620063" y="1369618"/>
                  <a:pt x="3613955" y="1369618"/>
                </a:cubicBezTo>
                <a:cubicBezTo>
                  <a:pt x="3567810" y="1400782"/>
                  <a:pt x="3661458" y="1408912"/>
                  <a:pt x="3646528" y="1369618"/>
                </a:cubicBezTo>
                <a:cubicBezTo>
                  <a:pt x="3646528" y="1365553"/>
                  <a:pt x="3645001" y="1363521"/>
                  <a:pt x="3642584" y="1362758"/>
                </a:cubicBezTo>
                <a:close/>
                <a:moveTo>
                  <a:pt x="1785319" y="1353358"/>
                </a:moveTo>
                <a:cubicBezTo>
                  <a:pt x="1777382" y="1353358"/>
                  <a:pt x="1777382" y="1361691"/>
                  <a:pt x="1769446" y="1370024"/>
                </a:cubicBezTo>
                <a:cubicBezTo>
                  <a:pt x="1785319" y="1370024"/>
                  <a:pt x="1785319" y="1370024"/>
                  <a:pt x="1785319" y="1370024"/>
                </a:cubicBezTo>
                <a:cubicBezTo>
                  <a:pt x="1785319" y="1353358"/>
                  <a:pt x="1785319" y="1353358"/>
                  <a:pt x="1785319" y="1353358"/>
                </a:cubicBezTo>
                <a:close/>
                <a:moveTo>
                  <a:pt x="4082785" y="1352296"/>
                </a:moveTo>
                <a:cubicBezTo>
                  <a:pt x="4073998" y="1354002"/>
                  <a:pt x="4070178" y="1363858"/>
                  <a:pt x="4070178" y="1369924"/>
                </a:cubicBezTo>
                <a:cubicBezTo>
                  <a:pt x="4076969" y="1431927"/>
                  <a:pt x="4140811" y="1361836"/>
                  <a:pt x="4093269" y="1353749"/>
                </a:cubicBezTo>
                <a:cubicBezTo>
                  <a:pt x="4089194" y="1352064"/>
                  <a:pt x="4085714" y="1351727"/>
                  <a:pt x="4082785" y="1352296"/>
                </a:cubicBezTo>
                <a:close/>
                <a:moveTo>
                  <a:pt x="4190570" y="1306717"/>
                </a:moveTo>
                <a:cubicBezTo>
                  <a:pt x="4148818" y="1315482"/>
                  <a:pt x="4154872" y="1394914"/>
                  <a:pt x="4203306" y="1409115"/>
                </a:cubicBezTo>
                <a:cubicBezTo>
                  <a:pt x="4265410" y="1423991"/>
                  <a:pt x="4250559" y="1322561"/>
                  <a:pt x="4211407" y="1307684"/>
                </a:cubicBezTo>
                <a:cubicBezTo>
                  <a:pt x="4203475" y="1305656"/>
                  <a:pt x="4196535" y="1305465"/>
                  <a:pt x="4190570" y="1306717"/>
                </a:cubicBezTo>
                <a:close/>
                <a:moveTo>
                  <a:pt x="4610501" y="1299391"/>
                </a:moveTo>
                <a:cubicBezTo>
                  <a:pt x="4595560" y="1299391"/>
                  <a:pt x="4595560" y="1315691"/>
                  <a:pt x="4610501" y="1322483"/>
                </a:cubicBezTo>
                <a:cubicBezTo>
                  <a:pt x="4634951" y="1370024"/>
                  <a:pt x="4666193" y="1299391"/>
                  <a:pt x="4610501" y="1299391"/>
                </a:cubicBezTo>
                <a:close/>
                <a:moveTo>
                  <a:pt x="3260362" y="1284312"/>
                </a:moveTo>
                <a:cubicBezTo>
                  <a:pt x="3220994" y="1299278"/>
                  <a:pt x="3245429" y="1361861"/>
                  <a:pt x="3284798" y="1370024"/>
                </a:cubicBezTo>
                <a:cubicBezTo>
                  <a:pt x="3324166" y="1361861"/>
                  <a:pt x="3291585" y="1299278"/>
                  <a:pt x="3260362" y="1284312"/>
                </a:cubicBezTo>
                <a:close/>
                <a:moveTo>
                  <a:pt x="3825803" y="1253361"/>
                </a:moveTo>
                <a:cubicBezTo>
                  <a:pt x="3825803" y="1261474"/>
                  <a:pt x="3825803" y="1261474"/>
                  <a:pt x="3825803" y="1261474"/>
                </a:cubicBezTo>
                <a:cubicBezTo>
                  <a:pt x="3802725" y="1315561"/>
                  <a:pt x="3858383" y="1377761"/>
                  <a:pt x="3896394" y="1423735"/>
                </a:cubicBezTo>
                <a:cubicBezTo>
                  <a:pt x="3983275" y="1531909"/>
                  <a:pt x="4022643" y="1672535"/>
                  <a:pt x="4062012" y="1803695"/>
                </a:cubicBezTo>
                <a:cubicBezTo>
                  <a:pt x="4070157" y="1819921"/>
                  <a:pt x="4062012" y="1896995"/>
                  <a:pt x="4101380" y="1865895"/>
                </a:cubicBezTo>
                <a:cubicBezTo>
                  <a:pt x="4163826" y="1772595"/>
                  <a:pt x="4070157" y="1672535"/>
                  <a:pt x="4053866" y="1579235"/>
                </a:cubicBezTo>
                <a:cubicBezTo>
                  <a:pt x="4006353" y="1454835"/>
                  <a:pt x="3935762" y="1338548"/>
                  <a:pt x="3833948" y="1261474"/>
                </a:cubicBezTo>
                <a:cubicBezTo>
                  <a:pt x="3825803" y="1253361"/>
                  <a:pt x="3825803" y="1253361"/>
                  <a:pt x="3825803" y="1253361"/>
                </a:cubicBezTo>
                <a:close/>
                <a:moveTo>
                  <a:pt x="3150321" y="1230345"/>
                </a:moveTo>
                <a:cubicBezTo>
                  <a:pt x="3112267" y="1230345"/>
                  <a:pt x="3150321" y="1261484"/>
                  <a:pt x="3166630" y="1268253"/>
                </a:cubicBezTo>
                <a:cubicBezTo>
                  <a:pt x="3220994" y="1299391"/>
                  <a:pt x="3189735" y="1230345"/>
                  <a:pt x="3150321" y="1230345"/>
                </a:cubicBezTo>
                <a:close/>
                <a:moveTo>
                  <a:pt x="4590310" y="1173677"/>
                </a:moveTo>
                <a:cubicBezTo>
                  <a:pt x="4585403" y="1172606"/>
                  <a:pt x="4579563" y="1172775"/>
                  <a:pt x="4572743" y="1174642"/>
                </a:cubicBezTo>
                <a:cubicBezTo>
                  <a:pt x="4540006" y="1167855"/>
                  <a:pt x="4548190" y="1214001"/>
                  <a:pt x="4572743" y="1222144"/>
                </a:cubicBezTo>
                <a:cubicBezTo>
                  <a:pt x="4613323" y="1249458"/>
                  <a:pt x="4624662" y="1181173"/>
                  <a:pt x="4590310" y="1173677"/>
                </a:cubicBezTo>
                <a:close/>
                <a:moveTo>
                  <a:pt x="4494149" y="1120962"/>
                </a:moveTo>
                <a:cubicBezTo>
                  <a:pt x="4438422" y="1112888"/>
                  <a:pt x="4469684" y="1182866"/>
                  <a:pt x="4502304" y="1199015"/>
                </a:cubicBezTo>
                <a:cubicBezTo>
                  <a:pt x="4556673" y="1205743"/>
                  <a:pt x="4540362" y="1120962"/>
                  <a:pt x="4494149" y="1120962"/>
                </a:cubicBezTo>
                <a:close/>
                <a:moveTo>
                  <a:pt x="3896390" y="1120825"/>
                </a:moveTo>
                <a:cubicBezTo>
                  <a:pt x="3850342" y="1160036"/>
                  <a:pt x="3889618" y="1230346"/>
                  <a:pt x="3943792" y="1230346"/>
                </a:cubicBezTo>
                <a:cubicBezTo>
                  <a:pt x="3974942" y="1206008"/>
                  <a:pt x="3928894" y="1151924"/>
                  <a:pt x="3904516" y="1128938"/>
                </a:cubicBezTo>
                <a:cubicBezTo>
                  <a:pt x="3896390" y="1120825"/>
                  <a:pt x="3896390" y="1120825"/>
                  <a:pt x="3896390" y="1120825"/>
                </a:cubicBezTo>
                <a:close/>
                <a:moveTo>
                  <a:pt x="4040867" y="1100831"/>
                </a:moveTo>
                <a:cubicBezTo>
                  <a:pt x="4021963" y="1103429"/>
                  <a:pt x="4012797" y="1142706"/>
                  <a:pt x="4031128" y="1159937"/>
                </a:cubicBezTo>
                <a:cubicBezTo>
                  <a:pt x="4054212" y="1199129"/>
                  <a:pt x="4077295" y="1261297"/>
                  <a:pt x="4132967" y="1261297"/>
                </a:cubicBezTo>
                <a:cubicBezTo>
                  <a:pt x="4180492" y="1222104"/>
                  <a:pt x="4124820" y="1151828"/>
                  <a:pt x="4085442" y="1128853"/>
                </a:cubicBezTo>
                <a:cubicBezTo>
                  <a:pt x="4077295" y="1128853"/>
                  <a:pt x="4070506" y="1120744"/>
                  <a:pt x="4062359" y="1112635"/>
                </a:cubicBezTo>
                <a:cubicBezTo>
                  <a:pt x="4054551" y="1103175"/>
                  <a:pt x="4047168" y="1099965"/>
                  <a:pt x="4040867" y="1100831"/>
                </a:cubicBezTo>
                <a:close/>
                <a:moveTo>
                  <a:pt x="1274828" y="1074794"/>
                </a:moveTo>
                <a:cubicBezTo>
                  <a:pt x="1283000" y="1074794"/>
                  <a:pt x="1297981" y="1082889"/>
                  <a:pt x="1306152" y="1089635"/>
                </a:cubicBezTo>
                <a:cubicBezTo>
                  <a:pt x="1345647" y="1128761"/>
                  <a:pt x="1235333" y="1105825"/>
                  <a:pt x="1274828" y="1074794"/>
                </a:cubicBezTo>
                <a:close/>
                <a:moveTo>
                  <a:pt x="4643178" y="1043842"/>
                </a:moveTo>
                <a:cubicBezTo>
                  <a:pt x="4649967" y="1137155"/>
                  <a:pt x="4736868" y="1206126"/>
                  <a:pt x="4784392" y="1284563"/>
                </a:cubicBezTo>
                <a:cubicBezTo>
                  <a:pt x="4823768" y="1346771"/>
                  <a:pt x="4838704" y="1415742"/>
                  <a:pt x="4878081" y="1469836"/>
                </a:cubicBezTo>
                <a:cubicBezTo>
                  <a:pt x="4901164" y="1525283"/>
                  <a:pt x="4925605" y="1579378"/>
                  <a:pt x="4948688" y="1625358"/>
                </a:cubicBezTo>
                <a:cubicBezTo>
                  <a:pt x="4948688" y="1710557"/>
                  <a:pt x="4988064" y="1788994"/>
                  <a:pt x="5019294" y="1857965"/>
                </a:cubicBezTo>
                <a:cubicBezTo>
                  <a:pt x="5081754" y="1882307"/>
                  <a:pt x="5050524" y="1959392"/>
                  <a:pt x="5058671" y="2005372"/>
                </a:cubicBezTo>
                <a:cubicBezTo>
                  <a:pt x="5106195" y="2121676"/>
                  <a:pt x="5121131" y="2254207"/>
                  <a:pt x="5121131" y="2378624"/>
                </a:cubicBezTo>
                <a:cubicBezTo>
                  <a:pt x="5137425" y="2595003"/>
                  <a:pt x="5160508" y="2812733"/>
                  <a:pt x="5112984" y="3030463"/>
                </a:cubicBezTo>
                <a:cubicBezTo>
                  <a:pt x="5106195" y="3130538"/>
                  <a:pt x="5050524" y="3215737"/>
                  <a:pt x="5035588" y="3309050"/>
                </a:cubicBezTo>
                <a:cubicBezTo>
                  <a:pt x="5027441" y="3410477"/>
                  <a:pt x="4996211" y="3503790"/>
                  <a:pt x="4956835" y="3597104"/>
                </a:cubicBezTo>
                <a:cubicBezTo>
                  <a:pt x="4932394" y="3674188"/>
                  <a:pt x="4894375" y="3744511"/>
                  <a:pt x="4861787" y="3821596"/>
                </a:cubicBezTo>
                <a:cubicBezTo>
                  <a:pt x="4846851" y="3867576"/>
                  <a:pt x="4909311" y="3860814"/>
                  <a:pt x="4932394" y="3836472"/>
                </a:cubicBezTo>
                <a:cubicBezTo>
                  <a:pt x="5073607" y="3736397"/>
                  <a:pt x="5058671" y="3557885"/>
                  <a:pt x="5121131" y="3418592"/>
                </a:cubicBezTo>
                <a:cubicBezTo>
                  <a:pt x="5160508" y="3348269"/>
                  <a:pt x="5168655" y="3263070"/>
                  <a:pt x="5168655" y="3177871"/>
                </a:cubicBezTo>
                <a:cubicBezTo>
                  <a:pt x="5191737" y="3061568"/>
                  <a:pt x="5216178" y="2937150"/>
                  <a:pt x="5216178" y="2812733"/>
                </a:cubicBezTo>
                <a:cubicBezTo>
                  <a:pt x="5208031" y="2619345"/>
                  <a:pt x="5216178" y="2424605"/>
                  <a:pt x="5199884" y="2231217"/>
                </a:cubicBezTo>
                <a:cubicBezTo>
                  <a:pt x="5183591" y="2021601"/>
                  <a:pt x="5066818" y="1834975"/>
                  <a:pt x="4988064" y="1633472"/>
                </a:cubicBezTo>
                <a:cubicBezTo>
                  <a:pt x="4964982" y="1525283"/>
                  <a:pt x="4886228" y="1446846"/>
                  <a:pt x="4861787" y="1338657"/>
                </a:cubicBezTo>
                <a:cubicBezTo>
                  <a:pt x="4799328" y="1237230"/>
                  <a:pt x="4745015" y="1112813"/>
                  <a:pt x="4643178" y="1043842"/>
                </a:cubicBezTo>
                <a:close/>
                <a:moveTo>
                  <a:pt x="3566831" y="1003678"/>
                </a:moveTo>
                <a:cubicBezTo>
                  <a:pt x="3547933" y="1003234"/>
                  <a:pt x="3524264" y="1006021"/>
                  <a:pt x="3536480" y="1035408"/>
                </a:cubicBezTo>
                <a:cubicBezTo>
                  <a:pt x="3567700" y="1058378"/>
                  <a:pt x="3607064" y="1089454"/>
                  <a:pt x="3630139" y="1120530"/>
                </a:cubicBezTo>
                <a:cubicBezTo>
                  <a:pt x="3653215" y="1159713"/>
                  <a:pt x="3717012" y="1128637"/>
                  <a:pt x="3669503" y="1097561"/>
                </a:cubicBezTo>
                <a:cubicBezTo>
                  <a:pt x="3630139" y="1074591"/>
                  <a:pt x="3638284" y="1012439"/>
                  <a:pt x="3582631" y="1004332"/>
                </a:cubicBezTo>
                <a:cubicBezTo>
                  <a:pt x="3578899" y="1004332"/>
                  <a:pt x="3573130" y="1003826"/>
                  <a:pt x="3566831" y="1003678"/>
                </a:cubicBezTo>
                <a:close/>
                <a:moveTo>
                  <a:pt x="662755" y="942258"/>
                </a:moveTo>
                <a:cubicBezTo>
                  <a:pt x="662755" y="942258"/>
                  <a:pt x="662755" y="942258"/>
                  <a:pt x="670926" y="942258"/>
                </a:cubicBezTo>
                <a:cubicBezTo>
                  <a:pt x="694079" y="996355"/>
                  <a:pt x="631431" y="1051803"/>
                  <a:pt x="583765" y="1074794"/>
                </a:cubicBezTo>
                <a:cubicBezTo>
                  <a:pt x="591936" y="1020698"/>
                  <a:pt x="616450" y="965249"/>
                  <a:pt x="662755" y="942258"/>
                </a:cubicBezTo>
                <a:close/>
                <a:moveTo>
                  <a:pt x="3763281" y="896386"/>
                </a:moveTo>
                <a:cubicBezTo>
                  <a:pt x="3724155" y="888291"/>
                  <a:pt x="3740345" y="942258"/>
                  <a:pt x="3755186" y="965194"/>
                </a:cubicBezTo>
                <a:cubicBezTo>
                  <a:pt x="3802407" y="996225"/>
                  <a:pt x="3818597" y="896386"/>
                  <a:pt x="3763281" y="896386"/>
                </a:cubicBezTo>
                <a:close/>
                <a:moveTo>
                  <a:pt x="4517005" y="865415"/>
                </a:moveTo>
                <a:cubicBezTo>
                  <a:pt x="4493976" y="865415"/>
                  <a:pt x="4502104" y="896366"/>
                  <a:pt x="4508877" y="911169"/>
                </a:cubicBezTo>
                <a:cubicBezTo>
                  <a:pt x="4548161" y="950196"/>
                  <a:pt x="4572545" y="857340"/>
                  <a:pt x="4517005" y="865415"/>
                </a:cubicBezTo>
                <a:close/>
                <a:moveTo>
                  <a:pt x="3684610" y="834324"/>
                </a:moveTo>
                <a:cubicBezTo>
                  <a:pt x="3669742" y="834324"/>
                  <a:pt x="3653522" y="857238"/>
                  <a:pt x="3669742" y="865326"/>
                </a:cubicBezTo>
                <a:cubicBezTo>
                  <a:pt x="3692720" y="919242"/>
                  <a:pt x="3740028" y="834324"/>
                  <a:pt x="3684610" y="834324"/>
                </a:cubicBezTo>
                <a:close/>
                <a:moveTo>
                  <a:pt x="4039260" y="811486"/>
                </a:moveTo>
                <a:cubicBezTo>
                  <a:pt x="4006687" y="803373"/>
                  <a:pt x="4014830" y="834472"/>
                  <a:pt x="4031117" y="849345"/>
                </a:cubicBezTo>
                <a:cubicBezTo>
                  <a:pt x="4062334" y="911543"/>
                  <a:pt x="4132910" y="935882"/>
                  <a:pt x="4155983" y="989967"/>
                </a:cubicBezTo>
                <a:cubicBezTo>
                  <a:pt x="4172270" y="1052165"/>
                  <a:pt x="4242846" y="1067039"/>
                  <a:pt x="4274063" y="1113011"/>
                </a:cubicBezTo>
                <a:cubicBezTo>
                  <a:pt x="4305279" y="1191435"/>
                  <a:pt x="4344639" y="1268506"/>
                  <a:pt x="4367712" y="1353690"/>
                </a:cubicBezTo>
                <a:cubicBezTo>
                  <a:pt x="4431502" y="1469974"/>
                  <a:pt x="4454575" y="1602482"/>
                  <a:pt x="4485792" y="1734991"/>
                </a:cubicBezTo>
                <a:cubicBezTo>
                  <a:pt x="4493935" y="1835049"/>
                  <a:pt x="4556368" y="1912120"/>
                  <a:pt x="4579441" y="2013530"/>
                </a:cubicBezTo>
                <a:cubicBezTo>
                  <a:pt x="4603872" y="2052742"/>
                  <a:pt x="4533295" y="2090601"/>
                  <a:pt x="4564512" y="2129813"/>
                </a:cubicBezTo>
                <a:cubicBezTo>
                  <a:pt x="4603872" y="2129813"/>
                  <a:pt x="4650018" y="2152799"/>
                  <a:pt x="4658162" y="2192011"/>
                </a:cubicBezTo>
                <a:cubicBezTo>
                  <a:pt x="4674448" y="2285308"/>
                  <a:pt x="4720595" y="2370493"/>
                  <a:pt x="4697521" y="2463790"/>
                </a:cubicBezTo>
                <a:cubicBezTo>
                  <a:pt x="4658162" y="2503001"/>
                  <a:pt x="4697521" y="2557087"/>
                  <a:pt x="4713808" y="2588186"/>
                </a:cubicBezTo>
                <a:cubicBezTo>
                  <a:pt x="4713808" y="2626045"/>
                  <a:pt x="4745025" y="2688243"/>
                  <a:pt x="4784385" y="2650384"/>
                </a:cubicBezTo>
                <a:cubicBezTo>
                  <a:pt x="4815601" y="2603059"/>
                  <a:pt x="4838674" y="2681483"/>
                  <a:pt x="4869891" y="2681483"/>
                </a:cubicBezTo>
                <a:cubicBezTo>
                  <a:pt x="4901107" y="2603059"/>
                  <a:pt x="4869891" y="2509762"/>
                  <a:pt x="4861747" y="2424578"/>
                </a:cubicBezTo>
                <a:cubicBezTo>
                  <a:pt x="4894321" y="2347506"/>
                  <a:pt x="4861747" y="2269083"/>
                  <a:pt x="4838674" y="2192011"/>
                </a:cubicBezTo>
                <a:cubicBezTo>
                  <a:pt x="4838674" y="2114940"/>
                  <a:pt x="4815601" y="2036516"/>
                  <a:pt x="4776241" y="1974318"/>
                </a:cubicBezTo>
                <a:cubicBezTo>
                  <a:pt x="4736881" y="1858035"/>
                  <a:pt x="4658162" y="1757977"/>
                  <a:pt x="4618801" y="1648455"/>
                </a:cubicBezTo>
                <a:cubicBezTo>
                  <a:pt x="4572655" y="1563271"/>
                  <a:pt x="4556368" y="1469974"/>
                  <a:pt x="4525152" y="1384789"/>
                </a:cubicBezTo>
                <a:cubicBezTo>
                  <a:pt x="4493935" y="1268506"/>
                  <a:pt x="4375856" y="1214421"/>
                  <a:pt x="4336496" y="1106250"/>
                </a:cubicBezTo>
                <a:cubicBezTo>
                  <a:pt x="4336496" y="1067039"/>
                  <a:pt x="4328352" y="1027827"/>
                  <a:pt x="4288992" y="1012953"/>
                </a:cubicBezTo>
                <a:cubicBezTo>
                  <a:pt x="4226559" y="989967"/>
                  <a:pt x="4313423" y="942642"/>
                  <a:pt x="4288992" y="911543"/>
                </a:cubicBezTo>
                <a:cubicBezTo>
                  <a:pt x="4250990" y="873684"/>
                  <a:pt x="4203486" y="919656"/>
                  <a:pt x="4155983" y="927769"/>
                </a:cubicBezTo>
                <a:cubicBezTo>
                  <a:pt x="4141053" y="873684"/>
                  <a:pt x="4101693" y="818246"/>
                  <a:pt x="4039260" y="811486"/>
                </a:cubicBezTo>
                <a:close/>
                <a:moveTo>
                  <a:pt x="3496951" y="763692"/>
                </a:moveTo>
                <a:cubicBezTo>
                  <a:pt x="3457496" y="802862"/>
                  <a:pt x="3511916" y="864993"/>
                  <a:pt x="3520079" y="904163"/>
                </a:cubicBezTo>
                <a:cubicBezTo>
                  <a:pt x="3543208" y="856889"/>
                  <a:pt x="3536405" y="794757"/>
                  <a:pt x="3496951" y="763692"/>
                </a:cubicBezTo>
                <a:close/>
                <a:moveTo>
                  <a:pt x="3418041" y="694844"/>
                </a:moveTo>
                <a:cubicBezTo>
                  <a:pt x="3362260" y="686709"/>
                  <a:pt x="3370423" y="726028"/>
                  <a:pt x="3394912" y="757211"/>
                </a:cubicBezTo>
                <a:cubicBezTo>
                  <a:pt x="3394912" y="780258"/>
                  <a:pt x="3418041" y="849404"/>
                  <a:pt x="3449333" y="803307"/>
                </a:cubicBezTo>
                <a:cubicBezTo>
                  <a:pt x="3418041" y="772124"/>
                  <a:pt x="3457496" y="717893"/>
                  <a:pt x="3418041" y="694844"/>
                </a:cubicBezTo>
                <a:close/>
                <a:moveTo>
                  <a:pt x="866176" y="686879"/>
                </a:moveTo>
                <a:cubicBezTo>
                  <a:pt x="874323" y="678773"/>
                  <a:pt x="921849" y="709845"/>
                  <a:pt x="898765" y="717951"/>
                </a:cubicBezTo>
                <a:cubicBezTo>
                  <a:pt x="834945" y="749023"/>
                  <a:pt x="788777" y="786850"/>
                  <a:pt x="741251" y="826027"/>
                </a:cubicBezTo>
                <a:cubicBezTo>
                  <a:pt x="733104" y="848994"/>
                  <a:pt x="693725" y="919243"/>
                  <a:pt x="686935" y="865205"/>
                </a:cubicBezTo>
                <a:cubicBezTo>
                  <a:pt x="710019" y="780095"/>
                  <a:pt x="788777" y="726056"/>
                  <a:pt x="866176" y="686879"/>
                </a:cubicBezTo>
                <a:close/>
                <a:moveTo>
                  <a:pt x="1806908" y="623646"/>
                </a:moveTo>
                <a:cubicBezTo>
                  <a:pt x="1812154" y="622567"/>
                  <a:pt x="1818255" y="622758"/>
                  <a:pt x="1825227" y="624619"/>
                </a:cubicBezTo>
                <a:cubicBezTo>
                  <a:pt x="1864682" y="624619"/>
                  <a:pt x="1848356" y="686896"/>
                  <a:pt x="1817064" y="695019"/>
                </a:cubicBezTo>
                <a:cubicBezTo>
                  <a:pt x="1775398" y="700942"/>
                  <a:pt x="1770190" y="631198"/>
                  <a:pt x="1806908" y="623646"/>
                </a:cubicBezTo>
                <a:close/>
                <a:moveTo>
                  <a:pt x="4092954" y="485127"/>
                </a:moveTo>
                <a:cubicBezTo>
                  <a:pt x="4053511" y="485127"/>
                  <a:pt x="4069832" y="516232"/>
                  <a:pt x="4076633" y="539223"/>
                </a:cubicBezTo>
                <a:cubicBezTo>
                  <a:pt x="4124236" y="655526"/>
                  <a:pt x="4282009" y="663641"/>
                  <a:pt x="4352734" y="756954"/>
                </a:cubicBezTo>
                <a:cubicBezTo>
                  <a:pt x="4367695" y="779945"/>
                  <a:pt x="4438421" y="786706"/>
                  <a:pt x="4431620" y="748840"/>
                </a:cubicBezTo>
                <a:cubicBezTo>
                  <a:pt x="4313291" y="663641"/>
                  <a:pt x="4226244" y="539223"/>
                  <a:pt x="4092954" y="485127"/>
                </a:cubicBezTo>
                <a:close/>
                <a:moveTo>
                  <a:pt x="3135600" y="197445"/>
                </a:moveTo>
                <a:cubicBezTo>
                  <a:pt x="3104331" y="190692"/>
                  <a:pt x="3112488" y="236610"/>
                  <a:pt x="3135600" y="236610"/>
                </a:cubicBezTo>
                <a:cubicBezTo>
                  <a:pt x="3189981" y="236610"/>
                  <a:pt x="3189981" y="290633"/>
                  <a:pt x="3214452" y="329799"/>
                </a:cubicBezTo>
                <a:cubicBezTo>
                  <a:pt x="3260676" y="344656"/>
                  <a:pt x="3260676" y="267674"/>
                  <a:pt x="3245721" y="244714"/>
                </a:cubicBezTo>
                <a:cubicBezTo>
                  <a:pt x="3198138" y="259570"/>
                  <a:pt x="3166869" y="213651"/>
                  <a:pt x="3135600" y="197445"/>
                </a:cubicBezTo>
                <a:close/>
                <a:moveTo>
                  <a:pt x="3033862" y="197441"/>
                </a:moveTo>
                <a:cubicBezTo>
                  <a:pt x="2978189" y="190692"/>
                  <a:pt x="2884495" y="221742"/>
                  <a:pt x="2899432" y="298691"/>
                </a:cubicBezTo>
                <a:cubicBezTo>
                  <a:pt x="2955105" y="321641"/>
                  <a:pt x="3025715" y="313541"/>
                  <a:pt x="3073241" y="283841"/>
                </a:cubicBezTo>
                <a:cubicBezTo>
                  <a:pt x="3119409" y="252791"/>
                  <a:pt x="3073241" y="197441"/>
                  <a:pt x="3033862" y="197441"/>
                </a:cubicBezTo>
                <a:close/>
                <a:moveTo>
                  <a:pt x="3370960" y="190291"/>
                </a:moveTo>
                <a:cubicBezTo>
                  <a:pt x="3300357" y="205202"/>
                  <a:pt x="3356025" y="306871"/>
                  <a:pt x="3410335" y="298737"/>
                </a:cubicBezTo>
                <a:cubicBezTo>
                  <a:pt x="3457856" y="313649"/>
                  <a:pt x="3457856" y="213336"/>
                  <a:pt x="3497230" y="252648"/>
                </a:cubicBezTo>
                <a:cubicBezTo>
                  <a:pt x="3504019" y="313649"/>
                  <a:pt x="3575980" y="306871"/>
                  <a:pt x="3622143" y="321782"/>
                </a:cubicBezTo>
                <a:cubicBezTo>
                  <a:pt x="3661518" y="384139"/>
                  <a:pt x="3787789" y="392272"/>
                  <a:pt x="3802724" y="306871"/>
                </a:cubicBezTo>
                <a:cubicBezTo>
                  <a:pt x="3779642" y="236381"/>
                  <a:pt x="3692746" y="244514"/>
                  <a:pt x="3638436" y="221469"/>
                </a:cubicBezTo>
                <a:cubicBezTo>
                  <a:pt x="3551540" y="174024"/>
                  <a:pt x="3457856" y="228248"/>
                  <a:pt x="3370960" y="190291"/>
                </a:cubicBezTo>
                <a:close/>
                <a:moveTo>
                  <a:pt x="3347272" y="0"/>
                </a:moveTo>
                <a:cubicBezTo>
                  <a:pt x="3480373" y="0"/>
                  <a:pt x="3614832" y="16229"/>
                  <a:pt x="3747934" y="39221"/>
                </a:cubicBezTo>
                <a:cubicBezTo>
                  <a:pt x="4022285" y="62212"/>
                  <a:pt x="4234160" y="248851"/>
                  <a:pt x="4454184" y="388153"/>
                </a:cubicBezTo>
                <a:cubicBezTo>
                  <a:pt x="4579136" y="465243"/>
                  <a:pt x="4682358" y="574792"/>
                  <a:pt x="4752983" y="699217"/>
                </a:cubicBezTo>
                <a:cubicBezTo>
                  <a:pt x="4886084" y="877740"/>
                  <a:pt x="5019185" y="1056264"/>
                  <a:pt x="5106108" y="1264541"/>
                </a:cubicBezTo>
                <a:cubicBezTo>
                  <a:pt x="5176733" y="1397082"/>
                  <a:pt x="5247358" y="1529622"/>
                  <a:pt x="5278596" y="1668924"/>
                </a:cubicBezTo>
                <a:cubicBezTo>
                  <a:pt x="5357370" y="2002980"/>
                  <a:pt x="5380459" y="2343798"/>
                  <a:pt x="5380459" y="2677853"/>
                </a:cubicBezTo>
                <a:cubicBezTo>
                  <a:pt x="5372310" y="2871254"/>
                  <a:pt x="5372310" y="3080884"/>
                  <a:pt x="5301685" y="3267522"/>
                </a:cubicBezTo>
                <a:cubicBezTo>
                  <a:pt x="5262298" y="3352726"/>
                  <a:pt x="5247358" y="3454160"/>
                  <a:pt x="5216120" y="3546127"/>
                </a:cubicBezTo>
                <a:cubicBezTo>
                  <a:pt x="5191673" y="3601577"/>
                  <a:pt x="5191673" y="3670552"/>
                  <a:pt x="5160435" y="3732765"/>
                </a:cubicBezTo>
                <a:cubicBezTo>
                  <a:pt x="5019185" y="3911289"/>
                  <a:pt x="4894233" y="4112804"/>
                  <a:pt x="4736685" y="4283213"/>
                </a:cubicBezTo>
                <a:cubicBezTo>
                  <a:pt x="4705447" y="4322434"/>
                  <a:pt x="4649761" y="4291328"/>
                  <a:pt x="4618523" y="4322434"/>
                </a:cubicBezTo>
                <a:cubicBezTo>
                  <a:pt x="4572345" y="4376532"/>
                  <a:pt x="4541107" y="4446860"/>
                  <a:pt x="4477273" y="4477966"/>
                </a:cubicBezTo>
                <a:cubicBezTo>
                  <a:pt x="4383559" y="4532064"/>
                  <a:pt x="4329232" y="4625383"/>
                  <a:pt x="4234160" y="4671367"/>
                </a:cubicBezTo>
                <a:cubicBezTo>
                  <a:pt x="4124148" y="4718702"/>
                  <a:pt x="4030434" y="4795792"/>
                  <a:pt x="3920422" y="4835013"/>
                </a:cubicBezTo>
                <a:cubicBezTo>
                  <a:pt x="3771022" y="4880996"/>
                  <a:pt x="3629772" y="4943209"/>
                  <a:pt x="3472224" y="4974316"/>
                </a:cubicBezTo>
                <a:cubicBezTo>
                  <a:pt x="3434195" y="4997307"/>
                  <a:pt x="3401599" y="4959439"/>
                  <a:pt x="3449135" y="4943209"/>
                </a:cubicBezTo>
                <a:cubicBezTo>
                  <a:pt x="3472224" y="4912103"/>
                  <a:pt x="3544207" y="4905341"/>
                  <a:pt x="3527909" y="4849890"/>
                </a:cubicBezTo>
                <a:cubicBezTo>
                  <a:pt x="3440986" y="4858005"/>
                  <a:pt x="3363570" y="4905341"/>
                  <a:pt x="3276647" y="4912103"/>
                </a:cubicBezTo>
                <a:cubicBezTo>
                  <a:pt x="3229111" y="4928332"/>
                  <a:pt x="3189724" y="4905341"/>
                  <a:pt x="3151695" y="4897226"/>
                </a:cubicBezTo>
                <a:cubicBezTo>
                  <a:pt x="3112308" y="4905341"/>
                  <a:pt x="3072921" y="4959439"/>
                  <a:pt x="3041683" y="4905341"/>
                </a:cubicBezTo>
                <a:cubicBezTo>
                  <a:pt x="3033534" y="4880996"/>
                  <a:pt x="3009087" y="4812021"/>
                  <a:pt x="2971058" y="4843128"/>
                </a:cubicBezTo>
                <a:cubicBezTo>
                  <a:pt x="2971058" y="4889111"/>
                  <a:pt x="2915373" y="4889111"/>
                  <a:pt x="2884135" y="4905341"/>
                </a:cubicBezTo>
                <a:cubicBezTo>
                  <a:pt x="2852897" y="4943209"/>
                  <a:pt x="2805360" y="4912103"/>
                  <a:pt x="2765973" y="4905341"/>
                </a:cubicBezTo>
                <a:cubicBezTo>
                  <a:pt x="2719796" y="4880996"/>
                  <a:pt x="2719796" y="4943209"/>
                  <a:pt x="2688557" y="4943209"/>
                </a:cubicBezTo>
                <a:cubicBezTo>
                  <a:pt x="2649170" y="4905341"/>
                  <a:pt x="2711646" y="4874234"/>
                  <a:pt x="2734735" y="4849890"/>
                </a:cubicBezTo>
                <a:cubicBezTo>
                  <a:pt x="2782272" y="4812021"/>
                  <a:pt x="2751034" y="4756571"/>
                  <a:pt x="2703497" y="4749809"/>
                </a:cubicBezTo>
                <a:cubicBezTo>
                  <a:pt x="2655961" y="4741694"/>
                  <a:pt x="2641021" y="4695711"/>
                  <a:pt x="2632872" y="4656490"/>
                </a:cubicBezTo>
                <a:cubicBezTo>
                  <a:pt x="2609783" y="4602391"/>
                  <a:pt x="2554098" y="4664604"/>
                  <a:pt x="2514711" y="4664604"/>
                </a:cubicBezTo>
                <a:cubicBezTo>
                  <a:pt x="2429146" y="4702473"/>
                  <a:pt x="2334074" y="4671367"/>
                  <a:pt x="2256658" y="4633498"/>
                </a:cubicBezTo>
                <a:cubicBezTo>
                  <a:pt x="2200973" y="4617268"/>
                  <a:pt x="2146646" y="4594277"/>
                  <a:pt x="2099110" y="4579400"/>
                </a:cubicBezTo>
                <a:cubicBezTo>
                  <a:pt x="2028485" y="4602391"/>
                  <a:pt x="1934771" y="4579400"/>
                  <a:pt x="1903533" y="4509072"/>
                </a:cubicBezTo>
                <a:cubicBezTo>
                  <a:pt x="1903533" y="4454974"/>
                  <a:pt x="1879086" y="4384647"/>
                  <a:pt x="1816610" y="4384647"/>
                </a:cubicBezTo>
                <a:cubicBezTo>
                  <a:pt x="1754134" y="4384647"/>
                  <a:pt x="1754134" y="4307557"/>
                  <a:pt x="1714747" y="4283213"/>
                </a:cubicBezTo>
                <a:cubicBezTo>
                  <a:pt x="1675359" y="4268336"/>
                  <a:pt x="1652271" y="4237230"/>
                  <a:pt x="1619674" y="4206123"/>
                </a:cubicBezTo>
                <a:cubicBezTo>
                  <a:pt x="1557198" y="4183131"/>
                  <a:pt x="1502871" y="4135796"/>
                  <a:pt x="1486574" y="4066821"/>
                </a:cubicBezTo>
                <a:cubicBezTo>
                  <a:pt x="1494723" y="4012723"/>
                  <a:pt x="1440396" y="3996493"/>
                  <a:pt x="1401009" y="3973502"/>
                </a:cubicBezTo>
                <a:cubicBezTo>
                  <a:pt x="1353473" y="3950510"/>
                  <a:pt x="1345324" y="3903174"/>
                  <a:pt x="1322234" y="3872068"/>
                </a:cubicBezTo>
                <a:cubicBezTo>
                  <a:pt x="1266550" y="3840961"/>
                  <a:pt x="1251609" y="3771986"/>
                  <a:pt x="1220372" y="3724651"/>
                </a:cubicBezTo>
                <a:cubicBezTo>
                  <a:pt x="1212223" y="3686782"/>
                  <a:pt x="1149746" y="3655676"/>
                  <a:pt x="1149746" y="3709774"/>
                </a:cubicBezTo>
                <a:cubicBezTo>
                  <a:pt x="1164686" y="3740880"/>
                  <a:pt x="1110360" y="3771986"/>
                  <a:pt x="1133448" y="3786863"/>
                </a:cubicBezTo>
                <a:cubicBezTo>
                  <a:pt x="1180985" y="3826084"/>
                  <a:pt x="1133448" y="3888297"/>
                  <a:pt x="1164686" y="3919403"/>
                </a:cubicBezTo>
                <a:cubicBezTo>
                  <a:pt x="1189134" y="3903174"/>
                  <a:pt x="1235311" y="3880182"/>
                  <a:pt x="1243460" y="3927518"/>
                </a:cubicBezTo>
                <a:cubicBezTo>
                  <a:pt x="1220372" y="3965387"/>
                  <a:pt x="1235311" y="4012723"/>
                  <a:pt x="1282848" y="4019485"/>
                </a:cubicBezTo>
                <a:cubicBezTo>
                  <a:pt x="1337174" y="4027600"/>
                  <a:pt x="1297788" y="4074935"/>
                  <a:pt x="1274699" y="4089812"/>
                </a:cubicBezTo>
                <a:cubicBezTo>
                  <a:pt x="1266550" y="4143910"/>
                  <a:pt x="1212223" y="4120919"/>
                  <a:pt x="1195925" y="4089812"/>
                </a:cubicBezTo>
                <a:cubicBezTo>
                  <a:pt x="1189134" y="4043829"/>
                  <a:pt x="1141597" y="4043829"/>
                  <a:pt x="1149746" y="4089812"/>
                </a:cubicBezTo>
                <a:cubicBezTo>
                  <a:pt x="1156537" y="4120919"/>
                  <a:pt x="1118509" y="4183131"/>
                  <a:pt x="1172836" y="4191246"/>
                </a:cubicBezTo>
                <a:cubicBezTo>
                  <a:pt x="1227162" y="4166902"/>
                  <a:pt x="1266550" y="4237230"/>
                  <a:pt x="1243460" y="4276451"/>
                </a:cubicBezTo>
                <a:cubicBezTo>
                  <a:pt x="1204074" y="4314319"/>
                  <a:pt x="1156537" y="4260221"/>
                  <a:pt x="1125299" y="4245344"/>
                </a:cubicBezTo>
                <a:cubicBezTo>
                  <a:pt x="1054674" y="4206123"/>
                  <a:pt x="1023437" y="4129033"/>
                  <a:pt x="960960" y="4081698"/>
                </a:cubicBezTo>
                <a:cubicBezTo>
                  <a:pt x="905276" y="3988379"/>
                  <a:pt x="859097" y="3896412"/>
                  <a:pt x="780323" y="3826084"/>
                </a:cubicBezTo>
                <a:cubicBezTo>
                  <a:pt x="732786" y="3780101"/>
                  <a:pt x="717847" y="3724651"/>
                  <a:pt x="693400" y="3662438"/>
                </a:cubicBezTo>
                <a:cubicBezTo>
                  <a:pt x="607835" y="3608340"/>
                  <a:pt x="599685" y="3492029"/>
                  <a:pt x="584745" y="3398710"/>
                </a:cubicBezTo>
                <a:cubicBezTo>
                  <a:pt x="552149" y="3321620"/>
                  <a:pt x="552149" y="3236416"/>
                  <a:pt x="545358" y="3157973"/>
                </a:cubicBezTo>
                <a:cubicBezTo>
                  <a:pt x="529060" y="3088998"/>
                  <a:pt x="497822" y="3026786"/>
                  <a:pt x="497822" y="2949696"/>
                </a:cubicBezTo>
                <a:cubicBezTo>
                  <a:pt x="512763" y="2871254"/>
                  <a:pt x="489673" y="2786049"/>
                  <a:pt x="458435" y="2715722"/>
                </a:cubicBezTo>
                <a:cubicBezTo>
                  <a:pt x="427197" y="2669739"/>
                  <a:pt x="474733" y="2646747"/>
                  <a:pt x="505971" y="2638632"/>
                </a:cubicBezTo>
                <a:cubicBezTo>
                  <a:pt x="505971" y="2584534"/>
                  <a:pt x="497822" y="2530436"/>
                  <a:pt x="505971" y="2476338"/>
                </a:cubicBezTo>
                <a:cubicBezTo>
                  <a:pt x="529060" y="2366789"/>
                  <a:pt x="505971" y="2258593"/>
                  <a:pt x="529060" y="2150397"/>
                </a:cubicBezTo>
                <a:cubicBezTo>
                  <a:pt x="537209" y="2094947"/>
                  <a:pt x="591536" y="2080070"/>
                  <a:pt x="622774" y="2040849"/>
                </a:cubicBezTo>
                <a:cubicBezTo>
                  <a:pt x="647221" y="1978636"/>
                  <a:pt x="647221" y="1901546"/>
                  <a:pt x="662161" y="1831218"/>
                </a:cubicBezTo>
                <a:cubicBezTo>
                  <a:pt x="725996" y="1762243"/>
                  <a:pt x="732786" y="1668924"/>
                  <a:pt x="764024" y="1583720"/>
                </a:cubicBezTo>
                <a:cubicBezTo>
                  <a:pt x="780323" y="1498515"/>
                  <a:pt x="859097" y="1459294"/>
                  <a:pt x="890335" y="1382205"/>
                </a:cubicBezTo>
                <a:cubicBezTo>
                  <a:pt x="905276" y="1311877"/>
                  <a:pt x="969109" y="1280771"/>
                  <a:pt x="1008497" y="1226673"/>
                </a:cubicBezTo>
                <a:cubicBezTo>
                  <a:pt x="1015288" y="1195566"/>
                  <a:pt x="1062823" y="1133354"/>
                  <a:pt x="1079121" y="1187452"/>
                </a:cubicBezTo>
                <a:cubicBezTo>
                  <a:pt x="1110360" y="1172575"/>
                  <a:pt x="1110360" y="1141468"/>
                  <a:pt x="1125299" y="1110362"/>
                </a:cubicBezTo>
                <a:cubicBezTo>
                  <a:pt x="1156537" y="1071141"/>
                  <a:pt x="1180985" y="1125239"/>
                  <a:pt x="1180985" y="1156345"/>
                </a:cubicBezTo>
                <a:cubicBezTo>
                  <a:pt x="1195925" y="1203681"/>
                  <a:pt x="1243460" y="1187452"/>
                  <a:pt x="1282848" y="1203681"/>
                </a:cubicBezTo>
                <a:cubicBezTo>
                  <a:pt x="1297788" y="1241550"/>
                  <a:pt x="1251609" y="1288886"/>
                  <a:pt x="1212223" y="1303763"/>
                </a:cubicBezTo>
                <a:cubicBezTo>
                  <a:pt x="1172836" y="1334869"/>
                  <a:pt x="1141597" y="1280771"/>
                  <a:pt x="1102211" y="1280771"/>
                </a:cubicBezTo>
                <a:cubicBezTo>
                  <a:pt x="1054674" y="1319992"/>
                  <a:pt x="1141597" y="1334869"/>
                  <a:pt x="1141597" y="1357861"/>
                </a:cubicBezTo>
                <a:cubicBezTo>
                  <a:pt x="1133448" y="1384910"/>
                  <a:pt x="1121564" y="1412297"/>
                  <a:pt x="1106794" y="1437656"/>
                </a:cubicBezTo>
                <a:lnTo>
                  <a:pt x="1105337" y="1439546"/>
                </a:lnTo>
                <a:lnTo>
                  <a:pt x="1102047" y="1435471"/>
                </a:lnTo>
                <a:cubicBezTo>
                  <a:pt x="1098296" y="1433254"/>
                  <a:pt x="1093089" y="1431927"/>
                  <a:pt x="1086146" y="1431927"/>
                </a:cubicBezTo>
                <a:cubicBezTo>
                  <a:pt x="1071244" y="1431927"/>
                  <a:pt x="1063118" y="1446754"/>
                  <a:pt x="1063118" y="1462929"/>
                </a:cubicBezTo>
                <a:cubicBezTo>
                  <a:pt x="1065997" y="1469669"/>
                  <a:pt x="1069383" y="1474239"/>
                  <a:pt x="1072997" y="1477077"/>
                </a:cubicBezTo>
                <a:lnTo>
                  <a:pt x="1075712" y="1477983"/>
                </a:lnTo>
                <a:lnTo>
                  <a:pt x="1054674" y="1505278"/>
                </a:lnTo>
                <a:cubicBezTo>
                  <a:pt x="1023437" y="1529622"/>
                  <a:pt x="1047883" y="1575605"/>
                  <a:pt x="1000348" y="1559376"/>
                </a:cubicBezTo>
                <a:cubicBezTo>
                  <a:pt x="992198" y="1606712"/>
                  <a:pt x="944662" y="1629703"/>
                  <a:pt x="952811" y="1668924"/>
                </a:cubicBezTo>
                <a:cubicBezTo>
                  <a:pt x="977258" y="1723022"/>
                  <a:pt x="921574" y="1677039"/>
                  <a:pt x="898484" y="1691916"/>
                </a:cubicBezTo>
                <a:cubicBezTo>
                  <a:pt x="827860" y="1731137"/>
                  <a:pt x="811561" y="1824456"/>
                  <a:pt x="842800" y="1893431"/>
                </a:cubicBezTo>
                <a:cubicBezTo>
                  <a:pt x="867246" y="1932653"/>
                  <a:pt x="842800" y="2002980"/>
                  <a:pt x="796621" y="1971874"/>
                </a:cubicBezTo>
                <a:cubicBezTo>
                  <a:pt x="757235" y="1932653"/>
                  <a:pt x="725996" y="1994865"/>
                  <a:pt x="709697" y="2025972"/>
                </a:cubicBezTo>
                <a:cubicBezTo>
                  <a:pt x="670310" y="2034087"/>
                  <a:pt x="662161" y="2080070"/>
                  <a:pt x="678459" y="2111176"/>
                </a:cubicBezTo>
                <a:cubicBezTo>
                  <a:pt x="732786" y="2165274"/>
                  <a:pt x="670310" y="2242364"/>
                  <a:pt x="686608" y="2304577"/>
                </a:cubicBezTo>
                <a:cubicBezTo>
                  <a:pt x="717847" y="2358675"/>
                  <a:pt x="693400" y="2429002"/>
                  <a:pt x="662161" y="2483100"/>
                </a:cubicBezTo>
                <a:cubicBezTo>
                  <a:pt x="647221" y="2584534"/>
                  <a:pt x="647221" y="2684616"/>
                  <a:pt x="647221" y="2794164"/>
                </a:cubicBezTo>
                <a:cubicBezTo>
                  <a:pt x="647221" y="2894245"/>
                  <a:pt x="678459" y="2995679"/>
                  <a:pt x="693400" y="3097113"/>
                </a:cubicBezTo>
                <a:cubicBezTo>
                  <a:pt x="701549" y="3174203"/>
                  <a:pt x="709697" y="3259407"/>
                  <a:pt x="757235" y="3329735"/>
                </a:cubicBezTo>
                <a:cubicBezTo>
                  <a:pt x="780323" y="3454160"/>
                  <a:pt x="842800" y="3570471"/>
                  <a:pt x="890335" y="3686782"/>
                </a:cubicBezTo>
                <a:cubicBezTo>
                  <a:pt x="944662" y="3748995"/>
                  <a:pt x="921574" y="3849076"/>
                  <a:pt x="977258" y="3911289"/>
                </a:cubicBezTo>
                <a:cubicBezTo>
                  <a:pt x="1023437" y="3927518"/>
                  <a:pt x="1047883" y="3996493"/>
                  <a:pt x="1102211" y="3988379"/>
                </a:cubicBezTo>
                <a:cubicBezTo>
                  <a:pt x="1118509" y="3903174"/>
                  <a:pt x="1031586" y="3849076"/>
                  <a:pt x="1000348" y="3771986"/>
                </a:cubicBezTo>
                <a:cubicBezTo>
                  <a:pt x="992198" y="3701659"/>
                  <a:pt x="952811" y="3639446"/>
                  <a:pt x="913425" y="3585348"/>
                </a:cubicBezTo>
                <a:cubicBezTo>
                  <a:pt x="882186" y="3531250"/>
                  <a:pt x="890335" y="3477152"/>
                  <a:pt x="882186" y="3414939"/>
                </a:cubicBezTo>
                <a:cubicBezTo>
                  <a:pt x="859097" y="3336497"/>
                  <a:pt x="834651" y="3251293"/>
                  <a:pt x="834651" y="3166088"/>
                </a:cubicBezTo>
                <a:cubicBezTo>
                  <a:pt x="811561" y="3088998"/>
                  <a:pt x="819710" y="3010556"/>
                  <a:pt x="827860" y="2933467"/>
                </a:cubicBezTo>
                <a:cubicBezTo>
                  <a:pt x="850948" y="2894245"/>
                  <a:pt x="867246" y="2987565"/>
                  <a:pt x="898484" y="2956458"/>
                </a:cubicBezTo>
                <a:cubicBezTo>
                  <a:pt x="937872" y="2856377"/>
                  <a:pt x="944662" y="2740066"/>
                  <a:pt x="952811" y="2630517"/>
                </a:cubicBezTo>
                <a:cubicBezTo>
                  <a:pt x="937872" y="2576419"/>
                  <a:pt x="977258" y="2537198"/>
                  <a:pt x="984049" y="2483100"/>
                </a:cubicBezTo>
                <a:cubicBezTo>
                  <a:pt x="969109" y="2406011"/>
                  <a:pt x="969109" y="2320806"/>
                  <a:pt x="1000348" y="2242364"/>
                </a:cubicBezTo>
                <a:cubicBezTo>
                  <a:pt x="1062823" y="2048964"/>
                  <a:pt x="1102211" y="1855563"/>
                  <a:pt x="1189134" y="1668924"/>
                </a:cubicBezTo>
                <a:cubicBezTo>
                  <a:pt x="1220372" y="1567490"/>
                  <a:pt x="1290997" y="1490401"/>
                  <a:pt x="1337174" y="1397082"/>
                </a:cubicBezTo>
                <a:cubicBezTo>
                  <a:pt x="1353473" y="1334869"/>
                  <a:pt x="1440396" y="1295648"/>
                  <a:pt x="1415948" y="1226673"/>
                </a:cubicBezTo>
                <a:cubicBezTo>
                  <a:pt x="1401009" y="1172575"/>
                  <a:pt x="1330383" y="1172575"/>
                  <a:pt x="1322234" y="1117124"/>
                </a:cubicBezTo>
                <a:cubicBezTo>
                  <a:pt x="1345324" y="1079256"/>
                  <a:pt x="1369771" y="1025158"/>
                  <a:pt x="1415948" y="1008928"/>
                </a:cubicBezTo>
                <a:cubicBezTo>
                  <a:pt x="1440396" y="977822"/>
                  <a:pt x="1517812" y="1008928"/>
                  <a:pt x="1478425" y="1048149"/>
                </a:cubicBezTo>
                <a:cubicBezTo>
                  <a:pt x="1424097" y="1048149"/>
                  <a:pt x="1401009" y="1110362"/>
                  <a:pt x="1415948" y="1148231"/>
                </a:cubicBezTo>
                <a:cubicBezTo>
                  <a:pt x="1432246" y="1203681"/>
                  <a:pt x="1486574" y="1164460"/>
                  <a:pt x="1494723" y="1125239"/>
                </a:cubicBezTo>
                <a:cubicBezTo>
                  <a:pt x="1581645" y="1063026"/>
                  <a:pt x="1525960" y="938601"/>
                  <a:pt x="1581645" y="861511"/>
                </a:cubicBezTo>
                <a:cubicBezTo>
                  <a:pt x="1612883" y="846634"/>
                  <a:pt x="1659061" y="830405"/>
                  <a:pt x="1690299" y="799298"/>
                </a:cubicBezTo>
                <a:cubicBezTo>
                  <a:pt x="1745985" y="745200"/>
                  <a:pt x="1816610" y="760077"/>
                  <a:pt x="1879086" y="730323"/>
                </a:cubicBezTo>
                <a:cubicBezTo>
                  <a:pt x="1926622" y="682987"/>
                  <a:pt x="1997247" y="699217"/>
                  <a:pt x="2044783" y="659996"/>
                </a:cubicBezTo>
                <a:cubicBezTo>
                  <a:pt x="2076021" y="628890"/>
                  <a:pt x="2059723" y="574792"/>
                  <a:pt x="2012187" y="582906"/>
                </a:cubicBezTo>
                <a:cubicBezTo>
                  <a:pt x="1949711" y="551800"/>
                  <a:pt x="2028485" y="558562"/>
                  <a:pt x="2051574" y="558562"/>
                </a:cubicBezTo>
                <a:cubicBezTo>
                  <a:pt x="2076021" y="504464"/>
                  <a:pt x="2005396" y="496349"/>
                  <a:pt x="1989098" y="458481"/>
                </a:cubicBezTo>
                <a:cubicBezTo>
                  <a:pt x="2028485" y="427374"/>
                  <a:pt x="2067872" y="419260"/>
                  <a:pt x="2115408" y="404383"/>
                </a:cubicBezTo>
                <a:cubicBezTo>
                  <a:pt x="2177884" y="388153"/>
                  <a:pt x="2263449" y="334055"/>
                  <a:pt x="2319134" y="396268"/>
                </a:cubicBezTo>
                <a:cubicBezTo>
                  <a:pt x="2263449" y="458481"/>
                  <a:pt x="2177884" y="442251"/>
                  <a:pt x="2099110" y="458481"/>
                </a:cubicBezTo>
                <a:cubicBezTo>
                  <a:pt x="2051574" y="489587"/>
                  <a:pt x="2115408" y="543685"/>
                  <a:pt x="2107259" y="582906"/>
                </a:cubicBezTo>
                <a:cubicBezTo>
                  <a:pt x="2146646" y="574792"/>
                  <a:pt x="2161586" y="527456"/>
                  <a:pt x="2192824" y="504464"/>
                </a:cubicBezTo>
                <a:cubicBezTo>
                  <a:pt x="2248509" y="481472"/>
                  <a:pt x="2310985" y="489587"/>
                  <a:pt x="2366670" y="481472"/>
                </a:cubicBezTo>
                <a:cubicBezTo>
                  <a:pt x="2412848" y="496349"/>
                  <a:pt x="2452235" y="450366"/>
                  <a:pt x="2491622" y="427374"/>
                </a:cubicBezTo>
                <a:cubicBezTo>
                  <a:pt x="2570396" y="427374"/>
                  <a:pt x="2609783" y="325941"/>
                  <a:pt x="2688557" y="325941"/>
                </a:cubicBezTo>
                <a:cubicBezTo>
                  <a:pt x="2742884" y="357047"/>
                  <a:pt x="2782272" y="271842"/>
                  <a:pt x="2742884" y="240736"/>
                </a:cubicBezTo>
                <a:cubicBezTo>
                  <a:pt x="2672259" y="232621"/>
                  <a:pt x="2593485" y="209630"/>
                  <a:pt x="2522860" y="209630"/>
                </a:cubicBezTo>
                <a:cubicBezTo>
                  <a:pt x="2319134" y="256965"/>
                  <a:pt x="2107259" y="263728"/>
                  <a:pt x="1926622" y="365162"/>
                </a:cubicBezTo>
                <a:cubicBezTo>
                  <a:pt x="1887235" y="404383"/>
                  <a:pt x="1941562" y="442251"/>
                  <a:pt x="1957860" y="473358"/>
                </a:cubicBezTo>
                <a:cubicBezTo>
                  <a:pt x="1949711" y="527456"/>
                  <a:pt x="1887235" y="504464"/>
                  <a:pt x="1855997" y="520694"/>
                </a:cubicBezTo>
                <a:cubicBezTo>
                  <a:pt x="1816610" y="582906"/>
                  <a:pt x="1729686" y="558562"/>
                  <a:pt x="1675359" y="589669"/>
                </a:cubicBezTo>
                <a:cubicBezTo>
                  <a:pt x="1619674" y="605898"/>
                  <a:pt x="1667210" y="637004"/>
                  <a:pt x="1659061" y="674873"/>
                </a:cubicBezTo>
                <a:cubicBezTo>
                  <a:pt x="1652271" y="722209"/>
                  <a:pt x="1604734" y="722209"/>
                  <a:pt x="1565347" y="705979"/>
                </a:cubicBezTo>
                <a:cubicBezTo>
                  <a:pt x="1478425" y="730323"/>
                  <a:pt x="1407799" y="807413"/>
                  <a:pt x="1314085" y="830405"/>
                </a:cubicBezTo>
                <a:cubicBezTo>
                  <a:pt x="1274699" y="853396"/>
                  <a:pt x="1251609" y="791184"/>
                  <a:pt x="1220372" y="815528"/>
                </a:cubicBezTo>
                <a:cubicBezTo>
                  <a:pt x="1195925" y="846634"/>
                  <a:pt x="1204074" y="915609"/>
                  <a:pt x="1149746" y="900732"/>
                </a:cubicBezTo>
                <a:cubicBezTo>
                  <a:pt x="1133448" y="877740"/>
                  <a:pt x="1141597" y="791184"/>
                  <a:pt x="1102211" y="853396"/>
                </a:cubicBezTo>
                <a:cubicBezTo>
                  <a:pt x="1102211" y="892617"/>
                  <a:pt x="1141597" y="938601"/>
                  <a:pt x="1062823" y="931839"/>
                </a:cubicBezTo>
                <a:cubicBezTo>
                  <a:pt x="1039734" y="915609"/>
                  <a:pt x="960960" y="938601"/>
                  <a:pt x="1008497" y="969707"/>
                </a:cubicBezTo>
                <a:cubicBezTo>
                  <a:pt x="1062823" y="985937"/>
                  <a:pt x="1000348" y="1048149"/>
                  <a:pt x="969109" y="1040035"/>
                </a:cubicBezTo>
                <a:cubicBezTo>
                  <a:pt x="944662" y="985937"/>
                  <a:pt x="913425" y="1040035"/>
                  <a:pt x="913425" y="1071141"/>
                </a:cubicBezTo>
                <a:cubicBezTo>
                  <a:pt x="867246" y="1187452"/>
                  <a:pt x="788472" y="1280771"/>
                  <a:pt x="725996" y="1382205"/>
                </a:cubicBezTo>
                <a:cubicBezTo>
                  <a:pt x="709697" y="1420073"/>
                  <a:pt x="686608" y="1467409"/>
                  <a:pt x="630923" y="1459294"/>
                </a:cubicBezTo>
                <a:cubicBezTo>
                  <a:pt x="584745" y="1451180"/>
                  <a:pt x="607835" y="1505278"/>
                  <a:pt x="615984" y="1521507"/>
                </a:cubicBezTo>
                <a:cubicBezTo>
                  <a:pt x="639072" y="1567490"/>
                  <a:pt x="568447" y="1567490"/>
                  <a:pt x="576596" y="1606712"/>
                </a:cubicBezTo>
                <a:cubicBezTo>
                  <a:pt x="576596" y="1660810"/>
                  <a:pt x="537209" y="1700031"/>
                  <a:pt x="537209" y="1746014"/>
                </a:cubicBezTo>
                <a:cubicBezTo>
                  <a:pt x="537209" y="1800112"/>
                  <a:pt x="474733" y="1808227"/>
                  <a:pt x="442137" y="1824456"/>
                </a:cubicBezTo>
                <a:cubicBezTo>
                  <a:pt x="404108" y="1870440"/>
                  <a:pt x="364721" y="1808227"/>
                  <a:pt x="379661" y="1769006"/>
                </a:cubicBezTo>
                <a:cubicBezTo>
                  <a:pt x="419048" y="1691916"/>
                  <a:pt x="410899" y="1598597"/>
                  <a:pt x="442137" y="1521507"/>
                </a:cubicBezTo>
                <a:cubicBezTo>
                  <a:pt x="458435" y="1459294"/>
                  <a:pt x="529060" y="1443065"/>
                  <a:pt x="529060" y="1382205"/>
                </a:cubicBezTo>
                <a:cubicBezTo>
                  <a:pt x="520912" y="1319992"/>
                  <a:pt x="529060" y="1249664"/>
                  <a:pt x="584745" y="1218558"/>
                </a:cubicBezTo>
                <a:cubicBezTo>
                  <a:pt x="647221" y="1210443"/>
                  <a:pt x="655370" y="1148231"/>
                  <a:pt x="655370" y="1110362"/>
                </a:cubicBezTo>
                <a:cubicBezTo>
                  <a:pt x="686608" y="977822"/>
                  <a:pt x="811561" y="900732"/>
                  <a:pt x="898484" y="815528"/>
                </a:cubicBezTo>
                <a:cubicBezTo>
                  <a:pt x="944662" y="745200"/>
                  <a:pt x="969109" y="659996"/>
                  <a:pt x="1008497" y="589669"/>
                </a:cubicBezTo>
                <a:cubicBezTo>
                  <a:pt x="1164686" y="465243"/>
                  <a:pt x="1369771" y="411145"/>
                  <a:pt x="1565347" y="348932"/>
                </a:cubicBezTo>
                <a:cubicBezTo>
                  <a:pt x="1683509" y="302949"/>
                  <a:pt x="1808461" y="263728"/>
                  <a:pt x="1941562" y="248851"/>
                </a:cubicBezTo>
                <a:cubicBezTo>
                  <a:pt x="2130348" y="217744"/>
                  <a:pt x="2319134" y="201515"/>
                  <a:pt x="2507920" y="139302"/>
                </a:cubicBezTo>
                <a:cubicBezTo>
                  <a:pt x="2624723" y="109548"/>
                  <a:pt x="2774122" y="39221"/>
                  <a:pt x="2884135" y="132540"/>
                </a:cubicBezTo>
                <a:cubicBezTo>
                  <a:pt x="2931671" y="155532"/>
                  <a:pt x="2931671" y="78442"/>
                  <a:pt x="2946611" y="54098"/>
                </a:cubicBezTo>
                <a:cubicBezTo>
                  <a:pt x="3072921" y="-8115"/>
                  <a:pt x="3214171" y="16229"/>
                  <a:pt x="3347272" y="0"/>
                </a:cubicBezTo>
                <a:close/>
              </a:path>
            </a:pathLst>
          </a:custGeom>
          <a:solidFill>
            <a:schemeClr val="bg2">
              <a:lumMod val="95000"/>
              <a:alpha val="70000"/>
            </a:schemeClr>
          </a:solidFill>
        </p:spPr>
        <p:txBody>
          <a:bodyPr vert="horz" lIns="91440" tIns="45720" rIns="91440" bIns="45720" rtlCol="0" anchor="ctr">
            <a:normAutofit/>
          </a:bodyPr>
          <a:lstStyle>
            <a:lvl1pPr marL="0" indent="0" algn="ctr">
              <a:buNone/>
              <a:defRPr lang="en-US" sz="1000">
                <a:solidFill>
                  <a:schemeClr val="tx1">
                    <a:lumMod val="60000"/>
                    <a:lumOff val="40000"/>
                  </a:schemeClr>
                </a:solidFill>
                <a:latin typeface="Century Gothic" panose="020B0502020202020204" pitchFamily="34" charset="0"/>
              </a:defRPr>
            </a:lvl1pPr>
          </a:lstStyle>
          <a:p>
            <a:pPr marL="114300" lvl="0" indent="-114300"/>
            <a:r>
              <a:rPr lang="es-MX"/>
              <a:t>Haz clic en el icono para agregar una imagen</a:t>
            </a:r>
            <a:endParaRPr lang="en-US"/>
          </a:p>
        </p:txBody>
      </p:sp>
      <p:sp>
        <p:nvSpPr>
          <p:cNvPr id="13" name="Line">
            <a:extLst>
              <a:ext uri="{FF2B5EF4-FFF2-40B4-BE49-F238E27FC236}">
                <a16:creationId xmlns:a16="http://schemas.microsoft.com/office/drawing/2014/main" id="{443BF884-BCC1-E743-91D0-560BAFC0851D}"/>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4" name="Marcador de texto 15">
            <a:extLst>
              <a:ext uri="{FF2B5EF4-FFF2-40B4-BE49-F238E27FC236}">
                <a16:creationId xmlns:a16="http://schemas.microsoft.com/office/drawing/2014/main" id="{95E93259-2B52-0A49-9C93-5DF3AA5E7A71}"/>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15" name="Slide Number Placeholder 5">
            <a:extLst>
              <a:ext uri="{FF2B5EF4-FFF2-40B4-BE49-F238E27FC236}">
                <a16:creationId xmlns:a16="http://schemas.microsoft.com/office/drawing/2014/main" id="{9A18D23E-FDC1-B348-9D30-61C89A2EB78B}"/>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5470452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ido No. 04">
    <p:spTree>
      <p:nvGrpSpPr>
        <p:cNvPr id="1" name=""/>
        <p:cNvGrpSpPr/>
        <p:nvPr/>
      </p:nvGrpSpPr>
      <p:grpSpPr>
        <a:xfrm>
          <a:off x="0" y="0"/>
          <a:ext cx="0" cy="0"/>
          <a:chOff x="0" y="0"/>
          <a:chExt cx="0" cy="0"/>
        </a:xfrm>
      </p:grpSpPr>
      <p:sp>
        <p:nvSpPr>
          <p:cNvPr id="43" name="Marcador de posición de imagen 42">
            <a:extLst>
              <a:ext uri="{FF2B5EF4-FFF2-40B4-BE49-F238E27FC236}">
                <a16:creationId xmlns:a16="http://schemas.microsoft.com/office/drawing/2014/main" id="{0848F1A1-CD2F-3142-A9D9-577E5B17E6CF}"/>
              </a:ext>
            </a:extLst>
          </p:cNvPr>
          <p:cNvSpPr>
            <a:spLocks noGrp="1"/>
          </p:cNvSpPr>
          <p:nvPr>
            <p:ph type="pic" sz="quarter" idx="15"/>
          </p:nvPr>
        </p:nvSpPr>
        <p:spPr>
          <a:xfrm>
            <a:off x="371445" y="1880828"/>
            <a:ext cx="2782275" cy="200660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24" name="Triangle">
            <a:extLst>
              <a:ext uri="{FF2B5EF4-FFF2-40B4-BE49-F238E27FC236}">
                <a16:creationId xmlns:a16="http://schemas.microsoft.com/office/drawing/2014/main" id="{61CC3A41-55FE-424C-8A6F-F51E986A6809}"/>
              </a:ext>
            </a:extLst>
          </p:cNvPr>
          <p:cNvSpPr/>
          <p:nvPr userDrawn="1"/>
        </p:nvSpPr>
        <p:spPr>
          <a:xfrm rot="10800000">
            <a:off x="2544080" y="1880828"/>
            <a:ext cx="609640" cy="584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chemeClr val="accent3"/>
          </a:solidFill>
          <a:ln w="12700">
            <a:miter lim="400000"/>
          </a:ln>
        </p:spPr>
        <p:txBody>
          <a:bodyPr lIns="60960" tIns="60960" rIns="60960" bIns="60960" anchor="t"/>
          <a:lstStyle/>
          <a:p>
            <a:pPr algn="ctr">
              <a:defRPr>
                <a:solidFill>
                  <a:schemeClr val="accent1">
                    <a:hueOff val="-3278742"/>
                    <a:satOff val="8509"/>
                    <a:lumOff val="39215"/>
                  </a:schemeClr>
                </a:solidFill>
              </a:defRPr>
            </a:pPr>
            <a:endParaRPr sz="900">
              <a:latin typeface="Century Gothic" panose="020B0502020202020204" pitchFamily="34" charset="0"/>
            </a:endParaRPr>
          </a:p>
        </p:txBody>
      </p:sp>
      <p:sp>
        <p:nvSpPr>
          <p:cNvPr id="25" name="01">
            <a:extLst>
              <a:ext uri="{FF2B5EF4-FFF2-40B4-BE49-F238E27FC236}">
                <a16:creationId xmlns:a16="http://schemas.microsoft.com/office/drawing/2014/main" id="{3E419914-F172-A640-84D5-F7C9D81C2087}"/>
              </a:ext>
            </a:extLst>
          </p:cNvPr>
          <p:cNvSpPr txBox="1"/>
          <p:nvPr userDrawn="1"/>
        </p:nvSpPr>
        <p:spPr>
          <a:xfrm>
            <a:off x="2815808" y="1876595"/>
            <a:ext cx="337913" cy="353943"/>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60960" tIns="60960" rIns="60960" bIns="60960" anchor="t">
            <a:spAutoFit/>
          </a:bodyPr>
          <a:lstStyle>
            <a:lvl1pPr algn="r">
              <a:spcBef>
                <a:spcPts val="800"/>
              </a:spcBef>
              <a:defRPr sz="3000" b="1">
                <a:solidFill>
                  <a:schemeClr val="accent1">
                    <a:hueOff val="-3278742"/>
                    <a:satOff val="8509"/>
                    <a:lumOff val="39215"/>
                  </a:schemeClr>
                </a:solidFill>
              </a:defRPr>
            </a:lvl1pPr>
          </a:lstStyle>
          <a:p>
            <a:r>
              <a:rPr sz="1500">
                <a:solidFill>
                  <a:schemeClr val="bg1"/>
                </a:solidFill>
                <a:latin typeface="Century Gothic" panose="020B0502020202020204" pitchFamily="34" charset="0"/>
              </a:rPr>
              <a:t>01</a:t>
            </a:r>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582" y="4005263"/>
            <a:ext cx="2752904" cy="395846"/>
          </a:xfrm>
          <a:prstGeom prst="rect">
            <a:avLst/>
          </a:prstGeom>
        </p:spPr>
        <p:txBody>
          <a:bodyPr anchor="t"/>
          <a:lstStyle>
            <a:lvl1pPr marL="0" indent="0">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386582" y="4419290"/>
            <a:ext cx="2752904" cy="243632"/>
          </a:xfrm>
          <a:prstGeom prst="rect">
            <a:avLst/>
          </a:prstGeom>
        </p:spPr>
        <p:txBody>
          <a:bodyPr anchor="t"/>
          <a:lstStyle>
            <a:lvl1pPr marL="0" indent="0">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8" name="Marcador de texto 45">
            <a:extLst>
              <a:ext uri="{FF2B5EF4-FFF2-40B4-BE49-F238E27FC236}">
                <a16:creationId xmlns:a16="http://schemas.microsoft.com/office/drawing/2014/main" id="{694668BB-ABCB-F242-9927-BC13883D4333}"/>
              </a:ext>
            </a:extLst>
          </p:cNvPr>
          <p:cNvSpPr>
            <a:spLocks noGrp="1"/>
          </p:cNvSpPr>
          <p:nvPr>
            <p:ph type="body" sz="quarter" idx="18" hasCustomPrompt="1"/>
          </p:nvPr>
        </p:nvSpPr>
        <p:spPr>
          <a:xfrm>
            <a:off x="386582" y="4737597"/>
            <a:ext cx="2752904" cy="625823"/>
          </a:xfrm>
          <a:prstGeom prst="rect">
            <a:avLst/>
          </a:prstGeom>
        </p:spPr>
        <p:txBody>
          <a:bodyPr lIns="0" tIns="0" rIns="0" bIns="0" anchor="t"/>
          <a:lstStyle>
            <a:lvl1pPr marL="0" inden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49" name="Marcador de posición de imagen 42">
            <a:extLst>
              <a:ext uri="{FF2B5EF4-FFF2-40B4-BE49-F238E27FC236}">
                <a16:creationId xmlns:a16="http://schemas.microsoft.com/office/drawing/2014/main" id="{C554FD9C-65B6-AE4E-AF56-CCBD422D1344}"/>
              </a:ext>
            </a:extLst>
          </p:cNvPr>
          <p:cNvSpPr>
            <a:spLocks noGrp="1"/>
          </p:cNvSpPr>
          <p:nvPr>
            <p:ph type="pic" sz="quarter" idx="19"/>
          </p:nvPr>
        </p:nvSpPr>
        <p:spPr>
          <a:xfrm>
            <a:off x="3254533" y="1880828"/>
            <a:ext cx="2782275" cy="200660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0" name="Triangle">
            <a:extLst>
              <a:ext uri="{FF2B5EF4-FFF2-40B4-BE49-F238E27FC236}">
                <a16:creationId xmlns:a16="http://schemas.microsoft.com/office/drawing/2014/main" id="{0FF06A7E-898F-D54F-8EC0-2BB29407BA20}"/>
              </a:ext>
            </a:extLst>
          </p:cNvPr>
          <p:cNvSpPr/>
          <p:nvPr userDrawn="1"/>
        </p:nvSpPr>
        <p:spPr>
          <a:xfrm rot="10800000">
            <a:off x="5427168" y="1880828"/>
            <a:ext cx="609640" cy="584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chemeClr val="accent4"/>
          </a:solidFill>
          <a:ln w="12700">
            <a:miter lim="400000"/>
          </a:ln>
        </p:spPr>
        <p:txBody>
          <a:bodyPr lIns="60960" tIns="60960" rIns="60960" bIns="60960" anchor="t"/>
          <a:lstStyle/>
          <a:p>
            <a:pPr algn="ctr">
              <a:defRPr>
                <a:solidFill>
                  <a:schemeClr val="accent1">
                    <a:hueOff val="-3278742"/>
                    <a:satOff val="8509"/>
                    <a:lumOff val="39215"/>
                  </a:schemeClr>
                </a:solidFill>
              </a:defRPr>
            </a:pPr>
            <a:endParaRPr sz="900">
              <a:latin typeface="Century Gothic" panose="020B0502020202020204" pitchFamily="34" charset="0"/>
            </a:endParaRPr>
          </a:p>
        </p:txBody>
      </p:sp>
      <p:sp>
        <p:nvSpPr>
          <p:cNvPr id="51" name="01">
            <a:extLst>
              <a:ext uri="{FF2B5EF4-FFF2-40B4-BE49-F238E27FC236}">
                <a16:creationId xmlns:a16="http://schemas.microsoft.com/office/drawing/2014/main" id="{00CE6AA2-3662-8640-860F-F863F88A95DC}"/>
              </a:ext>
            </a:extLst>
          </p:cNvPr>
          <p:cNvSpPr txBox="1"/>
          <p:nvPr userDrawn="1"/>
        </p:nvSpPr>
        <p:spPr>
          <a:xfrm>
            <a:off x="5698895" y="1876595"/>
            <a:ext cx="337913" cy="353943"/>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60960" tIns="60960" rIns="60960" bIns="60960" anchor="t">
            <a:spAutoFit/>
          </a:bodyPr>
          <a:lstStyle>
            <a:lvl1pPr algn="r">
              <a:spcBef>
                <a:spcPts val="800"/>
              </a:spcBef>
              <a:defRPr sz="3000" b="1">
                <a:solidFill>
                  <a:schemeClr val="accent1">
                    <a:hueOff val="-3278742"/>
                    <a:satOff val="8509"/>
                    <a:lumOff val="39215"/>
                  </a:schemeClr>
                </a:solidFill>
              </a:defRPr>
            </a:lvl1pPr>
          </a:lstStyle>
          <a:p>
            <a:r>
              <a:rPr lang="en-US" sz="1500">
                <a:solidFill>
                  <a:schemeClr val="bg1"/>
                </a:solidFill>
                <a:latin typeface="Century Gothic" panose="020B0502020202020204" pitchFamily="34" charset="0"/>
              </a:rPr>
              <a:t>02</a:t>
            </a:r>
            <a:endParaRPr sz="1500">
              <a:solidFill>
                <a:schemeClr val="bg1"/>
              </a:solidFill>
              <a:latin typeface="Century Gothic" panose="020B0502020202020204" pitchFamily="34" charset="0"/>
            </a:endParaRPr>
          </a:p>
        </p:txBody>
      </p:sp>
      <p:sp>
        <p:nvSpPr>
          <p:cNvPr id="52" name="Marcador de texto 45">
            <a:extLst>
              <a:ext uri="{FF2B5EF4-FFF2-40B4-BE49-F238E27FC236}">
                <a16:creationId xmlns:a16="http://schemas.microsoft.com/office/drawing/2014/main" id="{E3DCC50F-4061-934E-BD27-96982E4FBB26}"/>
              </a:ext>
            </a:extLst>
          </p:cNvPr>
          <p:cNvSpPr>
            <a:spLocks noGrp="1"/>
          </p:cNvSpPr>
          <p:nvPr>
            <p:ph type="body" sz="quarter" idx="20" hasCustomPrompt="1"/>
          </p:nvPr>
        </p:nvSpPr>
        <p:spPr>
          <a:xfrm>
            <a:off x="3269669" y="4005263"/>
            <a:ext cx="2752904" cy="395846"/>
          </a:xfrm>
          <a:prstGeom prst="rect">
            <a:avLst/>
          </a:prstGeom>
        </p:spPr>
        <p:txBody>
          <a:bodyPr anchor="t"/>
          <a:lstStyle>
            <a:lvl1pPr marL="0" indent="0">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3" name="Marcador de texto 45">
            <a:extLst>
              <a:ext uri="{FF2B5EF4-FFF2-40B4-BE49-F238E27FC236}">
                <a16:creationId xmlns:a16="http://schemas.microsoft.com/office/drawing/2014/main" id="{42FD668C-1226-134A-BEBC-D46A5BC2EA6F}"/>
              </a:ext>
            </a:extLst>
          </p:cNvPr>
          <p:cNvSpPr>
            <a:spLocks noGrp="1"/>
          </p:cNvSpPr>
          <p:nvPr>
            <p:ph type="body" sz="quarter" idx="21" hasCustomPrompt="1"/>
          </p:nvPr>
        </p:nvSpPr>
        <p:spPr>
          <a:xfrm>
            <a:off x="3269669" y="4419290"/>
            <a:ext cx="2752904" cy="243632"/>
          </a:xfrm>
          <a:prstGeom prst="rect">
            <a:avLst/>
          </a:prstGeom>
        </p:spPr>
        <p:txBody>
          <a:bodyPr anchor="t"/>
          <a:lstStyle>
            <a:lvl1pPr marL="0" indent="0">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4" name="Marcador de texto 45">
            <a:extLst>
              <a:ext uri="{FF2B5EF4-FFF2-40B4-BE49-F238E27FC236}">
                <a16:creationId xmlns:a16="http://schemas.microsoft.com/office/drawing/2014/main" id="{9211D20E-497D-2945-8B14-18049208964F}"/>
              </a:ext>
            </a:extLst>
          </p:cNvPr>
          <p:cNvSpPr>
            <a:spLocks noGrp="1"/>
          </p:cNvSpPr>
          <p:nvPr>
            <p:ph type="body" sz="quarter" idx="22" hasCustomPrompt="1"/>
          </p:nvPr>
        </p:nvSpPr>
        <p:spPr>
          <a:xfrm>
            <a:off x="3269669" y="4737597"/>
            <a:ext cx="2752904" cy="625823"/>
          </a:xfrm>
          <a:prstGeom prst="rect">
            <a:avLst/>
          </a:prstGeom>
        </p:spPr>
        <p:txBody>
          <a:bodyPr lIns="0" tIns="0" rIns="0" bIns="0" anchor="t"/>
          <a:lstStyle>
            <a:lvl1pPr marL="0" inden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55" name="Marcador de posición de imagen 42">
            <a:extLst>
              <a:ext uri="{FF2B5EF4-FFF2-40B4-BE49-F238E27FC236}">
                <a16:creationId xmlns:a16="http://schemas.microsoft.com/office/drawing/2014/main" id="{67D31FDB-EAE3-7441-9656-C4DDB112011C}"/>
              </a:ext>
            </a:extLst>
          </p:cNvPr>
          <p:cNvSpPr>
            <a:spLocks noGrp="1"/>
          </p:cNvSpPr>
          <p:nvPr>
            <p:ph type="pic" sz="quarter" idx="23"/>
          </p:nvPr>
        </p:nvSpPr>
        <p:spPr>
          <a:xfrm>
            <a:off x="6156672" y="1880828"/>
            <a:ext cx="2782275" cy="200660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6" name="Triangle">
            <a:extLst>
              <a:ext uri="{FF2B5EF4-FFF2-40B4-BE49-F238E27FC236}">
                <a16:creationId xmlns:a16="http://schemas.microsoft.com/office/drawing/2014/main" id="{52702C25-A1F6-3149-8912-B6B5F090415C}"/>
              </a:ext>
            </a:extLst>
          </p:cNvPr>
          <p:cNvSpPr/>
          <p:nvPr userDrawn="1"/>
        </p:nvSpPr>
        <p:spPr>
          <a:xfrm rot="10800000">
            <a:off x="8329306" y="1880828"/>
            <a:ext cx="609640" cy="584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chemeClr val="accent2"/>
          </a:solidFill>
          <a:ln w="12700">
            <a:miter lim="400000"/>
          </a:ln>
        </p:spPr>
        <p:txBody>
          <a:bodyPr lIns="60960" tIns="60960" rIns="60960" bIns="60960" anchor="t"/>
          <a:lstStyle/>
          <a:p>
            <a:pPr algn="ctr">
              <a:defRPr>
                <a:solidFill>
                  <a:schemeClr val="accent1">
                    <a:hueOff val="-3278742"/>
                    <a:satOff val="8509"/>
                    <a:lumOff val="39215"/>
                  </a:schemeClr>
                </a:solidFill>
              </a:defRPr>
            </a:pPr>
            <a:endParaRPr sz="900">
              <a:latin typeface="Century Gothic" panose="020B0502020202020204" pitchFamily="34" charset="0"/>
            </a:endParaRPr>
          </a:p>
        </p:txBody>
      </p:sp>
      <p:sp>
        <p:nvSpPr>
          <p:cNvPr id="57" name="01">
            <a:extLst>
              <a:ext uri="{FF2B5EF4-FFF2-40B4-BE49-F238E27FC236}">
                <a16:creationId xmlns:a16="http://schemas.microsoft.com/office/drawing/2014/main" id="{1E3EA5FE-58B7-7549-A305-37B2CBB5ED43}"/>
              </a:ext>
            </a:extLst>
          </p:cNvPr>
          <p:cNvSpPr txBox="1"/>
          <p:nvPr userDrawn="1"/>
        </p:nvSpPr>
        <p:spPr>
          <a:xfrm>
            <a:off x="8601034" y="1876595"/>
            <a:ext cx="337913" cy="353943"/>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60960" tIns="60960" rIns="60960" bIns="60960" anchor="t">
            <a:spAutoFit/>
          </a:bodyPr>
          <a:lstStyle>
            <a:lvl1pPr algn="r">
              <a:spcBef>
                <a:spcPts val="800"/>
              </a:spcBef>
              <a:defRPr sz="3000" b="1">
                <a:solidFill>
                  <a:schemeClr val="accent1">
                    <a:hueOff val="-3278742"/>
                    <a:satOff val="8509"/>
                    <a:lumOff val="39215"/>
                  </a:schemeClr>
                </a:solidFill>
              </a:defRPr>
            </a:lvl1pPr>
          </a:lstStyle>
          <a:p>
            <a:r>
              <a:rPr lang="en-US" sz="1500">
                <a:solidFill>
                  <a:schemeClr val="bg1"/>
                </a:solidFill>
                <a:latin typeface="Century Gothic" panose="020B0502020202020204" pitchFamily="34" charset="0"/>
              </a:rPr>
              <a:t>03</a:t>
            </a:r>
            <a:endParaRPr sz="1500">
              <a:solidFill>
                <a:schemeClr val="bg1"/>
              </a:solidFill>
              <a:latin typeface="Century Gothic" panose="020B0502020202020204" pitchFamily="34" charset="0"/>
            </a:endParaRPr>
          </a:p>
        </p:txBody>
      </p:sp>
      <p:sp>
        <p:nvSpPr>
          <p:cNvPr id="58" name="Marcador de texto 45">
            <a:extLst>
              <a:ext uri="{FF2B5EF4-FFF2-40B4-BE49-F238E27FC236}">
                <a16:creationId xmlns:a16="http://schemas.microsoft.com/office/drawing/2014/main" id="{4EE6D53B-C526-7F45-ABEB-CD967E7C1E03}"/>
              </a:ext>
            </a:extLst>
          </p:cNvPr>
          <p:cNvSpPr>
            <a:spLocks noGrp="1"/>
          </p:cNvSpPr>
          <p:nvPr>
            <p:ph type="body" sz="quarter" idx="24" hasCustomPrompt="1"/>
          </p:nvPr>
        </p:nvSpPr>
        <p:spPr>
          <a:xfrm>
            <a:off x="6171808" y="4005263"/>
            <a:ext cx="2752904" cy="395846"/>
          </a:xfrm>
          <a:prstGeom prst="rect">
            <a:avLst/>
          </a:prstGeom>
        </p:spPr>
        <p:txBody>
          <a:bodyPr anchor="t"/>
          <a:lstStyle>
            <a:lvl1pPr marL="0" indent="0">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9" name="Marcador de texto 45">
            <a:extLst>
              <a:ext uri="{FF2B5EF4-FFF2-40B4-BE49-F238E27FC236}">
                <a16:creationId xmlns:a16="http://schemas.microsoft.com/office/drawing/2014/main" id="{4331FA5E-C9BB-F14C-A785-72F5549151C6}"/>
              </a:ext>
            </a:extLst>
          </p:cNvPr>
          <p:cNvSpPr>
            <a:spLocks noGrp="1"/>
          </p:cNvSpPr>
          <p:nvPr>
            <p:ph type="body" sz="quarter" idx="25" hasCustomPrompt="1"/>
          </p:nvPr>
        </p:nvSpPr>
        <p:spPr>
          <a:xfrm>
            <a:off x="6171808" y="4419290"/>
            <a:ext cx="2752904" cy="243632"/>
          </a:xfrm>
          <a:prstGeom prst="rect">
            <a:avLst/>
          </a:prstGeom>
        </p:spPr>
        <p:txBody>
          <a:bodyPr anchor="t"/>
          <a:lstStyle>
            <a:lvl1pPr marL="0" indent="0">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0" name="Marcador de texto 45">
            <a:extLst>
              <a:ext uri="{FF2B5EF4-FFF2-40B4-BE49-F238E27FC236}">
                <a16:creationId xmlns:a16="http://schemas.microsoft.com/office/drawing/2014/main" id="{AE37D71F-2985-DF4C-9944-B7F133F37E4A}"/>
              </a:ext>
            </a:extLst>
          </p:cNvPr>
          <p:cNvSpPr>
            <a:spLocks noGrp="1"/>
          </p:cNvSpPr>
          <p:nvPr>
            <p:ph type="body" sz="quarter" idx="26" hasCustomPrompt="1"/>
          </p:nvPr>
        </p:nvSpPr>
        <p:spPr>
          <a:xfrm>
            <a:off x="6171808" y="4737597"/>
            <a:ext cx="2752904" cy="625823"/>
          </a:xfrm>
          <a:prstGeom prst="rect">
            <a:avLst/>
          </a:prstGeom>
        </p:spPr>
        <p:txBody>
          <a:bodyPr lIns="0" tIns="0" rIns="0" bIns="0" anchor="t"/>
          <a:lstStyle>
            <a:lvl1pPr marL="0" inden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61" name="Marcador de posición de imagen 42">
            <a:extLst>
              <a:ext uri="{FF2B5EF4-FFF2-40B4-BE49-F238E27FC236}">
                <a16:creationId xmlns:a16="http://schemas.microsoft.com/office/drawing/2014/main" id="{D4EE1FA1-DD5C-2244-8C96-6914FAA62048}"/>
              </a:ext>
            </a:extLst>
          </p:cNvPr>
          <p:cNvSpPr>
            <a:spLocks noGrp="1"/>
          </p:cNvSpPr>
          <p:nvPr>
            <p:ph type="pic" sz="quarter" idx="27"/>
          </p:nvPr>
        </p:nvSpPr>
        <p:spPr>
          <a:xfrm>
            <a:off x="9046110" y="1880828"/>
            <a:ext cx="2782275" cy="200660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62" name="Triangle">
            <a:extLst>
              <a:ext uri="{FF2B5EF4-FFF2-40B4-BE49-F238E27FC236}">
                <a16:creationId xmlns:a16="http://schemas.microsoft.com/office/drawing/2014/main" id="{00AAFC34-3839-BD44-918F-98AF8D8B81A6}"/>
              </a:ext>
            </a:extLst>
          </p:cNvPr>
          <p:cNvSpPr/>
          <p:nvPr userDrawn="1"/>
        </p:nvSpPr>
        <p:spPr>
          <a:xfrm rot="10800000">
            <a:off x="11218744" y="1880828"/>
            <a:ext cx="609640" cy="584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chemeClr val="bg2">
              <a:lumMod val="50000"/>
            </a:schemeClr>
          </a:solidFill>
          <a:ln w="12700">
            <a:miter lim="400000"/>
          </a:ln>
        </p:spPr>
        <p:txBody>
          <a:bodyPr lIns="60960" tIns="60960" rIns="60960" bIns="60960" anchor="t"/>
          <a:lstStyle/>
          <a:p>
            <a:pPr algn="ctr">
              <a:defRPr>
                <a:solidFill>
                  <a:schemeClr val="accent1">
                    <a:hueOff val="-3278742"/>
                    <a:satOff val="8509"/>
                    <a:lumOff val="39215"/>
                  </a:schemeClr>
                </a:solidFill>
              </a:defRPr>
            </a:pPr>
            <a:endParaRPr sz="900">
              <a:latin typeface="Century Gothic" panose="020B0502020202020204" pitchFamily="34" charset="0"/>
            </a:endParaRPr>
          </a:p>
        </p:txBody>
      </p:sp>
      <p:sp>
        <p:nvSpPr>
          <p:cNvPr id="63" name="01">
            <a:extLst>
              <a:ext uri="{FF2B5EF4-FFF2-40B4-BE49-F238E27FC236}">
                <a16:creationId xmlns:a16="http://schemas.microsoft.com/office/drawing/2014/main" id="{C76B0BAE-B823-4346-A97A-A1C1659DFCCC}"/>
              </a:ext>
            </a:extLst>
          </p:cNvPr>
          <p:cNvSpPr txBox="1"/>
          <p:nvPr userDrawn="1"/>
        </p:nvSpPr>
        <p:spPr>
          <a:xfrm>
            <a:off x="11490472" y="1876595"/>
            <a:ext cx="337913" cy="353943"/>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60960" tIns="60960" rIns="60960" bIns="60960" anchor="t">
            <a:spAutoFit/>
          </a:bodyPr>
          <a:lstStyle>
            <a:lvl1pPr algn="r">
              <a:spcBef>
                <a:spcPts val="800"/>
              </a:spcBef>
              <a:defRPr sz="3000" b="1">
                <a:solidFill>
                  <a:schemeClr val="accent1">
                    <a:hueOff val="-3278742"/>
                    <a:satOff val="8509"/>
                    <a:lumOff val="39215"/>
                  </a:schemeClr>
                </a:solidFill>
              </a:defRPr>
            </a:lvl1pPr>
          </a:lstStyle>
          <a:p>
            <a:r>
              <a:rPr lang="en-US" sz="1500">
                <a:solidFill>
                  <a:schemeClr val="bg1"/>
                </a:solidFill>
                <a:latin typeface="Century Gothic" panose="020B0502020202020204" pitchFamily="34" charset="0"/>
              </a:rPr>
              <a:t>04</a:t>
            </a:r>
            <a:endParaRPr sz="1500">
              <a:solidFill>
                <a:schemeClr val="bg1"/>
              </a:solidFill>
              <a:latin typeface="Century Gothic" panose="020B0502020202020204" pitchFamily="34" charset="0"/>
            </a:endParaRPr>
          </a:p>
        </p:txBody>
      </p:sp>
      <p:sp>
        <p:nvSpPr>
          <p:cNvPr id="64" name="Marcador de texto 45">
            <a:extLst>
              <a:ext uri="{FF2B5EF4-FFF2-40B4-BE49-F238E27FC236}">
                <a16:creationId xmlns:a16="http://schemas.microsoft.com/office/drawing/2014/main" id="{68DFEABF-6625-904B-A795-E8CC2D74E23B}"/>
              </a:ext>
            </a:extLst>
          </p:cNvPr>
          <p:cNvSpPr>
            <a:spLocks noGrp="1"/>
          </p:cNvSpPr>
          <p:nvPr>
            <p:ph type="body" sz="quarter" idx="28" hasCustomPrompt="1"/>
          </p:nvPr>
        </p:nvSpPr>
        <p:spPr>
          <a:xfrm>
            <a:off x="9061246" y="4005263"/>
            <a:ext cx="2752904" cy="395846"/>
          </a:xfrm>
          <a:prstGeom prst="rect">
            <a:avLst/>
          </a:prstGeom>
        </p:spPr>
        <p:txBody>
          <a:bodyPr anchor="t"/>
          <a:lstStyle>
            <a:lvl1pPr marL="0" indent="0">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5" name="Marcador de texto 45">
            <a:extLst>
              <a:ext uri="{FF2B5EF4-FFF2-40B4-BE49-F238E27FC236}">
                <a16:creationId xmlns:a16="http://schemas.microsoft.com/office/drawing/2014/main" id="{5D217419-88C5-FF44-A089-99186808F8CF}"/>
              </a:ext>
            </a:extLst>
          </p:cNvPr>
          <p:cNvSpPr>
            <a:spLocks noGrp="1"/>
          </p:cNvSpPr>
          <p:nvPr>
            <p:ph type="body" sz="quarter" idx="29" hasCustomPrompt="1"/>
          </p:nvPr>
        </p:nvSpPr>
        <p:spPr>
          <a:xfrm>
            <a:off x="9061246" y="4419290"/>
            <a:ext cx="2752904" cy="243632"/>
          </a:xfrm>
          <a:prstGeom prst="rect">
            <a:avLst/>
          </a:prstGeom>
        </p:spPr>
        <p:txBody>
          <a:bodyPr anchor="t"/>
          <a:lstStyle>
            <a:lvl1pPr marL="0" indent="0">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6" name="Marcador de texto 45">
            <a:extLst>
              <a:ext uri="{FF2B5EF4-FFF2-40B4-BE49-F238E27FC236}">
                <a16:creationId xmlns:a16="http://schemas.microsoft.com/office/drawing/2014/main" id="{0693B687-CB62-474A-9BC4-15AB5B4AC34F}"/>
              </a:ext>
            </a:extLst>
          </p:cNvPr>
          <p:cNvSpPr>
            <a:spLocks noGrp="1"/>
          </p:cNvSpPr>
          <p:nvPr>
            <p:ph type="body" sz="quarter" idx="30" hasCustomPrompt="1"/>
          </p:nvPr>
        </p:nvSpPr>
        <p:spPr>
          <a:xfrm>
            <a:off x="9061246" y="4737597"/>
            <a:ext cx="2752904" cy="625823"/>
          </a:xfrm>
          <a:prstGeom prst="rect">
            <a:avLst/>
          </a:prstGeom>
        </p:spPr>
        <p:txBody>
          <a:bodyPr lIns="0" tIns="0" rIns="0" bIns="0" anchor="t"/>
          <a:lstStyle>
            <a:lvl1pPr marL="0" inden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28" name="Line">
            <a:extLst>
              <a:ext uri="{FF2B5EF4-FFF2-40B4-BE49-F238E27FC236}">
                <a16:creationId xmlns:a16="http://schemas.microsoft.com/office/drawing/2014/main" id="{64AB237C-4233-3945-9A6E-10DA4637BB5F}"/>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9" name="Marcador de texto 15">
            <a:extLst>
              <a:ext uri="{FF2B5EF4-FFF2-40B4-BE49-F238E27FC236}">
                <a16:creationId xmlns:a16="http://schemas.microsoft.com/office/drawing/2014/main" id="{D42DA5EB-A813-5C4F-BC9A-B5F05D57E225}"/>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0" name="Slide Number Placeholder 5">
            <a:extLst>
              <a:ext uri="{FF2B5EF4-FFF2-40B4-BE49-F238E27FC236}">
                <a16:creationId xmlns:a16="http://schemas.microsoft.com/office/drawing/2014/main" id="{8DA74D26-D4BF-A246-83C8-C56D68FE5105}"/>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43398333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ido No. 05">
    <p:spTree>
      <p:nvGrpSpPr>
        <p:cNvPr id="1" name=""/>
        <p:cNvGrpSpPr/>
        <p:nvPr/>
      </p:nvGrpSpPr>
      <p:grpSpPr>
        <a:xfrm>
          <a:off x="0" y="0"/>
          <a:ext cx="0" cy="0"/>
          <a:chOff x="0" y="0"/>
          <a:chExt cx="0" cy="0"/>
        </a:xfrm>
      </p:grpSpPr>
      <p:sp>
        <p:nvSpPr>
          <p:cNvPr id="43" name="Marcador de posición de imagen 42">
            <a:extLst>
              <a:ext uri="{FF2B5EF4-FFF2-40B4-BE49-F238E27FC236}">
                <a16:creationId xmlns:a16="http://schemas.microsoft.com/office/drawing/2014/main" id="{0848F1A1-CD2F-3142-A9D9-577E5B17E6CF}"/>
              </a:ext>
            </a:extLst>
          </p:cNvPr>
          <p:cNvSpPr>
            <a:spLocks noGrp="1"/>
          </p:cNvSpPr>
          <p:nvPr>
            <p:ph type="pic" sz="quarter" idx="15"/>
          </p:nvPr>
        </p:nvSpPr>
        <p:spPr>
          <a:xfrm>
            <a:off x="629062" y="1880828"/>
            <a:ext cx="2267945" cy="2268328"/>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582" y="4329100"/>
            <a:ext cx="2752904" cy="395846"/>
          </a:xfrm>
          <a:prstGeom prst="rect">
            <a:avLst/>
          </a:prstGeom>
        </p:spPr>
        <p:txBody>
          <a:bodyPr anchor="t"/>
          <a:lstStyle>
            <a:lvl1pPr marL="0" indent="0" algn="ctr">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386582" y="4743127"/>
            <a:ext cx="2752904" cy="243632"/>
          </a:xfrm>
          <a:prstGeom prst="rect">
            <a:avLst/>
          </a:prstGeom>
        </p:spPr>
        <p:txBody>
          <a:bodyPr anchor="t"/>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8" name="Marcador de texto 45">
            <a:extLst>
              <a:ext uri="{FF2B5EF4-FFF2-40B4-BE49-F238E27FC236}">
                <a16:creationId xmlns:a16="http://schemas.microsoft.com/office/drawing/2014/main" id="{694668BB-ABCB-F242-9927-BC13883D4333}"/>
              </a:ext>
            </a:extLst>
          </p:cNvPr>
          <p:cNvSpPr>
            <a:spLocks noGrp="1"/>
          </p:cNvSpPr>
          <p:nvPr>
            <p:ph type="body" sz="quarter" idx="18" hasCustomPrompt="1"/>
          </p:nvPr>
        </p:nvSpPr>
        <p:spPr>
          <a:xfrm>
            <a:off x="386582" y="5061435"/>
            <a:ext cx="2752904" cy="625823"/>
          </a:xfrm>
          <a:prstGeom prst="rect">
            <a:avLst/>
          </a:prstGeom>
        </p:spPr>
        <p:txBody>
          <a:bodyPr lIns="0" tIns="0" rIns="0" bIns="0" anchor="t"/>
          <a:lstStyle>
            <a:lvl1pPr marL="0" indent="0" algn="ctr">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29" name="Marcador de posición de imagen 42">
            <a:extLst>
              <a:ext uri="{FF2B5EF4-FFF2-40B4-BE49-F238E27FC236}">
                <a16:creationId xmlns:a16="http://schemas.microsoft.com/office/drawing/2014/main" id="{0AF41225-ECC9-714D-900C-A0C4373E70FE}"/>
              </a:ext>
            </a:extLst>
          </p:cNvPr>
          <p:cNvSpPr>
            <a:spLocks noGrp="1"/>
          </p:cNvSpPr>
          <p:nvPr>
            <p:ph type="pic" sz="quarter" idx="19"/>
          </p:nvPr>
        </p:nvSpPr>
        <p:spPr>
          <a:xfrm>
            <a:off x="3518500" y="1880828"/>
            <a:ext cx="2267945" cy="2268328"/>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0" name="Marcador de texto 45">
            <a:extLst>
              <a:ext uri="{FF2B5EF4-FFF2-40B4-BE49-F238E27FC236}">
                <a16:creationId xmlns:a16="http://schemas.microsoft.com/office/drawing/2014/main" id="{E6084A81-E018-A343-A59C-15C61EFEF3BB}"/>
              </a:ext>
            </a:extLst>
          </p:cNvPr>
          <p:cNvSpPr>
            <a:spLocks noGrp="1"/>
          </p:cNvSpPr>
          <p:nvPr>
            <p:ph type="body" sz="quarter" idx="20" hasCustomPrompt="1"/>
          </p:nvPr>
        </p:nvSpPr>
        <p:spPr>
          <a:xfrm>
            <a:off x="3276020" y="4329100"/>
            <a:ext cx="2752904" cy="395846"/>
          </a:xfrm>
          <a:prstGeom prst="rect">
            <a:avLst/>
          </a:prstGeom>
        </p:spPr>
        <p:txBody>
          <a:bodyPr anchor="t"/>
          <a:lstStyle>
            <a:lvl1pPr marL="0" indent="0" algn="ctr">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1" name="Marcador de texto 45">
            <a:extLst>
              <a:ext uri="{FF2B5EF4-FFF2-40B4-BE49-F238E27FC236}">
                <a16:creationId xmlns:a16="http://schemas.microsoft.com/office/drawing/2014/main" id="{FD372586-0D90-F347-B9AE-F6EB2593A09A}"/>
              </a:ext>
            </a:extLst>
          </p:cNvPr>
          <p:cNvSpPr>
            <a:spLocks noGrp="1"/>
          </p:cNvSpPr>
          <p:nvPr>
            <p:ph type="body" sz="quarter" idx="21" hasCustomPrompt="1"/>
          </p:nvPr>
        </p:nvSpPr>
        <p:spPr>
          <a:xfrm>
            <a:off x="3276020" y="4743127"/>
            <a:ext cx="2752904" cy="243632"/>
          </a:xfrm>
          <a:prstGeom prst="rect">
            <a:avLst/>
          </a:prstGeom>
        </p:spPr>
        <p:txBody>
          <a:bodyPr anchor="t"/>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2" name="Marcador de texto 45">
            <a:extLst>
              <a:ext uri="{FF2B5EF4-FFF2-40B4-BE49-F238E27FC236}">
                <a16:creationId xmlns:a16="http://schemas.microsoft.com/office/drawing/2014/main" id="{F946D53D-3026-D248-9C5F-92C6C00A42C3}"/>
              </a:ext>
            </a:extLst>
          </p:cNvPr>
          <p:cNvSpPr>
            <a:spLocks noGrp="1"/>
          </p:cNvSpPr>
          <p:nvPr>
            <p:ph type="body" sz="quarter" idx="22" hasCustomPrompt="1"/>
          </p:nvPr>
        </p:nvSpPr>
        <p:spPr>
          <a:xfrm>
            <a:off x="3276020" y="5061435"/>
            <a:ext cx="2752904" cy="625823"/>
          </a:xfrm>
          <a:prstGeom prst="rect">
            <a:avLst/>
          </a:prstGeom>
        </p:spPr>
        <p:txBody>
          <a:bodyPr lIns="0" tIns="0" rIns="0" bIns="0" anchor="t"/>
          <a:lstStyle>
            <a:lvl1pPr marL="0" indent="0" algn="ctr">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33" name="Marcador de posición de imagen 42">
            <a:extLst>
              <a:ext uri="{FF2B5EF4-FFF2-40B4-BE49-F238E27FC236}">
                <a16:creationId xmlns:a16="http://schemas.microsoft.com/office/drawing/2014/main" id="{923AB3E7-CFF7-DC4C-938F-32AF1EA9F231}"/>
              </a:ext>
            </a:extLst>
          </p:cNvPr>
          <p:cNvSpPr>
            <a:spLocks noGrp="1"/>
          </p:cNvSpPr>
          <p:nvPr>
            <p:ph type="pic" sz="quarter" idx="23"/>
          </p:nvPr>
        </p:nvSpPr>
        <p:spPr>
          <a:xfrm>
            <a:off x="6407938" y="1880828"/>
            <a:ext cx="2267945" cy="2268328"/>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4" name="Marcador de texto 45">
            <a:extLst>
              <a:ext uri="{FF2B5EF4-FFF2-40B4-BE49-F238E27FC236}">
                <a16:creationId xmlns:a16="http://schemas.microsoft.com/office/drawing/2014/main" id="{5A6BE262-D6C4-BA47-B1F4-584E8B67C615}"/>
              </a:ext>
            </a:extLst>
          </p:cNvPr>
          <p:cNvSpPr>
            <a:spLocks noGrp="1"/>
          </p:cNvSpPr>
          <p:nvPr>
            <p:ph type="body" sz="quarter" idx="24" hasCustomPrompt="1"/>
          </p:nvPr>
        </p:nvSpPr>
        <p:spPr>
          <a:xfrm>
            <a:off x="6165458" y="4329100"/>
            <a:ext cx="2752904" cy="395846"/>
          </a:xfrm>
          <a:prstGeom prst="rect">
            <a:avLst/>
          </a:prstGeom>
        </p:spPr>
        <p:txBody>
          <a:bodyPr anchor="t"/>
          <a:lstStyle>
            <a:lvl1pPr marL="0" indent="0" algn="ctr">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5" name="Marcador de texto 45">
            <a:extLst>
              <a:ext uri="{FF2B5EF4-FFF2-40B4-BE49-F238E27FC236}">
                <a16:creationId xmlns:a16="http://schemas.microsoft.com/office/drawing/2014/main" id="{B120BDC1-4458-374F-85DA-07F2DF4A5E0F}"/>
              </a:ext>
            </a:extLst>
          </p:cNvPr>
          <p:cNvSpPr>
            <a:spLocks noGrp="1"/>
          </p:cNvSpPr>
          <p:nvPr>
            <p:ph type="body" sz="quarter" idx="25" hasCustomPrompt="1"/>
          </p:nvPr>
        </p:nvSpPr>
        <p:spPr>
          <a:xfrm>
            <a:off x="6165458" y="4743127"/>
            <a:ext cx="2752904" cy="243632"/>
          </a:xfrm>
          <a:prstGeom prst="rect">
            <a:avLst/>
          </a:prstGeom>
        </p:spPr>
        <p:txBody>
          <a:bodyPr anchor="t"/>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6" name="Marcador de texto 45">
            <a:extLst>
              <a:ext uri="{FF2B5EF4-FFF2-40B4-BE49-F238E27FC236}">
                <a16:creationId xmlns:a16="http://schemas.microsoft.com/office/drawing/2014/main" id="{5D18860E-0D14-6B43-B464-D1DBFFAFC4E0}"/>
              </a:ext>
            </a:extLst>
          </p:cNvPr>
          <p:cNvSpPr>
            <a:spLocks noGrp="1"/>
          </p:cNvSpPr>
          <p:nvPr>
            <p:ph type="body" sz="quarter" idx="26" hasCustomPrompt="1"/>
          </p:nvPr>
        </p:nvSpPr>
        <p:spPr>
          <a:xfrm>
            <a:off x="6165458" y="5061435"/>
            <a:ext cx="2752904" cy="625823"/>
          </a:xfrm>
          <a:prstGeom prst="rect">
            <a:avLst/>
          </a:prstGeom>
        </p:spPr>
        <p:txBody>
          <a:bodyPr lIns="0" tIns="0" rIns="0" bIns="0" anchor="t"/>
          <a:lstStyle>
            <a:lvl1pPr marL="0" indent="0" algn="ctr">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37" name="Marcador de posición de imagen 42">
            <a:extLst>
              <a:ext uri="{FF2B5EF4-FFF2-40B4-BE49-F238E27FC236}">
                <a16:creationId xmlns:a16="http://schemas.microsoft.com/office/drawing/2014/main" id="{694B8704-4E15-294C-9602-0DF2E4863085}"/>
              </a:ext>
            </a:extLst>
          </p:cNvPr>
          <p:cNvSpPr>
            <a:spLocks noGrp="1"/>
          </p:cNvSpPr>
          <p:nvPr>
            <p:ph type="pic" sz="quarter" idx="27"/>
          </p:nvPr>
        </p:nvSpPr>
        <p:spPr>
          <a:xfrm>
            <a:off x="9297376" y="1880828"/>
            <a:ext cx="2267945" cy="2268328"/>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8" name="Marcador de texto 45">
            <a:extLst>
              <a:ext uri="{FF2B5EF4-FFF2-40B4-BE49-F238E27FC236}">
                <a16:creationId xmlns:a16="http://schemas.microsoft.com/office/drawing/2014/main" id="{C7931D7A-A54E-A745-96BD-74D464750FEA}"/>
              </a:ext>
            </a:extLst>
          </p:cNvPr>
          <p:cNvSpPr>
            <a:spLocks noGrp="1"/>
          </p:cNvSpPr>
          <p:nvPr>
            <p:ph type="body" sz="quarter" idx="28" hasCustomPrompt="1"/>
          </p:nvPr>
        </p:nvSpPr>
        <p:spPr>
          <a:xfrm>
            <a:off x="9054896" y="4329100"/>
            <a:ext cx="2752904" cy="395846"/>
          </a:xfrm>
          <a:prstGeom prst="rect">
            <a:avLst/>
          </a:prstGeom>
        </p:spPr>
        <p:txBody>
          <a:bodyPr anchor="t"/>
          <a:lstStyle>
            <a:lvl1pPr marL="0" indent="0" algn="ctr">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9" name="Marcador de texto 45">
            <a:extLst>
              <a:ext uri="{FF2B5EF4-FFF2-40B4-BE49-F238E27FC236}">
                <a16:creationId xmlns:a16="http://schemas.microsoft.com/office/drawing/2014/main" id="{47950AC9-718E-B14F-BDD6-95B1D56D3477}"/>
              </a:ext>
            </a:extLst>
          </p:cNvPr>
          <p:cNvSpPr>
            <a:spLocks noGrp="1"/>
          </p:cNvSpPr>
          <p:nvPr>
            <p:ph type="body" sz="quarter" idx="29" hasCustomPrompt="1"/>
          </p:nvPr>
        </p:nvSpPr>
        <p:spPr>
          <a:xfrm>
            <a:off x="9054896" y="4743127"/>
            <a:ext cx="2752904" cy="243632"/>
          </a:xfrm>
          <a:prstGeom prst="rect">
            <a:avLst/>
          </a:prstGeom>
        </p:spPr>
        <p:txBody>
          <a:bodyPr anchor="t"/>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0" name="Marcador de texto 45">
            <a:extLst>
              <a:ext uri="{FF2B5EF4-FFF2-40B4-BE49-F238E27FC236}">
                <a16:creationId xmlns:a16="http://schemas.microsoft.com/office/drawing/2014/main" id="{50C070F0-203D-5747-B1A4-82C4E23DEFB3}"/>
              </a:ext>
            </a:extLst>
          </p:cNvPr>
          <p:cNvSpPr>
            <a:spLocks noGrp="1"/>
          </p:cNvSpPr>
          <p:nvPr>
            <p:ph type="body" sz="quarter" idx="30" hasCustomPrompt="1"/>
          </p:nvPr>
        </p:nvSpPr>
        <p:spPr>
          <a:xfrm>
            <a:off x="9054896" y="5061435"/>
            <a:ext cx="2752904" cy="625823"/>
          </a:xfrm>
          <a:prstGeom prst="rect">
            <a:avLst/>
          </a:prstGeom>
        </p:spPr>
        <p:txBody>
          <a:bodyPr lIns="0" tIns="0" rIns="0" bIns="0" anchor="t"/>
          <a:lstStyle>
            <a:lvl1pPr marL="0" indent="0" algn="ctr">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27" name="Line">
            <a:extLst>
              <a:ext uri="{FF2B5EF4-FFF2-40B4-BE49-F238E27FC236}">
                <a16:creationId xmlns:a16="http://schemas.microsoft.com/office/drawing/2014/main" id="{890B552C-1E6B-4943-9DA4-C6EE3CD40CFC}"/>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8" name="Marcador de texto 15">
            <a:extLst>
              <a:ext uri="{FF2B5EF4-FFF2-40B4-BE49-F238E27FC236}">
                <a16:creationId xmlns:a16="http://schemas.microsoft.com/office/drawing/2014/main" id="{5F0C3210-E188-BE47-8468-0DD418A3D6D1}"/>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41" name="Slide Number Placeholder 5">
            <a:extLst>
              <a:ext uri="{FF2B5EF4-FFF2-40B4-BE49-F238E27FC236}">
                <a16:creationId xmlns:a16="http://schemas.microsoft.com/office/drawing/2014/main" id="{96DA2D86-0C41-1A4A-8F83-9A740A838FF1}"/>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3686751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ido No. 06">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8" name="Marcador de texto 45">
            <a:extLst>
              <a:ext uri="{FF2B5EF4-FFF2-40B4-BE49-F238E27FC236}">
                <a16:creationId xmlns:a16="http://schemas.microsoft.com/office/drawing/2014/main" id="{694668BB-ABCB-F242-9927-BC13883D4333}"/>
              </a:ext>
            </a:extLst>
          </p:cNvPr>
          <p:cNvSpPr>
            <a:spLocks noGrp="1"/>
          </p:cNvSpPr>
          <p:nvPr>
            <p:ph type="body" sz="quarter" idx="18" hasCustomPrompt="1"/>
          </p:nvPr>
        </p:nvSpPr>
        <p:spPr>
          <a:xfrm>
            <a:off x="386582" y="1641445"/>
            <a:ext cx="10462255" cy="461665"/>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22" name="Marcador de posición de imagen 42">
            <a:extLst>
              <a:ext uri="{FF2B5EF4-FFF2-40B4-BE49-F238E27FC236}">
                <a16:creationId xmlns:a16="http://schemas.microsoft.com/office/drawing/2014/main" id="{E4EC1ADB-BC47-B844-A2FD-AA2F6C3C8B2B}"/>
              </a:ext>
            </a:extLst>
          </p:cNvPr>
          <p:cNvSpPr>
            <a:spLocks noGrp="1" noChangeAspect="1"/>
          </p:cNvSpPr>
          <p:nvPr>
            <p:ph type="pic" sz="quarter" idx="15"/>
          </p:nvPr>
        </p:nvSpPr>
        <p:spPr>
          <a:xfrm>
            <a:off x="371445" y="2384884"/>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5" name="Marcador de posición de imagen 42">
            <a:extLst>
              <a:ext uri="{FF2B5EF4-FFF2-40B4-BE49-F238E27FC236}">
                <a16:creationId xmlns:a16="http://schemas.microsoft.com/office/drawing/2014/main" id="{A1556B13-186D-FA41-ABAC-2CF34E369885}"/>
              </a:ext>
            </a:extLst>
          </p:cNvPr>
          <p:cNvSpPr>
            <a:spLocks noGrp="1" noChangeAspect="1"/>
          </p:cNvSpPr>
          <p:nvPr>
            <p:ph type="pic" sz="quarter" idx="20"/>
          </p:nvPr>
        </p:nvSpPr>
        <p:spPr>
          <a:xfrm>
            <a:off x="2296623" y="2384884"/>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7" name="Marcador de posición de imagen 42">
            <a:extLst>
              <a:ext uri="{FF2B5EF4-FFF2-40B4-BE49-F238E27FC236}">
                <a16:creationId xmlns:a16="http://schemas.microsoft.com/office/drawing/2014/main" id="{105A88B5-18AD-FD45-A575-7429CFE229AA}"/>
              </a:ext>
            </a:extLst>
          </p:cNvPr>
          <p:cNvSpPr>
            <a:spLocks noGrp="1" noChangeAspect="1"/>
          </p:cNvSpPr>
          <p:nvPr>
            <p:ph type="pic" sz="quarter" idx="22"/>
          </p:nvPr>
        </p:nvSpPr>
        <p:spPr>
          <a:xfrm>
            <a:off x="4221801" y="2384884"/>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1" name="Marcador de posición de imagen 42">
            <a:extLst>
              <a:ext uri="{FF2B5EF4-FFF2-40B4-BE49-F238E27FC236}">
                <a16:creationId xmlns:a16="http://schemas.microsoft.com/office/drawing/2014/main" id="{532AC807-584C-EF42-9C58-FBFF37B292A7}"/>
              </a:ext>
            </a:extLst>
          </p:cNvPr>
          <p:cNvSpPr>
            <a:spLocks noGrp="1" noChangeAspect="1"/>
          </p:cNvSpPr>
          <p:nvPr>
            <p:ph type="pic" sz="quarter" idx="24"/>
          </p:nvPr>
        </p:nvSpPr>
        <p:spPr>
          <a:xfrm>
            <a:off x="6146979" y="2384884"/>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4" name="Marcador de posición de imagen 42">
            <a:extLst>
              <a:ext uri="{FF2B5EF4-FFF2-40B4-BE49-F238E27FC236}">
                <a16:creationId xmlns:a16="http://schemas.microsoft.com/office/drawing/2014/main" id="{74962295-C953-A149-8E6D-191DFF60806A}"/>
              </a:ext>
            </a:extLst>
          </p:cNvPr>
          <p:cNvSpPr>
            <a:spLocks noGrp="1" noChangeAspect="1"/>
          </p:cNvSpPr>
          <p:nvPr>
            <p:ph type="pic" sz="quarter" idx="26"/>
          </p:nvPr>
        </p:nvSpPr>
        <p:spPr>
          <a:xfrm>
            <a:off x="8072157" y="2384884"/>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9" name="Marcador de posición de imagen 42">
            <a:extLst>
              <a:ext uri="{FF2B5EF4-FFF2-40B4-BE49-F238E27FC236}">
                <a16:creationId xmlns:a16="http://schemas.microsoft.com/office/drawing/2014/main" id="{EC88D02B-9853-7044-A20F-6F2B9D7B8809}"/>
              </a:ext>
            </a:extLst>
          </p:cNvPr>
          <p:cNvSpPr>
            <a:spLocks noGrp="1" noChangeAspect="1"/>
          </p:cNvSpPr>
          <p:nvPr>
            <p:ph type="pic" sz="quarter" idx="28"/>
          </p:nvPr>
        </p:nvSpPr>
        <p:spPr>
          <a:xfrm>
            <a:off x="9997335" y="2384884"/>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1" name="Marcador de posición de imagen 42">
            <a:extLst>
              <a:ext uri="{FF2B5EF4-FFF2-40B4-BE49-F238E27FC236}">
                <a16:creationId xmlns:a16="http://schemas.microsoft.com/office/drawing/2014/main" id="{5B57697D-3143-9849-8B73-55192C72D564}"/>
              </a:ext>
            </a:extLst>
          </p:cNvPr>
          <p:cNvSpPr>
            <a:spLocks noGrp="1" noChangeAspect="1"/>
          </p:cNvSpPr>
          <p:nvPr>
            <p:ph type="pic" sz="quarter" idx="29"/>
          </p:nvPr>
        </p:nvSpPr>
        <p:spPr>
          <a:xfrm>
            <a:off x="371445" y="4301916"/>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2" name="Marcador de posición de imagen 42">
            <a:extLst>
              <a:ext uri="{FF2B5EF4-FFF2-40B4-BE49-F238E27FC236}">
                <a16:creationId xmlns:a16="http://schemas.microsoft.com/office/drawing/2014/main" id="{BE4EE700-C440-6840-A7F8-D4CE4AE654AD}"/>
              </a:ext>
            </a:extLst>
          </p:cNvPr>
          <p:cNvSpPr>
            <a:spLocks noGrp="1" noChangeAspect="1"/>
          </p:cNvSpPr>
          <p:nvPr>
            <p:ph type="pic" sz="quarter" idx="30"/>
          </p:nvPr>
        </p:nvSpPr>
        <p:spPr>
          <a:xfrm>
            <a:off x="2296623" y="4301916"/>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3" name="Marcador de posición de imagen 42">
            <a:extLst>
              <a:ext uri="{FF2B5EF4-FFF2-40B4-BE49-F238E27FC236}">
                <a16:creationId xmlns:a16="http://schemas.microsoft.com/office/drawing/2014/main" id="{C4258CA0-16BA-D140-820B-D08B84EDAA48}"/>
              </a:ext>
            </a:extLst>
          </p:cNvPr>
          <p:cNvSpPr>
            <a:spLocks noGrp="1" noChangeAspect="1"/>
          </p:cNvSpPr>
          <p:nvPr>
            <p:ph type="pic" sz="quarter" idx="31"/>
          </p:nvPr>
        </p:nvSpPr>
        <p:spPr>
          <a:xfrm>
            <a:off x="4221801" y="4301916"/>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4" name="Marcador de posición de imagen 42">
            <a:extLst>
              <a:ext uri="{FF2B5EF4-FFF2-40B4-BE49-F238E27FC236}">
                <a16:creationId xmlns:a16="http://schemas.microsoft.com/office/drawing/2014/main" id="{6A7075CD-B63E-BC46-9C58-DC029D2ACED0}"/>
              </a:ext>
            </a:extLst>
          </p:cNvPr>
          <p:cNvSpPr>
            <a:spLocks noGrp="1" noChangeAspect="1"/>
          </p:cNvSpPr>
          <p:nvPr>
            <p:ph type="pic" sz="quarter" idx="32"/>
          </p:nvPr>
        </p:nvSpPr>
        <p:spPr>
          <a:xfrm>
            <a:off x="6146979" y="4301916"/>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5" name="Marcador de posición de imagen 42">
            <a:extLst>
              <a:ext uri="{FF2B5EF4-FFF2-40B4-BE49-F238E27FC236}">
                <a16:creationId xmlns:a16="http://schemas.microsoft.com/office/drawing/2014/main" id="{1B22BAF6-B589-D646-8D6F-21057EBAFB4F}"/>
              </a:ext>
            </a:extLst>
          </p:cNvPr>
          <p:cNvSpPr>
            <a:spLocks noGrp="1" noChangeAspect="1"/>
          </p:cNvSpPr>
          <p:nvPr>
            <p:ph type="pic" sz="quarter" idx="33"/>
          </p:nvPr>
        </p:nvSpPr>
        <p:spPr>
          <a:xfrm>
            <a:off x="8072157" y="4301916"/>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6" name="Marcador de posición de imagen 42">
            <a:extLst>
              <a:ext uri="{FF2B5EF4-FFF2-40B4-BE49-F238E27FC236}">
                <a16:creationId xmlns:a16="http://schemas.microsoft.com/office/drawing/2014/main" id="{37376037-FC09-B348-833E-FDBDF404366C}"/>
              </a:ext>
            </a:extLst>
          </p:cNvPr>
          <p:cNvSpPr>
            <a:spLocks noGrp="1" noChangeAspect="1"/>
          </p:cNvSpPr>
          <p:nvPr>
            <p:ph type="pic" sz="quarter" idx="34"/>
          </p:nvPr>
        </p:nvSpPr>
        <p:spPr>
          <a:xfrm>
            <a:off x="9997335" y="4301916"/>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18" name="Line">
            <a:extLst>
              <a:ext uri="{FF2B5EF4-FFF2-40B4-BE49-F238E27FC236}">
                <a16:creationId xmlns:a16="http://schemas.microsoft.com/office/drawing/2014/main" id="{7983B0B2-E3FA-7E44-AFA6-9517193461CF}"/>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9" name="Marcador de texto 15">
            <a:extLst>
              <a:ext uri="{FF2B5EF4-FFF2-40B4-BE49-F238E27FC236}">
                <a16:creationId xmlns:a16="http://schemas.microsoft.com/office/drawing/2014/main" id="{DB2670C9-9839-E440-AF48-6F1F9086BA8E}"/>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0" name="Slide Number Placeholder 5">
            <a:extLst>
              <a:ext uri="{FF2B5EF4-FFF2-40B4-BE49-F238E27FC236}">
                <a16:creationId xmlns:a16="http://schemas.microsoft.com/office/drawing/2014/main" id="{A2DA0D64-A3C3-554F-BE6B-30757535F2D6}"/>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169114950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ido No. 0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22" name="Marcador de posición de imagen 42">
            <a:extLst>
              <a:ext uri="{FF2B5EF4-FFF2-40B4-BE49-F238E27FC236}">
                <a16:creationId xmlns:a16="http://schemas.microsoft.com/office/drawing/2014/main" id="{E4EC1ADB-BC47-B844-A2FD-AA2F6C3C8B2B}"/>
              </a:ext>
            </a:extLst>
          </p:cNvPr>
          <p:cNvSpPr>
            <a:spLocks noGrp="1" noChangeAspect="1"/>
          </p:cNvSpPr>
          <p:nvPr>
            <p:ph type="pic" sz="quarter" idx="15"/>
          </p:nvPr>
        </p:nvSpPr>
        <p:spPr>
          <a:xfrm>
            <a:off x="371445" y="1664804"/>
            <a:ext cx="2772034" cy="225985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1" name="Marcador de posición de imagen 42">
            <a:extLst>
              <a:ext uri="{FF2B5EF4-FFF2-40B4-BE49-F238E27FC236}">
                <a16:creationId xmlns:a16="http://schemas.microsoft.com/office/drawing/2014/main" id="{5B57697D-3143-9849-8B73-55192C72D564}"/>
              </a:ext>
            </a:extLst>
          </p:cNvPr>
          <p:cNvSpPr>
            <a:spLocks noGrp="1" noChangeAspect="1"/>
          </p:cNvSpPr>
          <p:nvPr>
            <p:ph type="pic" sz="quarter" idx="29"/>
          </p:nvPr>
        </p:nvSpPr>
        <p:spPr>
          <a:xfrm>
            <a:off x="371445" y="4045042"/>
            <a:ext cx="2772034" cy="225985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0" name="Marcador de posición de imagen 42">
            <a:extLst>
              <a:ext uri="{FF2B5EF4-FFF2-40B4-BE49-F238E27FC236}">
                <a16:creationId xmlns:a16="http://schemas.microsoft.com/office/drawing/2014/main" id="{86EB8E03-6590-2245-BDAB-118A8801C486}"/>
              </a:ext>
            </a:extLst>
          </p:cNvPr>
          <p:cNvSpPr>
            <a:spLocks noGrp="1" noChangeAspect="1"/>
          </p:cNvSpPr>
          <p:nvPr>
            <p:ph type="pic" sz="quarter" idx="30"/>
          </p:nvPr>
        </p:nvSpPr>
        <p:spPr>
          <a:xfrm>
            <a:off x="3259212" y="1664804"/>
            <a:ext cx="2772034" cy="225985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3" name="Marcador de posición de imagen 42">
            <a:extLst>
              <a:ext uri="{FF2B5EF4-FFF2-40B4-BE49-F238E27FC236}">
                <a16:creationId xmlns:a16="http://schemas.microsoft.com/office/drawing/2014/main" id="{01940D7E-642E-CC40-8098-C382FCAEBBBA}"/>
              </a:ext>
            </a:extLst>
          </p:cNvPr>
          <p:cNvSpPr>
            <a:spLocks noGrp="1" noChangeAspect="1"/>
          </p:cNvSpPr>
          <p:nvPr>
            <p:ph type="pic" sz="quarter" idx="31"/>
          </p:nvPr>
        </p:nvSpPr>
        <p:spPr>
          <a:xfrm>
            <a:off x="3259212" y="4045042"/>
            <a:ext cx="2772034" cy="225985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4" name="Marcador de texto 45">
            <a:extLst>
              <a:ext uri="{FF2B5EF4-FFF2-40B4-BE49-F238E27FC236}">
                <a16:creationId xmlns:a16="http://schemas.microsoft.com/office/drawing/2014/main" id="{B562C872-BD60-E944-907B-7FA76C27CBCA}"/>
              </a:ext>
            </a:extLst>
          </p:cNvPr>
          <p:cNvSpPr>
            <a:spLocks noGrp="1"/>
          </p:cNvSpPr>
          <p:nvPr>
            <p:ph type="body" sz="quarter" idx="16" hasCustomPrompt="1"/>
          </p:nvPr>
        </p:nvSpPr>
        <p:spPr>
          <a:xfrm>
            <a:off x="6174078" y="2185645"/>
            <a:ext cx="5646477" cy="395846"/>
          </a:xfrm>
          <a:prstGeom prst="rect">
            <a:avLst/>
          </a:prstGeom>
        </p:spPr>
        <p:txBody>
          <a:bodyPr lIns="0" tIns="0" rIns="0" bIns="0" anchor="t"/>
          <a:lstStyle>
            <a:lvl1pPr marL="0" indent="0">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6" name="Marcador de texto 45">
            <a:extLst>
              <a:ext uri="{FF2B5EF4-FFF2-40B4-BE49-F238E27FC236}">
                <a16:creationId xmlns:a16="http://schemas.microsoft.com/office/drawing/2014/main" id="{68FFA157-F3FB-D041-AF0E-410C55E0A6EB}"/>
              </a:ext>
            </a:extLst>
          </p:cNvPr>
          <p:cNvSpPr>
            <a:spLocks noGrp="1"/>
          </p:cNvSpPr>
          <p:nvPr>
            <p:ph type="body" sz="quarter" idx="18" hasCustomPrompt="1"/>
          </p:nvPr>
        </p:nvSpPr>
        <p:spPr>
          <a:xfrm>
            <a:off x="6174077" y="2560619"/>
            <a:ext cx="5647217" cy="415499"/>
          </a:xfrm>
          <a:prstGeom prst="rect">
            <a:avLst/>
          </a:prstGeom>
        </p:spPr>
        <p:txBody>
          <a:bodyPr wrap="square" lIns="0" tIns="0" rIns="0" bIns="0" anchor="t" anchorCtr="0">
            <a:spAutoFit/>
          </a:bodyPr>
          <a:lstStyle>
            <a:lvl1pPr marL="0" indent="0" algn="just">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 lorem ipsum dolor sit amet consectetur adipiscing elit, sed do eiusmod tempor but labore et dolore magna</a:t>
            </a:r>
          </a:p>
        </p:txBody>
      </p:sp>
      <p:sp>
        <p:nvSpPr>
          <p:cNvPr id="28" name="Marcador de texto 45">
            <a:extLst>
              <a:ext uri="{FF2B5EF4-FFF2-40B4-BE49-F238E27FC236}">
                <a16:creationId xmlns:a16="http://schemas.microsoft.com/office/drawing/2014/main" id="{49168B56-815F-D04F-AE26-CF21DBEA3465}"/>
              </a:ext>
            </a:extLst>
          </p:cNvPr>
          <p:cNvSpPr>
            <a:spLocks noGrp="1"/>
          </p:cNvSpPr>
          <p:nvPr>
            <p:ph type="body" sz="quarter" idx="32" hasCustomPrompt="1"/>
          </p:nvPr>
        </p:nvSpPr>
        <p:spPr>
          <a:xfrm>
            <a:off x="6174078" y="3120497"/>
            <a:ext cx="5646477" cy="395846"/>
          </a:xfrm>
          <a:prstGeom prst="rect">
            <a:avLst/>
          </a:prstGeom>
        </p:spPr>
        <p:txBody>
          <a:bodyPr lIns="0" tIns="0" rIns="0" bIns="0" anchor="t"/>
          <a:lstStyle>
            <a:lvl1pPr marL="0" indent="0">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9" name="Marcador de texto 45">
            <a:extLst>
              <a:ext uri="{FF2B5EF4-FFF2-40B4-BE49-F238E27FC236}">
                <a16:creationId xmlns:a16="http://schemas.microsoft.com/office/drawing/2014/main" id="{947CE2FC-CCFE-9F44-8E3C-392AD5BFF252}"/>
              </a:ext>
            </a:extLst>
          </p:cNvPr>
          <p:cNvSpPr>
            <a:spLocks noGrp="1"/>
          </p:cNvSpPr>
          <p:nvPr>
            <p:ph type="body" sz="quarter" idx="33" hasCustomPrompt="1"/>
          </p:nvPr>
        </p:nvSpPr>
        <p:spPr>
          <a:xfrm>
            <a:off x="6174077" y="3495472"/>
            <a:ext cx="5647217" cy="415499"/>
          </a:xfrm>
          <a:prstGeom prst="rect">
            <a:avLst/>
          </a:prstGeom>
        </p:spPr>
        <p:txBody>
          <a:bodyPr wrap="square" lIns="0" tIns="0" rIns="0" bIns="0" anchor="t" anchorCtr="0">
            <a:spAutoFit/>
          </a:bodyPr>
          <a:lstStyle>
            <a:lvl1pPr marL="0" indent="0" algn="just">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 lorem ipsum dolor sit amet consectetur adipiscing elit, sed do eiusmod tempor but labore et dolore magna</a:t>
            </a:r>
          </a:p>
        </p:txBody>
      </p:sp>
      <p:sp>
        <p:nvSpPr>
          <p:cNvPr id="30" name="Marcador de texto 45">
            <a:extLst>
              <a:ext uri="{FF2B5EF4-FFF2-40B4-BE49-F238E27FC236}">
                <a16:creationId xmlns:a16="http://schemas.microsoft.com/office/drawing/2014/main" id="{EA0871B6-E67C-B94A-BEC0-F10E798FDBAA}"/>
              </a:ext>
            </a:extLst>
          </p:cNvPr>
          <p:cNvSpPr>
            <a:spLocks noGrp="1"/>
          </p:cNvSpPr>
          <p:nvPr>
            <p:ph type="body" sz="quarter" idx="34" hasCustomPrompt="1"/>
          </p:nvPr>
        </p:nvSpPr>
        <p:spPr>
          <a:xfrm>
            <a:off x="6174078" y="4042918"/>
            <a:ext cx="5646477" cy="395846"/>
          </a:xfrm>
          <a:prstGeom prst="rect">
            <a:avLst/>
          </a:prstGeom>
        </p:spPr>
        <p:txBody>
          <a:bodyPr lIns="0" tIns="0" rIns="0" bIns="0" anchor="t"/>
          <a:lstStyle>
            <a:lvl1pPr marL="0" indent="0">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1" name="Marcador de texto 45">
            <a:extLst>
              <a:ext uri="{FF2B5EF4-FFF2-40B4-BE49-F238E27FC236}">
                <a16:creationId xmlns:a16="http://schemas.microsoft.com/office/drawing/2014/main" id="{2328DAA9-B6BA-1B4E-88F7-38D002B526D7}"/>
              </a:ext>
            </a:extLst>
          </p:cNvPr>
          <p:cNvSpPr>
            <a:spLocks noGrp="1"/>
          </p:cNvSpPr>
          <p:nvPr>
            <p:ph type="body" sz="quarter" idx="35" hasCustomPrompt="1"/>
          </p:nvPr>
        </p:nvSpPr>
        <p:spPr>
          <a:xfrm>
            <a:off x="6174077" y="4417893"/>
            <a:ext cx="5647217" cy="415499"/>
          </a:xfrm>
          <a:prstGeom prst="rect">
            <a:avLst/>
          </a:prstGeom>
        </p:spPr>
        <p:txBody>
          <a:bodyPr wrap="square" lIns="0" tIns="0" rIns="0" bIns="0" anchor="t" anchorCtr="0">
            <a:spAutoFit/>
          </a:bodyPr>
          <a:lstStyle>
            <a:lvl1pPr marL="0" indent="0" algn="just">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 lorem ipsum dolor sit amet consectetur adipiscing elit, sed do eiusmod tempor but labore et dolore magna</a:t>
            </a:r>
          </a:p>
        </p:txBody>
      </p:sp>
      <p:sp>
        <p:nvSpPr>
          <p:cNvPr id="32" name="Marcador de texto 45">
            <a:extLst>
              <a:ext uri="{FF2B5EF4-FFF2-40B4-BE49-F238E27FC236}">
                <a16:creationId xmlns:a16="http://schemas.microsoft.com/office/drawing/2014/main" id="{3650FFF1-40A4-7040-B043-5D19E69DA857}"/>
              </a:ext>
            </a:extLst>
          </p:cNvPr>
          <p:cNvSpPr>
            <a:spLocks noGrp="1"/>
          </p:cNvSpPr>
          <p:nvPr>
            <p:ph type="body" sz="quarter" idx="36" hasCustomPrompt="1"/>
          </p:nvPr>
        </p:nvSpPr>
        <p:spPr>
          <a:xfrm>
            <a:off x="6174078" y="4957645"/>
            <a:ext cx="5646477" cy="395846"/>
          </a:xfrm>
          <a:prstGeom prst="rect">
            <a:avLst/>
          </a:prstGeom>
        </p:spPr>
        <p:txBody>
          <a:bodyPr lIns="0" tIns="0" rIns="0" bIns="0" anchor="t"/>
          <a:lstStyle>
            <a:lvl1pPr marL="0" indent="0">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3" name="Marcador de texto 45">
            <a:extLst>
              <a:ext uri="{FF2B5EF4-FFF2-40B4-BE49-F238E27FC236}">
                <a16:creationId xmlns:a16="http://schemas.microsoft.com/office/drawing/2014/main" id="{28F400D4-2741-E34C-A775-06362B32E9DC}"/>
              </a:ext>
            </a:extLst>
          </p:cNvPr>
          <p:cNvSpPr>
            <a:spLocks noGrp="1"/>
          </p:cNvSpPr>
          <p:nvPr>
            <p:ph type="body" sz="quarter" idx="37" hasCustomPrompt="1"/>
          </p:nvPr>
        </p:nvSpPr>
        <p:spPr>
          <a:xfrm>
            <a:off x="6174077" y="5332620"/>
            <a:ext cx="5647217" cy="415499"/>
          </a:xfrm>
          <a:prstGeom prst="rect">
            <a:avLst/>
          </a:prstGeom>
        </p:spPr>
        <p:txBody>
          <a:bodyPr wrap="square" lIns="0" tIns="0" rIns="0" bIns="0" anchor="t" anchorCtr="0">
            <a:spAutoFit/>
          </a:bodyPr>
          <a:lstStyle>
            <a:lvl1pPr marL="0" indent="0" algn="just">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 lorem ipsum dolor sit amet consectetur adipiscing elit, sed do eiusmod tempor but labore et dolore magna</a:t>
            </a:r>
          </a:p>
        </p:txBody>
      </p:sp>
      <p:sp>
        <p:nvSpPr>
          <p:cNvPr id="17" name="Line">
            <a:extLst>
              <a:ext uri="{FF2B5EF4-FFF2-40B4-BE49-F238E27FC236}">
                <a16:creationId xmlns:a16="http://schemas.microsoft.com/office/drawing/2014/main" id="{D131C098-A51D-574C-8499-D3C8B6ADE31E}"/>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8" name="Marcador de texto 15">
            <a:extLst>
              <a:ext uri="{FF2B5EF4-FFF2-40B4-BE49-F238E27FC236}">
                <a16:creationId xmlns:a16="http://schemas.microsoft.com/office/drawing/2014/main" id="{83A9C74C-42EE-F14D-BD04-BD7D5B4BA0BD}"/>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19" name="Slide Number Placeholder 5">
            <a:extLst>
              <a:ext uri="{FF2B5EF4-FFF2-40B4-BE49-F238E27FC236}">
                <a16:creationId xmlns:a16="http://schemas.microsoft.com/office/drawing/2014/main" id="{AC932B29-427B-6643-A14B-6E9242906239}"/>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418413511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ido No. 08">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23" name="Marcador de posición de imagen 42">
            <a:extLst>
              <a:ext uri="{FF2B5EF4-FFF2-40B4-BE49-F238E27FC236}">
                <a16:creationId xmlns:a16="http://schemas.microsoft.com/office/drawing/2014/main" id="{C581D7EC-2903-F145-BE0A-CDA40F61F047}"/>
              </a:ext>
            </a:extLst>
          </p:cNvPr>
          <p:cNvSpPr>
            <a:spLocks noGrp="1" noChangeAspect="1"/>
          </p:cNvSpPr>
          <p:nvPr>
            <p:ph type="pic" sz="quarter" idx="15"/>
          </p:nvPr>
        </p:nvSpPr>
        <p:spPr>
          <a:xfrm>
            <a:off x="587029" y="3861048"/>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 name="Rectángulo 1">
            <a:extLst>
              <a:ext uri="{FF2B5EF4-FFF2-40B4-BE49-F238E27FC236}">
                <a16:creationId xmlns:a16="http://schemas.microsoft.com/office/drawing/2014/main" id="{6251546D-6D1A-3B4F-86FA-D3481FC5A245}"/>
              </a:ext>
            </a:extLst>
          </p:cNvPr>
          <p:cNvSpPr/>
          <p:nvPr userDrawn="1"/>
        </p:nvSpPr>
        <p:spPr>
          <a:xfrm>
            <a:off x="587029" y="2026320"/>
            <a:ext cx="1836324" cy="18347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6" name="Marcador de texto 45">
            <a:extLst>
              <a:ext uri="{FF2B5EF4-FFF2-40B4-BE49-F238E27FC236}">
                <a16:creationId xmlns:a16="http://schemas.microsoft.com/office/drawing/2014/main" id="{68FFA157-F3FB-D041-AF0E-410C55E0A6EB}"/>
              </a:ext>
            </a:extLst>
          </p:cNvPr>
          <p:cNvSpPr>
            <a:spLocks noGrp="1"/>
          </p:cNvSpPr>
          <p:nvPr>
            <p:ph type="body" sz="quarter" idx="18" hasCustomPrompt="1"/>
          </p:nvPr>
        </p:nvSpPr>
        <p:spPr>
          <a:xfrm>
            <a:off x="734299" y="2502655"/>
            <a:ext cx="1511961" cy="830997"/>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24" name="Marcador de texto 45">
            <a:extLst>
              <a:ext uri="{FF2B5EF4-FFF2-40B4-BE49-F238E27FC236}">
                <a16:creationId xmlns:a16="http://schemas.microsoft.com/office/drawing/2014/main" id="{045C5EF8-D4A2-ED4F-B944-4FADE67766A4}"/>
              </a:ext>
            </a:extLst>
          </p:cNvPr>
          <p:cNvSpPr>
            <a:spLocks noGrp="1"/>
          </p:cNvSpPr>
          <p:nvPr>
            <p:ph type="body" sz="quarter" idx="17" hasCustomPrompt="1"/>
          </p:nvPr>
        </p:nvSpPr>
        <p:spPr>
          <a:xfrm>
            <a:off x="734299" y="3548413"/>
            <a:ext cx="1511961" cy="166200"/>
          </a:xfrm>
          <a:prstGeom prst="rect">
            <a:avLst/>
          </a:prstGeom>
        </p:spPr>
        <p:txBody>
          <a:bodyPr wrap="square" lIns="0" tIns="0" rIns="0" bIns="0" anchor="t">
            <a:spAutoFit/>
          </a:bodyPr>
          <a:lstStyle>
            <a:lvl1pPr marL="0" indent="0">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8" name="Marcador de texto 45">
            <a:extLst>
              <a:ext uri="{FF2B5EF4-FFF2-40B4-BE49-F238E27FC236}">
                <a16:creationId xmlns:a16="http://schemas.microsoft.com/office/drawing/2014/main" id="{B3A8047B-22A1-4541-B7CC-FD9D783C3829}"/>
              </a:ext>
            </a:extLst>
          </p:cNvPr>
          <p:cNvSpPr>
            <a:spLocks noGrp="1"/>
          </p:cNvSpPr>
          <p:nvPr>
            <p:ph type="body" sz="quarter" idx="25" hasCustomPrompt="1"/>
          </p:nvPr>
        </p:nvSpPr>
        <p:spPr>
          <a:xfrm>
            <a:off x="734299" y="2219508"/>
            <a:ext cx="1511961" cy="221599"/>
          </a:xfrm>
          <a:prstGeom prst="rect">
            <a:avLst/>
          </a:prstGeom>
        </p:spPr>
        <p:txBody>
          <a:bodyPr wrap="square" lIns="0" tIns="0" rIns="0" bIns="0" anchor="t">
            <a:spAutoFit/>
          </a:bodyPr>
          <a:lstStyle>
            <a:lvl1pPr marL="0" indent="0">
              <a:buNone/>
              <a:defRPr sz="16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01</a:t>
            </a:r>
            <a:endParaRPr lang="es-ES_tradnl"/>
          </a:p>
        </p:txBody>
      </p:sp>
      <p:cxnSp>
        <p:nvCxnSpPr>
          <p:cNvPr id="5" name="Conector recto 4">
            <a:extLst>
              <a:ext uri="{FF2B5EF4-FFF2-40B4-BE49-F238E27FC236}">
                <a16:creationId xmlns:a16="http://schemas.microsoft.com/office/drawing/2014/main" id="{D69A1309-7647-104B-8EAD-40C622F9F3CD}"/>
              </a:ext>
            </a:extLst>
          </p:cNvPr>
          <p:cNvCxnSpPr/>
          <p:nvPr userDrawn="1"/>
        </p:nvCxnSpPr>
        <p:spPr>
          <a:xfrm>
            <a:off x="734299" y="3426954"/>
            <a:ext cx="53979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Rectángulo 28">
            <a:extLst>
              <a:ext uri="{FF2B5EF4-FFF2-40B4-BE49-F238E27FC236}">
                <a16:creationId xmlns:a16="http://schemas.microsoft.com/office/drawing/2014/main" id="{CD8EA4FD-A891-DA4B-AC3E-E8915258E6F5}"/>
              </a:ext>
            </a:extLst>
          </p:cNvPr>
          <p:cNvSpPr/>
          <p:nvPr userDrawn="1"/>
        </p:nvSpPr>
        <p:spPr>
          <a:xfrm>
            <a:off x="2423352" y="3861048"/>
            <a:ext cx="1836324" cy="183472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0" name="Marcador de texto 45">
            <a:extLst>
              <a:ext uri="{FF2B5EF4-FFF2-40B4-BE49-F238E27FC236}">
                <a16:creationId xmlns:a16="http://schemas.microsoft.com/office/drawing/2014/main" id="{E0F4332B-DF06-A741-9B3E-325ECC10C08A}"/>
              </a:ext>
            </a:extLst>
          </p:cNvPr>
          <p:cNvSpPr>
            <a:spLocks noGrp="1"/>
          </p:cNvSpPr>
          <p:nvPr>
            <p:ph type="body" sz="quarter" idx="26" hasCustomPrompt="1"/>
          </p:nvPr>
        </p:nvSpPr>
        <p:spPr>
          <a:xfrm>
            <a:off x="2570623" y="4337383"/>
            <a:ext cx="1511961" cy="830997"/>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31" name="Marcador de texto 45">
            <a:extLst>
              <a:ext uri="{FF2B5EF4-FFF2-40B4-BE49-F238E27FC236}">
                <a16:creationId xmlns:a16="http://schemas.microsoft.com/office/drawing/2014/main" id="{3DB8A0BD-0B16-9E4E-949B-FA89F25C4763}"/>
              </a:ext>
            </a:extLst>
          </p:cNvPr>
          <p:cNvSpPr>
            <a:spLocks noGrp="1"/>
          </p:cNvSpPr>
          <p:nvPr>
            <p:ph type="body" sz="quarter" idx="27" hasCustomPrompt="1"/>
          </p:nvPr>
        </p:nvSpPr>
        <p:spPr>
          <a:xfrm>
            <a:off x="2570623" y="5383141"/>
            <a:ext cx="1511961" cy="166200"/>
          </a:xfrm>
          <a:prstGeom prst="rect">
            <a:avLst/>
          </a:prstGeom>
        </p:spPr>
        <p:txBody>
          <a:bodyPr wrap="square" lIns="0" tIns="0" rIns="0" bIns="0" anchor="t">
            <a:spAutoFit/>
          </a:bodyPr>
          <a:lstStyle>
            <a:lvl1pPr marL="0" indent="0">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2" name="Marcador de texto 45">
            <a:extLst>
              <a:ext uri="{FF2B5EF4-FFF2-40B4-BE49-F238E27FC236}">
                <a16:creationId xmlns:a16="http://schemas.microsoft.com/office/drawing/2014/main" id="{668BB339-1DB6-6342-91EB-40A51E13B988}"/>
              </a:ext>
            </a:extLst>
          </p:cNvPr>
          <p:cNvSpPr>
            <a:spLocks noGrp="1"/>
          </p:cNvSpPr>
          <p:nvPr>
            <p:ph type="body" sz="quarter" idx="28" hasCustomPrompt="1"/>
          </p:nvPr>
        </p:nvSpPr>
        <p:spPr>
          <a:xfrm>
            <a:off x="2570623" y="4054236"/>
            <a:ext cx="1511961" cy="221599"/>
          </a:xfrm>
          <a:prstGeom prst="rect">
            <a:avLst/>
          </a:prstGeom>
        </p:spPr>
        <p:txBody>
          <a:bodyPr wrap="square" lIns="0" tIns="0" rIns="0" bIns="0" anchor="t">
            <a:spAutoFit/>
          </a:bodyPr>
          <a:lstStyle>
            <a:lvl1pPr marL="0" indent="0">
              <a:buNone/>
              <a:defRPr sz="16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04</a:t>
            </a:r>
            <a:endParaRPr lang="es-ES_tradnl"/>
          </a:p>
        </p:txBody>
      </p:sp>
      <p:cxnSp>
        <p:nvCxnSpPr>
          <p:cNvPr id="33" name="Conector recto 32">
            <a:extLst>
              <a:ext uri="{FF2B5EF4-FFF2-40B4-BE49-F238E27FC236}">
                <a16:creationId xmlns:a16="http://schemas.microsoft.com/office/drawing/2014/main" id="{F840CBC8-3210-DE45-9B45-32C3EC9D43DA}"/>
              </a:ext>
            </a:extLst>
          </p:cNvPr>
          <p:cNvCxnSpPr/>
          <p:nvPr userDrawn="1"/>
        </p:nvCxnSpPr>
        <p:spPr>
          <a:xfrm>
            <a:off x="2570622" y="5261682"/>
            <a:ext cx="53979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Marcador de posición de imagen 42">
            <a:extLst>
              <a:ext uri="{FF2B5EF4-FFF2-40B4-BE49-F238E27FC236}">
                <a16:creationId xmlns:a16="http://schemas.microsoft.com/office/drawing/2014/main" id="{07E18AD5-20B9-A141-A1C4-10C0F9088C3B}"/>
              </a:ext>
            </a:extLst>
          </p:cNvPr>
          <p:cNvSpPr>
            <a:spLocks noGrp="1" noChangeAspect="1"/>
          </p:cNvSpPr>
          <p:nvPr>
            <p:ph type="pic" sz="quarter" idx="29"/>
          </p:nvPr>
        </p:nvSpPr>
        <p:spPr>
          <a:xfrm>
            <a:off x="2423352" y="2024844"/>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5" name="Marcador de posición de imagen 42">
            <a:extLst>
              <a:ext uri="{FF2B5EF4-FFF2-40B4-BE49-F238E27FC236}">
                <a16:creationId xmlns:a16="http://schemas.microsoft.com/office/drawing/2014/main" id="{90C7A529-5A9A-E64C-924E-2D865FA043DE}"/>
              </a:ext>
            </a:extLst>
          </p:cNvPr>
          <p:cNvSpPr>
            <a:spLocks noGrp="1" noChangeAspect="1"/>
          </p:cNvSpPr>
          <p:nvPr>
            <p:ph type="pic" sz="quarter" idx="30"/>
          </p:nvPr>
        </p:nvSpPr>
        <p:spPr>
          <a:xfrm>
            <a:off x="4259676" y="3861048"/>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6" name="Rectángulo 45">
            <a:extLst>
              <a:ext uri="{FF2B5EF4-FFF2-40B4-BE49-F238E27FC236}">
                <a16:creationId xmlns:a16="http://schemas.microsoft.com/office/drawing/2014/main" id="{54C8526E-C6CC-1E4A-98C4-0F445D9A7FA9}"/>
              </a:ext>
            </a:extLst>
          </p:cNvPr>
          <p:cNvSpPr/>
          <p:nvPr userDrawn="1"/>
        </p:nvSpPr>
        <p:spPr>
          <a:xfrm>
            <a:off x="4259676" y="2026320"/>
            <a:ext cx="1836324" cy="1834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47" name="Marcador de texto 45">
            <a:extLst>
              <a:ext uri="{FF2B5EF4-FFF2-40B4-BE49-F238E27FC236}">
                <a16:creationId xmlns:a16="http://schemas.microsoft.com/office/drawing/2014/main" id="{394288CA-C49F-FE42-8752-96B3F122CA42}"/>
              </a:ext>
            </a:extLst>
          </p:cNvPr>
          <p:cNvSpPr>
            <a:spLocks noGrp="1"/>
          </p:cNvSpPr>
          <p:nvPr>
            <p:ph type="body" sz="quarter" idx="31" hasCustomPrompt="1"/>
          </p:nvPr>
        </p:nvSpPr>
        <p:spPr>
          <a:xfrm>
            <a:off x="4406946" y="2502655"/>
            <a:ext cx="1511961" cy="830997"/>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48" name="Marcador de texto 45">
            <a:extLst>
              <a:ext uri="{FF2B5EF4-FFF2-40B4-BE49-F238E27FC236}">
                <a16:creationId xmlns:a16="http://schemas.microsoft.com/office/drawing/2014/main" id="{6578E50B-E830-BC40-9E6D-76CD8E145CE4}"/>
              </a:ext>
            </a:extLst>
          </p:cNvPr>
          <p:cNvSpPr>
            <a:spLocks noGrp="1"/>
          </p:cNvSpPr>
          <p:nvPr>
            <p:ph type="body" sz="quarter" idx="32" hasCustomPrompt="1"/>
          </p:nvPr>
        </p:nvSpPr>
        <p:spPr>
          <a:xfrm>
            <a:off x="4406946" y="3548413"/>
            <a:ext cx="1511961" cy="166200"/>
          </a:xfrm>
          <a:prstGeom prst="rect">
            <a:avLst/>
          </a:prstGeom>
        </p:spPr>
        <p:txBody>
          <a:bodyPr wrap="square" lIns="0" tIns="0" rIns="0" bIns="0" anchor="t">
            <a:spAutoFit/>
          </a:bodyPr>
          <a:lstStyle>
            <a:lvl1pPr marL="0" indent="0">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9" name="Marcador de texto 45">
            <a:extLst>
              <a:ext uri="{FF2B5EF4-FFF2-40B4-BE49-F238E27FC236}">
                <a16:creationId xmlns:a16="http://schemas.microsoft.com/office/drawing/2014/main" id="{55080D4F-80E2-604B-96EC-5A70ED9B31AF}"/>
              </a:ext>
            </a:extLst>
          </p:cNvPr>
          <p:cNvSpPr>
            <a:spLocks noGrp="1"/>
          </p:cNvSpPr>
          <p:nvPr>
            <p:ph type="body" sz="quarter" idx="33" hasCustomPrompt="1"/>
          </p:nvPr>
        </p:nvSpPr>
        <p:spPr>
          <a:xfrm>
            <a:off x="4406946" y="2219508"/>
            <a:ext cx="1511961" cy="221599"/>
          </a:xfrm>
          <a:prstGeom prst="rect">
            <a:avLst/>
          </a:prstGeom>
        </p:spPr>
        <p:txBody>
          <a:bodyPr wrap="square" lIns="0" tIns="0" rIns="0" bIns="0" anchor="t">
            <a:spAutoFit/>
          </a:bodyPr>
          <a:lstStyle>
            <a:lvl1pPr marL="0" indent="0">
              <a:buNone/>
              <a:defRPr sz="16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02</a:t>
            </a:r>
            <a:endParaRPr lang="es-ES_tradnl"/>
          </a:p>
        </p:txBody>
      </p:sp>
      <p:cxnSp>
        <p:nvCxnSpPr>
          <p:cNvPr id="50" name="Conector recto 49">
            <a:extLst>
              <a:ext uri="{FF2B5EF4-FFF2-40B4-BE49-F238E27FC236}">
                <a16:creationId xmlns:a16="http://schemas.microsoft.com/office/drawing/2014/main" id="{971ADAEF-9CAF-FF4C-8E5E-364C64FC1817}"/>
              </a:ext>
            </a:extLst>
          </p:cNvPr>
          <p:cNvCxnSpPr/>
          <p:nvPr userDrawn="1"/>
        </p:nvCxnSpPr>
        <p:spPr>
          <a:xfrm>
            <a:off x="4406946" y="3426954"/>
            <a:ext cx="53979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1" name="Rectángulo 50">
            <a:extLst>
              <a:ext uri="{FF2B5EF4-FFF2-40B4-BE49-F238E27FC236}">
                <a16:creationId xmlns:a16="http://schemas.microsoft.com/office/drawing/2014/main" id="{CC070C49-FEE1-6446-9754-3028EC867515}"/>
              </a:ext>
            </a:extLst>
          </p:cNvPr>
          <p:cNvSpPr/>
          <p:nvPr userDrawn="1"/>
        </p:nvSpPr>
        <p:spPr>
          <a:xfrm>
            <a:off x="6096000" y="3861048"/>
            <a:ext cx="1836324" cy="183472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52" name="Marcador de texto 45">
            <a:extLst>
              <a:ext uri="{FF2B5EF4-FFF2-40B4-BE49-F238E27FC236}">
                <a16:creationId xmlns:a16="http://schemas.microsoft.com/office/drawing/2014/main" id="{FC7383D9-8278-7F4A-AF15-C0E395DD4898}"/>
              </a:ext>
            </a:extLst>
          </p:cNvPr>
          <p:cNvSpPr>
            <a:spLocks noGrp="1"/>
          </p:cNvSpPr>
          <p:nvPr>
            <p:ph type="body" sz="quarter" idx="34" hasCustomPrompt="1"/>
          </p:nvPr>
        </p:nvSpPr>
        <p:spPr>
          <a:xfrm>
            <a:off x="6243270" y="4337383"/>
            <a:ext cx="1511961" cy="830997"/>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53" name="Marcador de texto 45">
            <a:extLst>
              <a:ext uri="{FF2B5EF4-FFF2-40B4-BE49-F238E27FC236}">
                <a16:creationId xmlns:a16="http://schemas.microsoft.com/office/drawing/2014/main" id="{EF706A17-4BC8-0B4E-8B84-0B11C273E2A7}"/>
              </a:ext>
            </a:extLst>
          </p:cNvPr>
          <p:cNvSpPr>
            <a:spLocks noGrp="1"/>
          </p:cNvSpPr>
          <p:nvPr>
            <p:ph type="body" sz="quarter" idx="35" hasCustomPrompt="1"/>
          </p:nvPr>
        </p:nvSpPr>
        <p:spPr>
          <a:xfrm>
            <a:off x="6243270" y="5383141"/>
            <a:ext cx="1511961" cy="166200"/>
          </a:xfrm>
          <a:prstGeom prst="rect">
            <a:avLst/>
          </a:prstGeom>
        </p:spPr>
        <p:txBody>
          <a:bodyPr wrap="square" lIns="0" tIns="0" rIns="0" bIns="0" anchor="t">
            <a:spAutoFit/>
          </a:bodyPr>
          <a:lstStyle>
            <a:lvl1pPr marL="0" indent="0">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4" name="Marcador de texto 45">
            <a:extLst>
              <a:ext uri="{FF2B5EF4-FFF2-40B4-BE49-F238E27FC236}">
                <a16:creationId xmlns:a16="http://schemas.microsoft.com/office/drawing/2014/main" id="{0F0C6B91-9597-5A49-8CB5-1E01BBB5C9EF}"/>
              </a:ext>
            </a:extLst>
          </p:cNvPr>
          <p:cNvSpPr>
            <a:spLocks noGrp="1"/>
          </p:cNvSpPr>
          <p:nvPr>
            <p:ph type="body" sz="quarter" idx="36" hasCustomPrompt="1"/>
          </p:nvPr>
        </p:nvSpPr>
        <p:spPr>
          <a:xfrm>
            <a:off x="6243270" y="4054236"/>
            <a:ext cx="1511961" cy="221599"/>
          </a:xfrm>
          <a:prstGeom prst="rect">
            <a:avLst/>
          </a:prstGeom>
        </p:spPr>
        <p:txBody>
          <a:bodyPr wrap="square" lIns="0" tIns="0" rIns="0" bIns="0" anchor="t">
            <a:spAutoFit/>
          </a:bodyPr>
          <a:lstStyle>
            <a:lvl1pPr marL="0" indent="0">
              <a:buNone/>
              <a:defRPr sz="16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05</a:t>
            </a:r>
            <a:endParaRPr lang="es-ES_tradnl"/>
          </a:p>
        </p:txBody>
      </p:sp>
      <p:cxnSp>
        <p:nvCxnSpPr>
          <p:cNvPr id="55" name="Conector recto 54">
            <a:extLst>
              <a:ext uri="{FF2B5EF4-FFF2-40B4-BE49-F238E27FC236}">
                <a16:creationId xmlns:a16="http://schemas.microsoft.com/office/drawing/2014/main" id="{08F9F5C5-D0C1-694B-B780-0CFC55FE4BA0}"/>
              </a:ext>
            </a:extLst>
          </p:cNvPr>
          <p:cNvCxnSpPr/>
          <p:nvPr userDrawn="1"/>
        </p:nvCxnSpPr>
        <p:spPr>
          <a:xfrm>
            <a:off x="6243269" y="5261682"/>
            <a:ext cx="53979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6" name="Marcador de posición de imagen 42">
            <a:extLst>
              <a:ext uri="{FF2B5EF4-FFF2-40B4-BE49-F238E27FC236}">
                <a16:creationId xmlns:a16="http://schemas.microsoft.com/office/drawing/2014/main" id="{F96E4D14-B60D-934A-8EDA-F704665E9406}"/>
              </a:ext>
            </a:extLst>
          </p:cNvPr>
          <p:cNvSpPr>
            <a:spLocks noGrp="1" noChangeAspect="1"/>
          </p:cNvSpPr>
          <p:nvPr>
            <p:ph type="pic" sz="quarter" idx="37"/>
          </p:nvPr>
        </p:nvSpPr>
        <p:spPr>
          <a:xfrm>
            <a:off x="6096000" y="2024844"/>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7" name="Marcador de posición de imagen 42">
            <a:extLst>
              <a:ext uri="{FF2B5EF4-FFF2-40B4-BE49-F238E27FC236}">
                <a16:creationId xmlns:a16="http://schemas.microsoft.com/office/drawing/2014/main" id="{5BCC7B2B-6EAB-FC41-B3CE-4508F945EC75}"/>
              </a:ext>
            </a:extLst>
          </p:cNvPr>
          <p:cNvSpPr>
            <a:spLocks noGrp="1" noChangeAspect="1"/>
          </p:cNvSpPr>
          <p:nvPr>
            <p:ph type="pic" sz="quarter" idx="38"/>
          </p:nvPr>
        </p:nvSpPr>
        <p:spPr>
          <a:xfrm>
            <a:off x="7932323" y="3861048"/>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8" name="Rectángulo 57">
            <a:extLst>
              <a:ext uri="{FF2B5EF4-FFF2-40B4-BE49-F238E27FC236}">
                <a16:creationId xmlns:a16="http://schemas.microsoft.com/office/drawing/2014/main" id="{F8F23690-365C-1146-9584-6B7DA71C76EA}"/>
              </a:ext>
            </a:extLst>
          </p:cNvPr>
          <p:cNvSpPr/>
          <p:nvPr userDrawn="1"/>
        </p:nvSpPr>
        <p:spPr>
          <a:xfrm>
            <a:off x="7932323" y="2026320"/>
            <a:ext cx="1836324" cy="18347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59" name="Marcador de texto 45">
            <a:extLst>
              <a:ext uri="{FF2B5EF4-FFF2-40B4-BE49-F238E27FC236}">
                <a16:creationId xmlns:a16="http://schemas.microsoft.com/office/drawing/2014/main" id="{E9E97F77-BF66-824E-ACFE-F1CF41C46FC0}"/>
              </a:ext>
            </a:extLst>
          </p:cNvPr>
          <p:cNvSpPr>
            <a:spLocks noGrp="1"/>
          </p:cNvSpPr>
          <p:nvPr>
            <p:ph type="body" sz="quarter" idx="39" hasCustomPrompt="1"/>
          </p:nvPr>
        </p:nvSpPr>
        <p:spPr>
          <a:xfrm>
            <a:off x="8079593" y="2502655"/>
            <a:ext cx="1511961" cy="830997"/>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60" name="Marcador de texto 45">
            <a:extLst>
              <a:ext uri="{FF2B5EF4-FFF2-40B4-BE49-F238E27FC236}">
                <a16:creationId xmlns:a16="http://schemas.microsoft.com/office/drawing/2014/main" id="{B1AC40F3-7639-2C40-9A18-822D3CB8D76F}"/>
              </a:ext>
            </a:extLst>
          </p:cNvPr>
          <p:cNvSpPr>
            <a:spLocks noGrp="1"/>
          </p:cNvSpPr>
          <p:nvPr>
            <p:ph type="body" sz="quarter" idx="40" hasCustomPrompt="1"/>
          </p:nvPr>
        </p:nvSpPr>
        <p:spPr>
          <a:xfrm>
            <a:off x="8079593" y="3548413"/>
            <a:ext cx="1511961" cy="166200"/>
          </a:xfrm>
          <a:prstGeom prst="rect">
            <a:avLst/>
          </a:prstGeom>
        </p:spPr>
        <p:txBody>
          <a:bodyPr wrap="square" lIns="0" tIns="0" rIns="0" bIns="0" anchor="t">
            <a:spAutoFit/>
          </a:bodyPr>
          <a:lstStyle>
            <a:lvl1pPr marL="0" indent="0">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1" name="Marcador de texto 45">
            <a:extLst>
              <a:ext uri="{FF2B5EF4-FFF2-40B4-BE49-F238E27FC236}">
                <a16:creationId xmlns:a16="http://schemas.microsoft.com/office/drawing/2014/main" id="{06F0BADA-E593-854A-BE82-2FC4CF3570CF}"/>
              </a:ext>
            </a:extLst>
          </p:cNvPr>
          <p:cNvSpPr>
            <a:spLocks noGrp="1"/>
          </p:cNvSpPr>
          <p:nvPr>
            <p:ph type="body" sz="quarter" idx="41" hasCustomPrompt="1"/>
          </p:nvPr>
        </p:nvSpPr>
        <p:spPr>
          <a:xfrm>
            <a:off x="8079593" y="2219508"/>
            <a:ext cx="1511961" cy="221599"/>
          </a:xfrm>
          <a:prstGeom prst="rect">
            <a:avLst/>
          </a:prstGeom>
        </p:spPr>
        <p:txBody>
          <a:bodyPr wrap="square" lIns="0" tIns="0" rIns="0" bIns="0" anchor="t">
            <a:spAutoFit/>
          </a:bodyPr>
          <a:lstStyle>
            <a:lvl1pPr marL="0" indent="0">
              <a:buNone/>
              <a:defRPr sz="16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03</a:t>
            </a:r>
            <a:endParaRPr lang="es-ES_tradnl"/>
          </a:p>
        </p:txBody>
      </p:sp>
      <p:cxnSp>
        <p:nvCxnSpPr>
          <p:cNvPr id="62" name="Conector recto 61">
            <a:extLst>
              <a:ext uri="{FF2B5EF4-FFF2-40B4-BE49-F238E27FC236}">
                <a16:creationId xmlns:a16="http://schemas.microsoft.com/office/drawing/2014/main" id="{9538588F-D4F3-0B49-AE85-9B0C8A19C3B6}"/>
              </a:ext>
            </a:extLst>
          </p:cNvPr>
          <p:cNvCxnSpPr/>
          <p:nvPr userDrawn="1"/>
        </p:nvCxnSpPr>
        <p:spPr>
          <a:xfrm>
            <a:off x="8079593" y="3426954"/>
            <a:ext cx="53979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3" name="Rectángulo 62">
            <a:extLst>
              <a:ext uri="{FF2B5EF4-FFF2-40B4-BE49-F238E27FC236}">
                <a16:creationId xmlns:a16="http://schemas.microsoft.com/office/drawing/2014/main" id="{FC4E2F9A-B6A6-394D-ABA6-DD8B96E63C6B}"/>
              </a:ext>
            </a:extLst>
          </p:cNvPr>
          <p:cNvSpPr/>
          <p:nvPr userDrawn="1"/>
        </p:nvSpPr>
        <p:spPr>
          <a:xfrm>
            <a:off x="9768647" y="3861048"/>
            <a:ext cx="1836324" cy="18347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64" name="Marcador de texto 45">
            <a:extLst>
              <a:ext uri="{FF2B5EF4-FFF2-40B4-BE49-F238E27FC236}">
                <a16:creationId xmlns:a16="http://schemas.microsoft.com/office/drawing/2014/main" id="{CC8A0DF8-922E-304B-9D17-B383E9A60BCB}"/>
              </a:ext>
            </a:extLst>
          </p:cNvPr>
          <p:cNvSpPr>
            <a:spLocks noGrp="1"/>
          </p:cNvSpPr>
          <p:nvPr>
            <p:ph type="body" sz="quarter" idx="42" hasCustomPrompt="1"/>
          </p:nvPr>
        </p:nvSpPr>
        <p:spPr>
          <a:xfrm>
            <a:off x="9915917" y="4337383"/>
            <a:ext cx="1511961" cy="830997"/>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65" name="Marcador de texto 45">
            <a:extLst>
              <a:ext uri="{FF2B5EF4-FFF2-40B4-BE49-F238E27FC236}">
                <a16:creationId xmlns:a16="http://schemas.microsoft.com/office/drawing/2014/main" id="{4F2D7D15-8CB3-7342-9EB7-F7FB58EAA3BE}"/>
              </a:ext>
            </a:extLst>
          </p:cNvPr>
          <p:cNvSpPr>
            <a:spLocks noGrp="1"/>
          </p:cNvSpPr>
          <p:nvPr>
            <p:ph type="body" sz="quarter" idx="43" hasCustomPrompt="1"/>
          </p:nvPr>
        </p:nvSpPr>
        <p:spPr>
          <a:xfrm>
            <a:off x="9915917" y="5383141"/>
            <a:ext cx="1511961" cy="166200"/>
          </a:xfrm>
          <a:prstGeom prst="rect">
            <a:avLst/>
          </a:prstGeom>
        </p:spPr>
        <p:txBody>
          <a:bodyPr wrap="square" lIns="0" tIns="0" rIns="0" bIns="0" anchor="t">
            <a:spAutoFit/>
          </a:bodyPr>
          <a:lstStyle>
            <a:lvl1pPr marL="0" indent="0">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6" name="Marcador de texto 45">
            <a:extLst>
              <a:ext uri="{FF2B5EF4-FFF2-40B4-BE49-F238E27FC236}">
                <a16:creationId xmlns:a16="http://schemas.microsoft.com/office/drawing/2014/main" id="{C400C66E-2523-3043-A616-184BDD806766}"/>
              </a:ext>
            </a:extLst>
          </p:cNvPr>
          <p:cNvSpPr>
            <a:spLocks noGrp="1"/>
          </p:cNvSpPr>
          <p:nvPr>
            <p:ph type="body" sz="quarter" idx="44" hasCustomPrompt="1"/>
          </p:nvPr>
        </p:nvSpPr>
        <p:spPr>
          <a:xfrm>
            <a:off x="9915917" y="4054236"/>
            <a:ext cx="1511961" cy="221599"/>
          </a:xfrm>
          <a:prstGeom prst="rect">
            <a:avLst/>
          </a:prstGeom>
        </p:spPr>
        <p:txBody>
          <a:bodyPr wrap="square" lIns="0" tIns="0" rIns="0" bIns="0" anchor="t">
            <a:spAutoFit/>
          </a:bodyPr>
          <a:lstStyle>
            <a:lvl1pPr marL="0" indent="0">
              <a:buNone/>
              <a:defRPr sz="16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06</a:t>
            </a:r>
            <a:endParaRPr lang="es-ES_tradnl"/>
          </a:p>
        </p:txBody>
      </p:sp>
      <p:cxnSp>
        <p:nvCxnSpPr>
          <p:cNvPr id="67" name="Conector recto 66">
            <a:extLst>
              <a:ext uri="{FF2B5EF4-FFF2-40B4-BE49-F238E27FC236}">
                <a16:creationId xmlns:a16="http://schemas.microsoft.com/office/drawing/2014/main" id="{AC21A489-4080-3046-ADDB-27C43D9979F8}"/>
              </a:ext>
            </a:extLst>
          </p:cNvPr>
          <p:cNvCxnSpPr/>
          <p:nvPr userDrawn="1"/>
        </p:nvCxnSpPr>
        <p:spPr>
          <a:xfrm>
            <a:off x="9915916" y="5261682"/>
            <a:ext cx="53979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8" name="Marcador de posición de imagen 42">
            <a:extLst>
              <a:ext uri="{FF2B5EF4-FFF2-40B4-BE49-F238E27FC236}">
                <a16:creationId xmlns:a16="http://schemas.microsoft.com/office/drawing/2014/main" id="{2EC6D0C8-CAC9-2649-8EE3-A250E4DAEFE1}"/>
              </a:ext>
            </a:extLst>
          </p:cNvPr>
          <p:cNvSpPr>
            <a:spLocks noGrp="1" noChangeAspect="1"/>
          </p:cNvSpPr>
          <p:nvPr>
            <p:ph type="pic" sz="quarter" idx="45"/>
          </p:nvPr>
        </p:nvSpPr>
        <p:spPr>
          <a:xfrm>
            <a:off x="9768647" y="2024844"/>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1" name="Line">
            <a:extLst>
              <a:ext uri="{FF2B5EF4-FFF2-40B4-BE49-F238E27FC236}">
                <a16:creationId xmlns:a16="http://schemas.microsoft.com/office/drawing/2014/main" id="{CD60A753-8724-7C4B-BE4D-61339443DB5F}"/>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42" name="Marcador de texto 15">
            <a:extLst>
              <a:ext uri="{FF2B5EF4-FFF2-40B4-BE49-F238E27FC236}">
                <a16:creationId xmlns:a16="http://schemas.microsoft.com/office/drawing/2014/main" id="{2BF1A2B0-2940-3F41-94AE-FB76C993037F}"/>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43" name="Slide Number Placeholder 5">
            <a:extLst>
              <a:ext uri="{FF2B5EF4-FFF2-40B4-BE49-F238E27FC236}">
                <a16:creationId xmlns:a16="http://schemas.microsoft.com/office/drawing/2014/main" id="{F4A65EDC-1B1D-3445-BB58-E413CB61AC63}"/>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395602774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ido No. 09">
    <p:spTree>
      <p:nvGrpSpPr>
        <p:cNvPr id="1" name=""/>
        <p:cNvGrpSpPr/>
        <p:nvPr/>
      </p:nvGrpSpPr>
      <p:grpSpPr>
        <a:xfrm>
          <a:off x="0" y="0"/>
          <a:ext cx="0" cy="0"/>
          <a:chOff x="0" y="0"/>
          <a:chExt cx="0" cy="0"/>
        </a:xfrm>
      </p:grpSpPr>
      <p:sp>
        <p:nvSpPr>
          <p:cNvPr id="43" name="Marcador de posición de imagen 42">
            <a:extLst>
              <a:ext uri="{FF2B5EF4-FFF2-40B4-BE49-F238E27FC236}">
                <a16:creationId xmlns:a16="http://schemas.microsoft.com/office/drawing/2014/main" id="{0848F1A1-CD2F-3142-A9D9-577E5B17E6CF}"/>
              </a:ext>
            </a:extLst>
          </p:cNvPr>
          <p:cNvSpPr>
            <a:spLocks noGrp="1"/>
          </p:cNvSpPr>
          <p:nvPr>
            <p:ph type="pic" sz="quarter" idx="15"/>
          </p:nvPr>
        </p:nvSpPr>
        <p:spPr>
          <a:xfrm>
            <a:off x="2045428" y="2396604"/>
            <a:ext cx="2267945" cy="2268328"/>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1802948" y="4844876"/>
            <a:ext cx="2752904" cy="395846"/>
          </a:xfrm>
          <a:prstGeom prst="rect">
            <a:avLst/>
          </a:prstGeom>
        </p:spPr>
        <p:txBody>
          <a:bodyPr anchor="t"/>
          <a:lstStyle>
            <a:lvl1pPr marL="0" indent="0" algn="ctr">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1802948" y="5258903"/>
            <a:ext cx="2752904" cy="243632"/>
          </a:xfrm>
          <a:prstGeom prst="rect">
            <a:avLst/>
          </a:prstGeom>
        </p:spPr>
        <p:txBody>
          <a:bodyPr anchor="t"/>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8" name="Marcador de texto 45">
            <a:extLst>
              <a:ext uri="{FF2B5EF4-FFF2-40B4-BE49-F238E27FC236}">
                <a16:creationId xmlns:a16="http://schemas.microsoft.com/office/drawing/2014/main" id="{694668BB-ABCB-F242-9927-BC13883D4333}"/>
              </a:ext>
            </a:extLst>
          </p:cNvPr>
          <p:cNvSpPr>
            <a:spLocks noGrp="1"/>
          </p:cNvSpPr>
          <p:nvPr>
            <p:ph type="body" sz="quarter" idx="18" hasCustomPrompt="1"/>
          </p:nvPr>
        </p:nvSpPr>
        <p:spPr>
          <a:xfrm>
            <a:off x="1802948" y="5577211"/>
            <a:ext cx="2752904" cy="625823"/>
          </a:xfrm>
          <a:prstGeom prst="rect">
            <a:avLst/>
          </a:prstGeom>
        </p:spPr>
        <p:txBody>
          <a:bodyPr lIns="0" tIns="0" rIns="0" bIns="0" anchor="t"/>
          <a:lstStyle>
            <a:lvl1pPr marL="0" indent="0" algn="ctr">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30" name="Marcador de texto 45">
            <a:extLst>
              <a:ext uri="{FF2B5EF4-FFF2-40B4-BE49-F238E27FC236}">
                <a16:creationId xmlns:a16="http://schemas.microsoft.com/office/drawing/2014/main" id="{E6084A81-E018-A343-A59C-15C61EFEF3BB}"/>
              </a:ext>
            </a:extLst>
          </p:cNvPr>
          <p:cNvSpPr>
            <a:spLocks noGrp="1"/>
          </p:cNvSpPr>
          <p:nvPr>
            <p:ph type="body" sz="quarter" idx="20" hasCustomPrompt="1"/>
          </p:nvPr>
        </p:nvSpPr>
        <p:spPr>
          <a:xfrm>
            <a:off x="4692386" y="4844876"/>
            <a:ext cx="2752904" cy="395846"/>
          </a:xfrm>
          <a:prstGeom prst="rect">
            <a:avLst/>
          </a:prstGeom>
        </p:spPr>
        <p:txBody>
          <a:bodyPr anchor="t"/>
          <a:lstStyle>
            <a:lvl1pPr marL="0" indent="0" algn="ctr">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1" name="Marcador de texto 45">
            <a:extLst>
              <a:ext uri="{FF2B5EF4-FFF2-40B4-BE49-F238E27FC236}">
                <a16:creationId xmlns:a16="http://schemas.microsoft.com/office/drawing/2014/main" id="{FD372586-0D90-F347-B9AE-F6EB2593A09A}"/>
              </a:ext>
            </a:extLst>
          </p:cNvPr>
          <p:cNvSpPr>
            <a:spLocks noGrp="1"/>
          </p:cNvSpPr>
          <p:nvPr>
            <p:ph type="body" sz="quarter" idx="21" hasCustomPrompt="1"/>
          </p:nvPr>
        </p:nvSpPr>
        <p:spPr>
          <a:xfrm>
            <a:off x="4692386" y="5258903"/>
            <a:ext cx="2752904" cy="243632"/>
          </a:xfrm>
          <a:prstGeom prst="rect">
            <a:avLst/>
          </a:prstGeom>
        </p:spPr>
        <p:txBody>
          <a:bodyPr anchor="t"/>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2" name="Marcador de texto 45">
            <a:extLst>
              <a:ext uri="{FF2B5EF4-FFF2-40B4-BE49-F238E27FC236}">
                <a16:creationId xmlns:a16="http://schemas.microsoft.com/office/drawing/2014/main" id="{F946D53D-3026-D248-9C5F-92C6C00A42C3}"/>
              </a:ext>
            </a:extLst>
          </p:cNvPr>
          <p:cNvSpPr>
            <a:spLocks noGrp="1"/>
          </p:cNvSpPr>
          <p:nvPr>
            <p:ph type="body" sz="quarter" idx="22" hasCustomPrompt="1"/>
          </p:nvPr>
        </p:nvSpPr>
        <p:spPr>
          <a:xfrm>
            <a:off x="4692386" y="5577211"/>
            <a:ext cx="2752904" cy="625823"/>
          </a:xfrm>
          <a:prstGeom prst="rect">
            <a:avLst/>
          </a:prstGeom>
        </p:spPr>
        <p:txBody>
          <a:bodyPr lIns="0" tIns="0" rIns="0" bIns="0" anchor="t"/>
          <a:lstStyle>
            <a:lvl1pPr marL="0" indent="0" algn="ctr">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33" name="Marcador de posición de imagen 42">
            <a:extLst>
              <a:ext uri="{FF2B5EF4-FFF2-40B4-BE49-F238E27FC236}">
                <a16:creationId xmlns:a16="http://schemas.microsoft.com/office/drawing/2014/main" id="{923AB3E7-CFF7-DC4C-938F-32AF1EA9F231}"/>
              </a:ext>
            </a:extLst>
          </p:cNvPr>
          <p:cNvSpPr>
            <a:spLocks noGrp="1"/>
          </p:cNvSpPr>
          <p:nvPr>
            <p:ph type="pic" sz="quarter" idx="23"/>
          </p:nvPr>
        </p:nvSpPr>
        <p:spPr>
          <a:xfrm>
            <a:off x="7824305" y="2396604"/>
            <a:ext cx="2267945" cy="2268328"/>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4" name="Marcador de texto 45">
            <a:extLst>
              <a:ext uri="{FF2B5EF4-FFF2-40B4-BE49-F238E27FC236}">
                <a16:creationId xmlns:a16="http://schemas.microsoft.com/office/drawing/2014/main" id="{5A6BE262-D6C4-BA47-B1F4-584E8B67C615}"/>
              </a:ext>
            </a:extLst>
          </p:cNvPr>
          <p:cNvSpPr>
            <a:spLocks noGrp="1"/>
          </p:cNvSpPr>
          <p:nvPr>
            <p:ph type="body" sz="quarter" idx="24" hasCustomPrompt="1"/>
          </p:nvPr>
        </p:nvSpPr>
        <p:spPr>
          <a:xfrm>
            <a:off x="7581825" y="4844876"/>
            <a:ext cx="2752904" cy="395846"/>
          </a:xfrm>
          <a:prstGeom prst="rect">
            <a:avLst/>
          </a:prstGeom>
        </p:spPr>
        <p:txBody>
          <a:bodyPr anchor="t"/>
          <a:lstStyle>
            <a:lvl1pPr marL="0" indent="0" algn="ctr">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5" name="Marcador de texto 45">
            <a:extLst>
              <a:ext uri="{FF2B5EF4-FFF2-40B4-BE49-F238E27FC236}">
                <a16:creationId xmlns:a16="http://schemas.microsoft.com/office/drawing/2014/main" id="{B120BDC1-4458-374F-85DA-07F2DF4A5E0F}"/>
              </a:ext>
            </a:extLst>
          </p:cNvPr>
          <p:cNvSpPr>
            <a:spLocks noGrp="1"/>
          </p:cNvSpPr>
          <p:nvPr>
            <p:ph type="body" sz="quarter" idx="25" hasCustomPrompt="1"/>
          </p:nvPr>
        </p:nvSpPr>
        <p:spPr>
          <a:xfrm>
            <a:off x="7581825" y="5258903"/>
            <a:ext cx="2752904" cy="243632"/>
          </a:xfrm>
          <a:prstGeom prst="rect">
            <a:avLst/>
          </a:prstGeom>
        </p:spPr>
        <p:txBody>
          <a:bodyPr anchor="t"/>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6" name="Marcador de texto 45">
            <a:extLst>
              <a:ext uri="{FF2B5EF4-FFF2-40B4-BE49-F238E27FC236}">
                <a16:creationId xmlns:a16="http://schemas.microsoft.com/office/drawing/2014/main" id="{5D18860E-0D14-6B43-B464-D1DBFFAFC4E0}"/>
              </a:ext>
            </a:extLst>
          </p:cNvPr>
          <p:cNvSpPr>
            <a:spLocks noGrp="1"/>
          </p:cNvSpPr>
          <p:nvPr>
            <p:ph type="body" sz="quarter" idx="26" hasCustomPrompt="1"/>
          </p:nvPr>
        </p:nvSpPr>
        <p:spPr>
          <a:xfrm>
            <a:off x="7581825" y="5577211"/>
            <a:ext cx="2752904" cy="625823"/>
          </a:xfrm>
          <a:prstGeom prst="rect">
            <a:avLst/>
          </a:prstGeom>
        </p:spPr>
        <p:txBody>
          <a:bodyPr lIns="0" tIns="0" rIns="0" bIns="0" anchor="t"/>
          <a:lstStyle>
            <a:lvl1pPr marL="0" indent="0" algn="ctr">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23" name="Line">
            <a:extLst>
              <a:ext uri="{FF2B5EF4-FFF2-40B4-BE49-F238E27FC236}">
                <a16:creationId xmlns:a16="http://schemas.microsoft.com/office/drawing/2014/main" id="{E7C42C3F-40D7-6840-AF9A-A0CB88595886}"/>
              </a:ext>
            </a:extLst>
          </p:cNvPr>
          <p:cNvSpPr/>
          <p:nvPr userDrawn="1"/>
        </p:nvSpPr>
        <p:spPr>
          <a:xfrm>
            <a:off x="7506819" y="1458298"/>
            <a:ext cx="0" cy="4755437"/>
          </a:xfrm>
          <a:prstGeom prst="line">
            <a:avLst/>
          </a:prstGeom>
          <a:ln w="12700">
            <a:solidFill>
              <a:schemeClr val="tx2">
                <a:lumMod val="60000"/>
                <a:lumOff val="40000"/>
              </a:schemeClr>
            </a:solidFill>
            <a:prstDash val="lgDash"/>
          </a:ln>
        </p:spPr>
        <p:txBody>
          <a:bodyPr lIns="60960" tIns="60960" rIns="60960" bIns="60960" anchor="t"/>
          <a:lstStyle/>
          <a:p>
            <a:endParaRPr sz="900">
              <a:latin typeface="Century Gothic" panose="020B0502020202020204" pitchFamily="34" charset="0"/>
            </a:endParaRPr>
          </a:p>
        </p:txBody>
      </p:sp>
      <p:sp>
        <p:nvSpPr>
          <p:cNvPr id="24" name="Line">
            <a:extLst>
              <a:ext uri="{FF2B5EF4-FFF2-40B4-BE49-F238E27FC236}">
                <a16:creationId xmlns:a16="http://schemas.microsoft.com/office/drawing/2014/main" id="{8D1A6334-9F6C-0543-8FAF-8D3C35BD1CD4}"/>
              </a:ext>
            </a:extLst>
          </p:cNvPr>
          <p:cNvSpPr/>
          <p:nvPr userDrawn="1"/>
        </p:nvSpPr>
        <p:spPr>
          <a:xfrm>
            <a:off x="4626272" y="1458298"/>
            <a:ext cx="0" cy="4755437"/>
          </a:xfrm>
          <a:prstGeom prst="line">
            <a:avLst/>
          </a:prstGeom>
          <a:ln w="12700">
            <a:solidFill>
              <a:schemeClr val="tx2">
                <a:lumMod val="60000"/>
                <a:lumOff val="40000"/>
              </a:schemeClr>
            </a:solidFill>
            <a:prstDash val="lgDash"/>
          </a:ln>
        </p:spPr>
        <p:txBody>
          <a:bodyPr lIns="60960" tIns="60960" rIns="60960" bIns="60960" anchor="t"/>
          <a:lstStyle/>
          <a:p>
            <a:endParaRPr sz="900">
              <a:latin typeface="Century Gothic" panose="020B0502020202020204" pitchFamily="34" charset="0"/>
            </a:endParaRPr>
          </a:p>
        </p:txBody>
      </p:sp>
      <p:sp>
        <p:nvSpPr>
          <p:cNvPr id="29" name="Marcador de posición de imagen 42">
            <a:extLst>
              <a:ext uri="{FF2B5EF4-FFF2-40B4-BE49-F238E27FC236}">
                <a16:creationId xmlns:a16="http://schemas.microsoft.com/office/drawing/2014/main" id="{0AF41225-ECC9-714D-900C-A0C4373E70FE}"/>
              </a:ext>
            </a:extLst>
          </p:cNvPr>
          <p:cNvSpPr>
            <a:spLocks noGrp="1"/>
          </p:cNvSpPr>
          <p:nvPr>
            <p:ph type="pic" sz="quarter" idx="19"/>
          </p:nvPr>
        </p:nvSpPr>
        <p:spPr>
          <a:xfrm>
            <a:off x="4463204" y="1398790"/>
            <a:ext cx="3265592" cy="3266143"/>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19" name="Line">
            <a:extLst>
              <a:ext uri="{FF2B5EF4-FFF2-40B4-BE49-F238E27FC236}">
                <a16:creationId xmlns:a16="http://schemas.microsoft.com/office/drawing/2014/main" id="{1F6D0E81-0808-2844-AF8E-3D39CB4C702F}"/>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0" name="Marcador de texto 15">
            <a:extLst>
              <a:ext uri="{FF2B5EF4-FFF2-40B4-BE49-F238E27FC236}">
                <a16:creationId xmlns:a16="http://schemas.microsoft.com/office/drawing/2014/main" id="{7B1E36C4-3ED4-874E-9F22-D4DB0FF8E6F6}"/>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2" name="Slide Number Placeholder 5">
            <a:extLst>
              <a:ext uri="{FF2B5EF4-FFF2-40B4-BE49-F238E27FC236}">
                <a16:creationId xmlns:a16="http://schemas.microsoft.com/office/drawing/2014/main" id="{EAB08367-BD60-2A48-9DA5-C5A36BE10BC3}"/>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426015150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ido No. 10">
    <p:spTree>
      <p:nvGrpSpPr>
        <p:cNvPr id="1" name=""/>
        <p:cNvGrpSpPr/>
        <p:nvPr/>
      </p:nvGrpSpPr>
      <p:grpSpPr>
        <a:xfrm>
          <a:off x="0" y="0"/>
          <a:ext cx="0" cy="0"/>
          <a:chOff x="0" y="0"/>
          <a:chExt cx="0" cy="0"/>
        </a:xfrm>
      </p:grpSpPr>
      <p:sp>
        <p:nvSpPr>
          <p:cNvPr id="43" name="Marcador de posición de imagen 42">
            <a:extLst>
              <a:ext uri="{FF2B5EF4-FFF2-40B4-BE49-F238E27FC236}">
                <a16:creationId xmlns:a16="http://schemas.microsoft.com/office/drawing/2014/main" id="{0848F1A1-CD2F-3142-A9D9-577E5B17E6CF}"/>
              </a:ext>
            </a:extLst>
          </p:cNvPr>
          <p:cNvSpPr>
            <a:spLocks noGrp="1"/>
          </p:cNvSpPr>
          <p:nvPr>
            <p:ph type="pic" sz="quarter" idx="15"/>
          </p:nvPr>
        </p:nvSpPr>
        <p:spPr>
          <a:xfrm>
            <a:off x="1847253" y="1592527"/>
            <a:ext cx="2051905" cy="2052251"/>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4403701" y="1971242"/>
            <a:ext cx="6460921"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4403701" y="2385269"/>
            <a:ext cx="6460921"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3" name="Line">
            <a:extLst>
              <a:ext uri="{FF2B5EF4-FFF2-40B4-BE49-F238E27FC236}">
                <a16:creationId xmlns:a16="http://schemas.microsoft.com/office/drawing/2014/main" id="{E7C42C3F-40D7-6840-AF9A-A0CB88595886}"/>
              </a:ext>
            </a:extLst>
          </p:cNvPr>
          <p:cNvSpPr/>
          <p:nvPr userDrawn="1"/>
        </p:nvSpPr>
        <p:spPr>
          <a:xfrm>
            <a:off x="1847254" y="3829279"/>
            <a:ext cx="9017368" cy="0"/>
          </a:xfrm>
          <a:prstGeom prst="line">
            <a:avLst/>
          </a:prstGeom>
          <a:ln w="12700">
            <a:solidFill>
              <a:schemeClr val="tx2">
                <a:lumMod val="60000"/>
                <a:lumOff val="40000"/>
              </a:schemeClr>
            </a:solidFill>
            <a:prstDash val="lgDash"/>
          </a:ln>
        </p:spPr>
        <p:txBody>
          <a:bodyPr lIns="60960" tIns="60960" rIns="60960" bIns="60960" anchor="t"/>
          <a:lstStyle/>
          <a:p>
            <a:endParaRPr sz="900">
              <a:latin typeface="Century Gothic" panose="020B0502020202020204" pitchFamily="34" charset="0"/>
            </a:endParaRPr>
          </a:p>
        </p:txBody>
      </p:sp>
      <p:sp>
        <p:nvSpPr>
          <p:cNvPr id="24" name="Line">
            <a:extLst>
              <a:ext uri="{FF2B5EF4-FFF2-40B4-BE49-F238E27FC236}">
                <a16:creationId xmlns:a16="http://schemas.microsoft.com/office/drawing/2014/main" id="{8D1A6334-9F6C-0543-8FAF-8D3C35BD1CD4}"/>
              </a:ext>
            </a:extLst>
          </p:cNvPr>
          <p:cNvSpPr/>
          <p:nvPr userDrawn="1"/>
        </p:nvSpPr>
        <p:spPr>
          <a:xfrm>
            <a:off x="4115651" y="1458298"/>
            <a:ext cx="0" cy="4755437"/>
          </a:xfrm>
          <a:prstGeom prst="line">
            <a:avLst/>
          </a:prstGeom>
          <a:ln w="12700">
            <a:solidFill>
              <a:schemeClr val="tx2">
                <a:lumMod val="60000"/>
                <a:lumOff val="40000"/>
              </a:schemeClr>
            </a:solidFill>
            <a:prstDash val="solid"/>
          </a:ln>
        </p:spPr>
        <p:txBody>
          <a:bodyPr lIns="60960" tIns="60960" rIns="60960" bIns="60960" anchor="t"/>
          <a:lstStyle/>
          <a:p>
            <a:endParaRPr sz="900">
              <a:latin typeface="Century Gothic" panose="020B0502020202020204" pitchFamily="34" charset="0"/>
            </a:endParaRPr>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4403701" y="2719896"/>
            <a:ext cx="6460925" cy="615553"/>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20" name="Marcador de posición de imagen 42">
            <a:extLst>
              <a:ext uri="{FF2B5EF4-FFF2-40B4-BE49-F238E27FC236}">
                <a16:creationId xmlns:a16="http://schemas.microsoft.com/office/drawing/2014/main" id="{A4E9C5FF-6E6D-0348-834E-F9768B213F97}"/>
              </a:ext>
            </a:extLst>
          </p:cNvPr>
          <p:cNvSpPr>
            <a:spLocks noGrp="1"/>
          </p:cNvSpPr>
          <p:nvPr>
            <p:ph type="pic" sz="quarter" idx="19"/>
          </p:nvPr>
        </p:nvSpPr>
        <p:spPr>
          <a:xfrm>
            <a:off x="1847253" y="4041813"/>
            <a:ext cx="2051905" cy="2052251"/>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2" name="Marcador de texto 45">
            <a:extLst>
              <a:ext uri="{FF2B5EF4-FFF2-40B4-BE49-F238E27FC236}">
                <a16:creationId xmlns:a16="http://schemas.microsoft.com/office/drawing/2014/main" id="{8FFC2D88-06FC-3C4B-A29B-F3B4E8A5226D}"/>
              </a:ext>
            </a:extLst>
          </p:cNvPr>
          <p:cNvSpPr>
            <a:spLocks noGrp="1"/>
          </p:cNvSpPr>
          <p:nvPr>
            <p:ph type="body" sz="quarter" idx="20" hasCustomPrompt="1"/>
          </p:nvPr>
        </p:nvSpPr>
        <p:spPr>
          <a:xfrm>
            <a:off x="4403701" y="4420528"/>
            <a:ext cx="6460921"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5" name="Marcador de texto 45">
            <a:extLst>
              <a:ext uri="{FF2B5EF4-FFF2-40B4-BE49-F238E27FC236}">
                <a16:creationId xmlns:a16="http://schemas.microsoft.com/office/drawing/2014/main" id="{3D75D878-63F9-5A46-BBA0-A3C929D7FCF0}"/>
              </a:ext>
            </a:extLst>
          </p:cNvPr>
          <p:cNvSpPr>
            <a:spLocks noGrp="1"/>
          </p:cNvSpPr>
          <p:nvPr>
            <p:ph type="body" sz="quarter" idx="21" hasCustomPrompt="1"/>
          </p:nvPr>
        </p:nvSpPr>
        <p:spPr>
          <a:xfrm>
            <a:off x="4403701" y="4834555"/>
            <a:ext cx="6460921"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6" name="Marcador de texto 45">
            <a:extLst>
              <a:ext uri="{FF2B5EF4-FFF2-40B4-BE49-F238E27FC236}">
                <a16:creationId xmlns:a16="http://schemas.microsoft.com/office/drawing/2014/main" id="{B4B33110-27F5-6A48-8D39-4EA2E6896249}"/>
              </a:ext>
            </a:extLst>
          </p:cNvPr>
          <p:cNvSpPr>
            <a:spLocks noGrp="1"/>
          </p:cNvSpPr>
          <p:nvPr>
            <p:ph type="body" sz="quarter" idx="22" hasCustomPrompt="1"/>
          </p:nvPr>
        </p:nvSpPr>
        <p:spPr>
          <a:xfrm>
            <a:off x="4403701" y="5169182"/>
            <a:ext cx="6460925" cy="615553"/>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15" name="Line">
            <a:extLst>
              <a:ext uri="{FF2B5EF4-FFF2-40B4-BE49-F238E27FC236}">
                <a16:creationId xmlns:a16="http://schemas.microsoft.com/office/drawing/2014/main" id="{DC08E042-AFCA-C64E-9DA2-8D88CF18270F}"/>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7" name="Marcador de texto 15">
            <a:extLst>
              <a:ext uri="{FF2B5EF4-FFF2-40B4-BE49-F238E27FC236}">
                <a16:creationId xmlns:a16="http://schemas.microsoft.com/office/drawing/2014/main" id="{8ABE95CF-EE9B-FC40-9BB5-F97FB67B7165}"/>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18" name="Slide Number Placeholder 5">
            <a:extLst>
              <a:ext uri="{FF2B5EF4-FFF2-40B4-BE49-F238E27FC236}">
                <a16:creationId xmlns:a16="http://schemas.microsoft.com/office/drawing/2014/main" id="{04BDDA27-74F5-9A48-8B65-ACCC2227FCA7}"/>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155525313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ido No. 11">
    <p:spTree>
      <p:nvGrpSpPr>
        <p:cNvPr id="1" name=""/>
        <p:cNvGrpSpPr/>
        <p:nvPr/>
      </p:nvGrpSpPr>
      <p:grpSpPr>
        <a:xfrm>
          <a:off x="0" y="0"/>
          <a:ext cx="0" cy="0"/>
          <a:chOff x="0" y="0"/>
          <a:chExt cx="0" cy="0"/>
        </a:xfrm>
      </p:grpSpPr>
      <p:sp>
        <p:nvSpPr>
          <p:cNvPr id="43" name="Marcador de posición de imagen 42">
            <a:extLst>
              <a:ext uri="{FF2B5EF4-FFF2-40B4-BE49-F238E27FC236}">
                <a16:creationId xmlns:a16="http://schemas.microsoft.com/office/drawing/2014/main" id="{0848F1A1-CD2F-3142-A9D9-577E5B17E6CF}"/>
              </a:ext>
            </a:extLst>
          </p:cNvPr>
          <p:cNvSpPr>
            <a:spLocks noGrp="1"/>
          </p:cNvSpPr>
          <p:nvPr>
            <p:ph type="pic" sz="quarter" idx="15"/>
          </p:nvPr>
        </p:nvSpPr>
        <p:spPr>
          <a:xfrm>
            <a:off x="7608266" y="2719896"/>
            <a:ext cx="1800317" cy="1800622"/>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494" y="1971242"/>
            <a:ext cx="4665322"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386494" y="2385269"/>
            <a:ext cx="4665322"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386495" y="2719896"/>
            <a:ext cx="4665321" cy="923330"/>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15" name="Marcador de posición de imagen 42">
            <a:extLst>
              <a:ext uri="{FF2B5EF4-FFF2-40B4-BE49-F238E27FC236}">
                <a16:creationId xmlns:a16="http://schemas.microsoft.com/office/drawing/2014/main" id="{52419454-D51B-A14D-8E89-9BD7C86A7BDD}"/>
              </a:ext>
            </a:extLst>
          </p:cNvPr>
          <p:cNvSpPr>
            <a:spLocks noGrp="1"/>
          </p:cNvSpPr>
          <p:nvPr>
            <p:ph type="pic" sz="quarter" idx="19"/>
          </p:nvPr>
        </p:nvSpPr>
        <p:spPr>
          <a:xfrm>
            <a:off x="5519898" y="2719896"/>
            <a:ext cx="1800317" cy="1800622"/>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17" name="Marcador de posición de imagen 42">
            <a:extLst>
              <a:ext uri="{FF2B5EF4-FFF2-40B4-BE49-F238E27FC236}">
                <a16:creationId xmlns:a16="http://schemas.microsoft.com/office/drawing/2014/main" id="{9ACA3BAE-D583-BF4D-BD81-7923D310B007}"/>
              </a:ext>
            </a:extLst>
          </p:cNvPr>
          <p:cNvSpPr>
            <a:spLocks noGrp="1"/>
          </p:cNvSpPr>
          <p:nvPr>
            <p:ph type="pic" sz="quarter" idx="20"/>
          </p:nvPr>
        </p:nvSpPr>
        <p:spPr>
          <a:xfrm>
            <a:off x="9648030" y="2719896"/>
            <a:ext cx="1800317" cy="1800622"/>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18" name="Marcador de posición de imagen 42">
            <a:extLst>
              <a:ext uri="{FF2B5EF4-FFF2-40B4-BE49-F238E27FC236}">
                <a16:creationId xmlns:a16="http://schemas.microsoft.com/office/drawing/2014/main" id="{039B53DD-5A0F-3147-9277-4F9C25ED7FF8}"/>
              </a:ext>
            </a:extLst>
          </p:cNvPr>
          <p:cNvSpPr>
            <a:spLocks noGrp="1"/>
          </p:cNvSpPr>
          <p:nvPr>
            <p:ph type="pic" sz="quarter" idx="21"/>
          </p:nvPr>
        </p:nvSpPr>
        <p:spPr>
          <a:xfrm>
            <a:off x="6569702" y="923754"/>
            <a:ext cx="1800317" cy="1800622"/>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7" name="Marcador de posición de imagen 42">
            <a:extLst>
              <a:ext uri="{FF2B5EF4-FFF2-40B4-BE49-F238E27FC236}">
                <a16:creationId xmlns:a16="http://schemas.microsoft.com/office/drawing/2014/main" id="{8C870D02-09C0-8E4A-8CC6-4C4CAE75195D}"/>
              </a:ext>
            </a:extLst>
          </p:cNvPr>
          <p:cNvSpPr>
            <a:spLocks noGrp="1"/>
          </p:cNvSpPr>
          <p:nvPr>
            <p:ph type="pic" sz="quarter" idx="22"/>
          </p:nvPr>
        </p:nvSpPr>
        <p:spPr>
          <a:xfrm>
            <a:off x="8609465" y="923754"/>
            <a:ext cx="1800317" cy="1800622"/>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8" name="Marcador de posición de imagen 42">
            <a:extLst>
              <a:ext uri="{FF2B5EF4-FFF2-40B4-BE49-F238E27FC236}">
                <a16:creationId xmlns:a16="http://schemas.microsoft.com/office/drawing/2014/main" id="{ED3718A3-6B67-AD40-ABE5-FD1BB9F495B3}"/>
              </a:ext>
            </a:extLst>
          </p:cNvPr>
          <p:cNvSpPr>
            <a:spLocks noGrp="1"/>
          </p:cNvSpPr>
          <p:nvPr>
            <p:ph type="pic" sz="quarter" idx="23"/>
          </p:nvPr>
        </p:nvSpPr>
        <p:spPr>
          <a:xfrm>
            <a:off x="6569702" y="4520518"/>
            <a:ext cx="1800317" cy="1800622"/>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9" name="Marcador de posición de imagen 42">
            <a:extLst>
              <a:ext uri="{FF2B5EF4-FFF2-40B4-BE49-F238E27FC236}">
                <a16:creationId xmlns:a16="http://schemas.microsoft.com/office/drawing/2014/main" id="{A1E3C389-59BD-5241-A89B-A8219E4B28EE}"/>
              </a:ext>
            </a:extLst>
          </p:cNvPr>
          <p:cNvSpPr>
            <a:spLocks noGrp="1"/>
          </p:cNvSpPr>
          <p:nvPr>
            <p:ph type="pic" sz="quarter" idx="24"/>
          </p:nvPr>
        </p:nvSpPr>
        <p:spPr>
          <a:xfrm>
            <a:off x="8609465" y="4520518"/>
            <a:ext cx="1800317" cy="1800622"/>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0" name="Marcador de texto 45">
            <a:extLst>
              <a:ext uri="{FF2B5EF4-FFF2-40B4-BE49-F238E27FC236}">
                <a16:creationId xmlns:a16="http://schemas.microsoft.com/office/drawing/2014/main" id="{C677598D-580E-F946-806D-907E4586DD83}"/>
              </a:ext>
            </a:extLst>
          </p:cNvPr>
          <p:cNvSpPr>
            <a:spLocks noGrp="1"/>
          </p:cNvSpPr>
          <p:nvPr>
            <p:ph type="body" sz="quarter" idx="25" hasCustomPrompt="1"/>
          </p:nvPr>
        </p:nvSpPr>
        <p:spPr>
          <a:xfrm>
            <a:off x="386494" y="4048236"/>
            <a:ext cx="4665322"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1" name="Marcador de texto 45">
            <a:extLst>
              <a:ext uri="{FF2B5EF4-FFF2-40B4-BE49-F238E27FC236}">
                <a16:creationId xmlns:a16="http://schemas.microsoft.com/office/drawing/2014/main" id="{CF06E71A-6780-CE42-861F-7C8985DFD05C}"/>
              </a:ext>
            </a:extLst>
          </p:cNvPr>
          <p:cNvSpPr>
            <a:spLocks noGrp="1"/>
          </p:cNvSpPr>
          <p:nvPr>
            <p:ph type="body" sz="quarter" idx="26" hasCustomPrompt="1"/>
          </p:nvPr>
        </p:nvSpPr>
        <p:spPr>
          <a:xfrm>
            <a:off x="386494" y="4462263"/>
            <a:ext cx="4665322"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2" name="Marcador de texto 45">
            <a:extLst>
              <a:ext uri="{FF2B5EF4-FFF2-40B4-BE49-F238E27FC236}">
                <a16:creationId xmlns:a16="http://schemas.microsoft.com/office/drawing/2014/main" id="{2EC0EC02-AD14-C541-A1C7-FB7266254048}"/>
              </a:ext>
            </a:extLst>
          </p:cNvPr>
          <p:cNvSpPr>
            <a:spLocks noGrp="1"/>
          </p:cNvSpPr>
          <p:nvPr>
            <p:ph type="body" sz="quarter" idx="27" hasCustomPrompt="1"/>
          </p:nvPr>
        </p:nvSpPr>
        <p:spPr>
          <a:xfrm>
            <a:off x="386495" y="4796890"/>
            <a:ext cx="4665321" cy="923330"/>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20" name="Line">
            <a:extLst>
              <a:ext uri="{FF2B5EF4-FFF2-40B4-BE49-F238E27FC236}">
                <a16:creationId xmlns:a16="http://schemas.microsoft.com/office/drawing/2014/main" id="{77642CB2-D26B-924A-9340-07721BBC27B6}"/>
              </a:ext>
            </a:extLst>
          </p:cNvPr>
          <p:cNvSpPr/>
          <p:nvPr userDrawn="1"/>
        </p:nvSpPr>
        <p:spPr>
          <a:xfrm>
            <a:off x="368284" y="180882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2" name="Marcador de texto 15">
            <a:extLst>
              <a:ext uri="{FF2B5EF4-FFF2-40B4-BE49-F238E27FC236}">
                <a16:creationId xmlns:a16="http://schemas.microsoft.com/office/drawing/2014/main" id="{29C64845-59CC-3C48-838B-8328D39DC1D3}"/>
              </a:ext>
            </a:extLst>
          </p:cNvPr>
          <p:cNvSpPr>
            <a:spLocks noGrp="1"/>
          </p:cNvSpPr>
          <p:nvPr>
            <p:ph type="body" sz="quarter" idx="10"/>
          </p:nvPr>
        </p:nvSpPr>
        <p:spPr>
          <a:xfrm>
            <a:off x="370705" y="764704"/>
            <a:ext cx="4681111"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3" name="Slide Number Placeholder 5">
            <a:extLst>
              <a:ext uri="{FF2B5EF4-FFF2-40B4-BE49-F238E27FC236}">
                <a16:creationId xmlns:a16="http://schemas.microsoft.com/office/drawing/2014/main" id="{182DFEE7-00C6-954F-ABA7-0828A5FBC41A}"/>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41966742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ido No. 12">
    <p:spTree>
      <p:nvGrpSpPr>
        <p:cNvPr id="1" name=""/>
        <p:cNvGrpSpPr/>
        <p:nvPr/>
      </p:nvGrpSpPr>
      <p:grpSpPr>
        <a:xfrm>
          <a:off x="0" y="0"/>
          <a:ext cx="0" cy="0"/>
          <a:chOff x="0" y="0"/>
          <a:chExt cx="0" cy="0"/>
        </a:xfrm>
      </p:grpSpPr>
      <p:sp>
        <p:nvSpPr>
          <p:cNvPr id="43" name="Marcador de posición de imagen 42">
            <a:extLst>
              <a:ext uri="{FF2B5EF4-FFF2-40B4-BE49-F238E27FC236}">
                <a16:creationId xmlns:a16="http://schemas.microsoft.com/office/drawing/2014/main" id="{0848F1A1-CD2F-3142-A9D9-577E5B17E6CF}"/>
              </a:ext>
            </a:extLst>
          </p:cNvPr>
          <p:cNvSpPr>
            <a:spLocks noGrp="1"/>
          </p:cNvSpPr>
          <p:nvPr>
            <p:ph type="pic" sz="quarter" idx="15"/>
          </p:nvPr>
        </p:nvSpPr>
        <p:spPr>
          <a:xfrm>
            <a:off x="386495" y="1700808"/>
            <a:ext cx="4500793" cy="4501554"/>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5231847" y="1971242"/>
            <a:ext cx="5616990"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5231847" y="2385269"/>
            <a:ext cx="5616990"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5231848" y="2719896"/>
            <a:ext cx="5616989" cy="769442"/>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2" name="Marcador de texto 45">
            <a:extLst>
              <a:ext uri="{FF2B5EF4-FFF2-40B4-BE49-F238E27FC236}">
                <a16:creationId xmlns:a16="http://schemas.microsoft.com/office/drawing/2014/main" id="{2EC0EC02-AD14-C541-A1C7-FB7266254048}"/>
              </a:ext>
            </a:extLst>
          </p:cNvPr>
          <p:cNvSpPr>
            <a:spLocks noGrp="1"/>
          </p:cNvSpPr>
          <p:nvPr>
            <p:ph type="body" sz="quarter" idx="27" hasCustomPrompt="1"/>
          </p:nvPr>
        </p:nvSpPr>
        <p:spPr>
          <a:xfrm>
            <a:off x="5216040" y="3861048"/>
            <a:ext cx="5648586" cy="307777"/>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cxnSp>
        <p:nvCxnSpPr>
          <p:cNvPr id="20" name="Conector recto 19">
            <a:extLst>
              <a:ext uri="{FF2B5EF4-FFF2-40B4-BE49-F238E27FC236}">
                <a16:creationId xmlns:a16="http://schemas.microsoft.com/office/drawing/2014/main" id="{FF77FD99-A129-0E45-A7F6-E0F71650F096}"/>
              </a:ext>
            </a:extLst>
          </p:cNvPr>
          <p:cNvCxnSpPr/>
          <p:nvPr userDrawn="1"/>
        </p:nvCxnSpPr>
        <p:spPr>
          <a:xfrm>
            <a:off x="5195842" y="3681028"/>
            <a:ext cx="1800316"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2" name="Marcador de texto 45">
            <a:extLst>
              <a:ext uri="{FF2B5EF4-FFF2-40B4-BE49-F238E27FC236}">
                <a16:creationId xmlns:a16="http://schemas.microsoft.com/office/drawing/2014/main" id="{DD0512E5-23EF-1645-8542-FEA475339F4E}"/>
              </a:ext>
            </a:extLst>
          </p:cNvPr>
          <p:cNvSpPr>
            <a:spLocks noGrp="1"/>
          </p:cNvSpPr>
          <p:nvPr>
            <p:ph type="body" sz="quarter" idx="28" hasCustomPrompt="1"/>
          </p:nvPr>
        </p:nvSpPr>
        <p:spPr>
          <a:xfrm>
            <a:off x="5216040" y="4331311"/>
            <a:ext cx="5648586" cy="307777"/>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23" name="Marcador de texto 45">
            <a:extLst>
              <a:ext uri="{FF2B5EF4-FFF2-40B4-BE49-F238E27FC236}">
                <a16:creationId xmlns:a16="http://schemas.microsoft.com/office/drawing/2014/main" id="{D8709D01-1FBA-A14C-B21E-82BB29356231}"/>
              </a:ext>
            </a:extLst>
          </p:cNvPr>
          <p:cNvSpPr>
            <a:spLocks noGrp="1"/>
          </p:cNvSpPr>
          <p:nvPr>
            <p:ph type="body" sz="quarter" idx="29" hasCustomPrompt="1"/>
          </p:nvPr>
        </p:nvSpPr>
        <p:spPr>
          <a:xfrm>
            <a:off x="5216040" y="4795042"/>
            <a:ext cx="5648586" cy="307777"/>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24" name="Marcador de texto 45">
            <a:extLst>
              <a:ext uri="{FF2B5EF4-FFF2-40B4-BE49-F238E27FC236}">
                <a16:creationId xmlns:a16="http://schemas.microsoft.com/office/drawing/2014/main" id="{3EEF0B97-1A51-4148-B77B-77D257CC4A59}"/>
              </a:ext>
            </a:extLst>
          </p:cNvPr>
          <p:cNvSpPr>
            <a:spLocks noGrp="1"/>
          </p:cNvSpPr>
          <p:nvPr>
            <p:ph type="body" sz="quarter" idx="30" hasCustomPrompt="1"/>
          </p:nvPr>
        </p:nvSpPr>
        <p:spPr>
          <a:xfrm>
            <a:off x="5216040" y="5265305"/>
            <a:ext cx="5648586" cy="307777"/>
          </a:xfrm>
          <a:prstGeom prst="rect">
            <a:avLst/>
          </a:prstGeom>
        </p:spPr>
        <p:txBody>
          <a:bodyPr wrap="square" lIns="0" tIns="0" rIns="0" bIns="0" anchor="t">
            <a:spAutoFit/>
          </a:bodyPr>
          <a:lstStyle>
            <a:lvl1pPr marL="171450" marR="0" indent="-171450" algn="l" defTabSz="914355" rtl="0" eaLnBrk="1" fontAlgn="auto" latinLnBrk="0" hangingPunct="1">
              <a:lnSpc>
                <a:spcPct val="100000"/>
              </a:lnSpc>
              <a:spcBef>
                <a:spcPts val="1000"/>
              </a:spcBef>
              <a:spcAft>
                <a:spcPts val="0"/>
              </a:spcAft>
              <a:buClr>
                <a:schemeClr val="accent3"/>
              </a:buClr>
              <a:buSzTx/>
              <a:buFont typeface="Arial" panose="020B0604020202020204" pitchFamily="34" charset="0"/>
              <a:buChar char="•"/>
              <a:tabLst/>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14" name="Line">
            <a:extLst>
              <a:ext uri="{FF2B5EF4-FFF2-40B4-BE49-F238E27FC236}">
                <a16:creationId xmlns:a16="http://schemas.microsoft.com/office/drawing/2014/main" id="{24D429F3-3F3B-7342-A497-6EEA933F19D2}"/>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5" name="Marcador de texto 15">
            <a:extLst>
              <a:ext uri="{FF2B5EF4-FFF2-40B4-BE49-F238E27FC236}">
                <a16:creationId xmlns:a16="http://schemas.microsoft.com/office/drawing/2014/main" id="{E95DBAC5-90D6-6E40-A298-AA4F43698EB1}"/>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17" name="Slide Number Placeholder 5">
            <a:extLst>
              <a:ext uri="{FF2B5EF4-FFF2-40B4-BE49-F238E27FC236}">
                <a16:creationId xmlns:a16="http://schemas.microsoft.com/office/drawing/2014/main" id="{5E7077B7-0EA5-9F47-8484-4810932822E9}"/>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42748114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ido No. 13">
    <p:spTree>
      <p:nvGrpSpPr>
        <p:cNvPr id="1" name=""/>
        <p:cNvGrpSpPr/>
        <p:nvPr/>
      </p:nvGrpSpPr>
      <p:grpSpPr>
        <a:xfrm>
          <a:off x="0" y="0"/>
          <a:ext cx="0" cy="0"/>
          <a:chOff x="0" y="0"/>
          <a:chExt cx="0" cy="0"/>
        </a:xfrm>
      </p:grpSpPr>
      <p:sp>
        <p:nvSpPr>
          <p:cNvPr id="43" name="Marcador de posición de imagen 42">
            <a:extLst>
              <a:ext uri="{FF2B5EF4-FFF2-40B4-BE49-F238E27FC236}">
                <a16:creationId xmlns:a16="http://schemas.microsoft.com/office/drawing/2014/main" id="{0848F1A1-CD2F-3142-A9D9-577E5B17E6CF}"/>
              </a:ext>
            </a:extLst>
          </p:cNvPr>
          <p:cNvSpPr>
            <a:spLocks noGrp="1"/>
          </p:cNvSpPr>
          <p:nvPr>
            <p:ph type="pic" sz="quarter" idx="15"/>
          </p:nvPr>
        </p:nvSpPr>
        <p:spPr>
          <a:xfrm>
            <a:off x="5406260" y="3145066"/>
            <a:ext cx="1375220" cy="1375452"/>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495" y="1685090"/>
            <a:ext cx="2756985"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386495" y="2099117"/>
            <a:ext cx="2756985"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386496" y="2433744"/>
            <a:ext cx="2756984" cy="1384995"/>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15" name="Marcador de posición de imagen 42">
            <a:extLst>
              <a:ext uri="{FF2B5EF4-FFF2-40B4-BE49-F238E27FC236}">
                <a16:creationId xmlns:a16="http://schemas.microsoft.com/office/drawing/2014/main" id="{52419454-D51B-A14D-8E89-9BD7C86A7BDD}"/>
              </a:ext>
            </a:extLst>
          </p:cNvPr>
          <p:cNvSpPr>
            <a:spLocks noGrp="1"/>
          </p:cNvSpPr>
          <p:nvPr>
            <p:ph type="pic" sz="quarter" idx="19"/>
          </p:nvPr>
        </p:nvSpPr>
        <p:spPr>
          <a:xfrm>
            <a:off x="3680085" y="3145066"/>
            <a:ext cx="1375220" cy="1375452"/>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17" name="Marcador de posición de imagen 42">
            <a:extLst>
              <a:ext uri="{FF2B5EF4-FFF2-40B4-BE49-F238E27FC236}">
                <a16:creationId xmlns:a16="http://schemas.microsoft.com/office/drawing/2014/main" id="{9ACA3BAE-D583-BF4D-BD81-7923D310B007}"/>
              </a:ext>
            </a:extLst>
          </p:cNvPr>
          <p:cNvSpPr>
            <a:spLocks noGrp="1"/>
          </p:cNvSpPr>
          <p:nvPr>
            <p:ph type="pic" sz="quarter" idx="20"/>
          </p:nvPr>
        </p:nvSpPr>
        <p:spPr>
          <a:xfrm>
            <a:off x="7132434" y="3145066"/>
            <a:ext cx="1375220" cy="1375452"/>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18" name="Marcador de posición de imagen 42">
            <a:extLst>
              <a:ext uri="{FF2B5EF4-FFF2-40B4-BE49-F238E27FC236}">
                <a16:creationId xmlns:a16="http://schemas.microsoft.com/office/drawing/2014/main" id="{039B53DD-5A0F-3147-9277-4F9C25ED7FF8}"/>
              </a:ext>
            </a:extLst>
          </p:cNvPr>
          <p:cNvSpPr>
            <a:spLocks noGrp="1"/>
          </p:cNvSpPr>
          <p:nvPr>
            <p:ph type="pic" sz="quarter" idx="21"/>
          </p:nvPr>
        </p:nvSpPr>
        <p:spPr>
          <a:xfrm>
            <a:off x="4367695" y="1769614"/>
            <a:ext cx="1375220" cy="1375452"/>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7" name="Marcador de posición de imagen 42">
            <a:extLst>
              <a:ext uri="{FF2B5EF4-FFF2-40B4-BE49-F238E27FC236}">
                <a16:creationId xmlns:a16="http://schemas.microsoft.com/office/drawing/2014/main" id="{8C870D02-09C0-8E4A-8CC6-4C4CAE75195D}"/>
              </a:ext>
            </a:extLst>
          </p:cNvPr>
          <p:cNvSpPr>
            <a:spLocks noGrp="1"/>
          </p:cNvSpPr>
          <p:nvPr>
            <p:ph type="pic" sz="quarter" idx="22"/>
          </p:nvPr>
        </p:nvSpPr>
        <p:spPr>
          <a:xfrm>
            <a:off x="6407459" y="1769614"/>
            <a:ext cx="1375220" cy="1375452"/>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8" name="Marcador de posición de imagen 42">
            <a:extLst>
              <a:ext uri="{FF2B5EF4-FFF2-40B4-BE49-F238E27FC236}">
                <a16:creationId xmlns:a16="http://schemas.microsoft.com/office/drawing/2014/main" id="{ED3718A3-6B67-AD40-ABE5-FD1BB9F495B3}"/>
              </a:ext>
            </a:extLst>
          </p:cNvPr>
          <p:cNvSpPr>
            <a:spLocks noGrp="1"/>
          </p:cNvSpPr>
          <p:nvPr>
            <p:ph type="pic" sz="quarter" idx="23"/>
          </p:nvPr>
        </p:nvSpPr>
        <p:spPr>
          <a:xfrm>
            <a:off x="4367695" y="4520518"/>
            <a:ext cx="1375220" cy="1375452"/>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9" name="Marcador de posición de imagen 42">
            <a:extLst>
              <a:ext uri="{FF2B5EF4-FFF2-40B4-BE49-F238E27FC236}">
                <a16:creationId xmlns:a16="http://schemas.microsoft.com/office/drawing/2014/main" id="{A1E3C389-59BD-5241-A89B-A8219E4B28EE}"/>
              </a:ext>
            </a:extLst>
          </p:cNvPr>
          <p:cNvSpPr>
            <a:spLocks noGrp="1"/>
          </p:cNvSpPr>
          <p:nvPr>
            <p:ph type="pic" sz="quarter" idx="24"/>
          </p:nvPr>
        </p:nvSpPr>
        <p:spPr>
          <a:xfrm>
            <a:off x="6407459" y="4520518"/>
            <a:ext cx="1375220" cy="1375452"/>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0" name="Marcador de texto 45">
            <a:extLst>
              <a:ext uri="{FF2B5EF4-FFF2-40B4-BE49-F238E27FC236}">
                <a16:creationId xmlns:a16="http://schemas.microsoft.com/office/drawing/2014/main" id="{98AB5151-FEB6-8845-997E-9ED922E92919}"/>
              </a:ext>
            </a:extLst>
          </p:cNvPr>
          <p:cNvSpPr>
            <a:spLocks noGrp="1"/>
          </p:cNvSpPr>
          <p:nvPr>
            <p:ph type="body" sz="quarter" idx="25" hasCustomPrompt="1"/>
          </p:nvPr>
        </p:nvSpPr>
        <p:spPr>
          <a:xfrm>
            <a:off x="386495" y="4023341"/>
            <a:ext cx="2756985"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2" name="Marcador de texto 45">
            <a:extLst>
              <a:ext uri="{FF2B5EF4-FFF2-40B4-BE49-F238E27FC236}">
                <a16:creationId xmlns:a16="http://schemas.microsoft.com/office/drawing/2014/main" id="{92D2A92C-DECF-D644-9660-0303C348635B}"/>
              </a:ext>
            </a:extLst>
          </p:cNvPr>
          <p:cNvSpPr>
            <a:spLocks noGrp="1"/>
          </p:cNvSpPr>
          <p:nvPr>
            <p:ph type="body" sz="quarter" idx="26" hasCustomPrompt="1"/>
          </p:nvPr>
        </p:nvSpPr>
        <p:spPr>
          <a:xfrm>
            <a:off x="386495" y="4437368"/>
            <a:ext cx="2756985"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3" name="Marcador de texto 45">
            <a:extLst>
              <a:ext uri="{FF2B5EF4-FFF2-40B4-BE49-F238E27FC236}">
                <a16:creationId xmlns:a16="http://schemas.microsoft.com/office/drawing/2014/main" id="{F1437EF2-94D9-044A-AABB-8A756C9BA041}"/>
              </a:ext>
            </a:extLst>
          </p:cNvPr>
          <p:cNvSpPr>
            <a:spLocks noGrp="1"/>
          </p:cNvSpPr>
          <p:nvPr>
            <p:ph type="body" sz="quarter" idx="27" hasCustomPrompt="1"/>
          </p:nvPr>
        </p:nvSpPr>
        <p:spPr>
          <a:xfrm>
            <a:off x="386496" y="4771995"/>
            <a:ext cx="2756984" cy="1384995"/>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24" name="Marcador de texto 45">
            <a:extLst>
              <a:ext uri="{FF2B5EF4-FFF2-40B4-BE49-F238E27FC236}">
                <a16:creationId xmlns:a16="http://schemas.microsoft.com/office/drawing/2014/main" id="{49B4B357-DAC8-DF48-84DA-3D098F626794}"/>
              </a:ext>
            </a:extLst>
          </p:cNvPr>
          <p:cNvSpPr>
            <a:spLocks noGrp="1"/>
          </p:cNvSpPr>
          <p:nvPr>
            <p:ph type="body" sz="quarter" idx="28" hasCustomPrompt="1"/>
          </p:nvPr>
        </p:nvSpPr>
        <p:spPr>
          <a:xfrm>
            <a:off x="9054265" y="1685090"/>
            <a:ext cx="2756985" cy="395846"/>
          </a:xfrm>
          <a:prstGeom prst="rect">
            <a:avLst/>
          </a:prstGeom>
        </p:spPr>
        <p:txBody>
          <a:bodyPr lIns="0" tIns="0" rIns="0" bIns="0" anchor="t"/>
          <a:lstStyle>
            <a:lvl1pPr marL="0" indent="0" algn="r">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5" name="Marcador de texto 45">
            <a:extLst>
              <a:ext uri="{FF2B5EF4-FFF2-40B4-BE49-F238E27FC236}">
                <a16:creationId xmlns:a16="http://schemas.microsoft.com/office/drawing/2014/main" id="{4D7F045A-9AD2-4A45-BDBC-0AA56DE2DFF5}"/>
              </a:ext>
            </a:extLst>
          </p:cNvPr>
          <p:cNvSpPr>
            <a:spLocks noGrp="1"/>
          </p:cNvSpPr>
          <p:nvPr>
            <p:ph type="body" sz="quarter" idx="29" hasCustomPrompt="1"/>
          </p:nvPr>
        </p:nvSpPr>
        <p:spPr>
          <a:xfrm>
            <a:off x="9054265" y="2099117"/>
            <a:ext cx="2756985" cy="243632"/>
          </a:xfrm>
          <a:prstGeom prst="rect">
            <a:avLst/>
          </a:prstGeom>
        </p:spPr>
        <p:txBody>
          <a:bodyPr lIns="0" tIns="0" rIns="0" bIns="0" anchor="t"/>
          <a:lstStyle>
            <a:lvl1pPr marL="0" indent="0" algn="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6" name="Marcador de texto 45">
            <a:extLst>
              <a:ext uri="{FF2B5EF4-FFF2-40B4-BE49-F238E27FC236}">
                <a16:creationId xmlns:a16="http://schemas.microsoft.com/office/drawing/2014/main" id="{3F945DD6-4FA2-AE4A-BFFC-E6F3EB68B88F}"/>
              </a:ext>
            </a:extLst>
          </p:cNvPr>
          <p:cNvSpPr>
            <a:spLocks noGrp="1"/>
          </p:cNvSpPr>
          <p:nvPr>
            <p:ph type="body" sz="quarter" idx="30" hasCustomPrompt="1"/>
          </p:nvPr>
        </p:nvSpPr>
        <p:spPr>
          <a:xfrm>
            <a:off x="9054266" y="2433744"/>
            <a:ext cx="2756984" cy="1384995"/>
          </a:xfrm>
          <a:prstGeom prst="rect">
            <a:avLst/>
          </a:prstGeom>
        </p:spPr>
        <p:txBody>
          <a:bodyPr wrap="square" lIns="0" tIns="0" rIns="0" bIns="0" anchor="t">
            <a:spAutoFit/>
          </a:bodyPr>
          <a:lstStyle>
            <a:lvl1pPr marL="0" indent="0" algn="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3" name="Marcador de texto 45">
            <a:extLst>
              <a:ext uri="{FF2B5EF4-FFF2-40B4-BE49-F238E27FC236}">
                <a16:creationId xmlns:a16="http://schemas.microsoft.com/office/drawing/2014/main" id="{15CF6E2E-973C-B64A-9442-212CB488618D}"/>
              </a:ext>
            </a:extLst>
          </p:cNvPr>
          <p:cNvSpPr>
            <a:spLocks noGrp="1"/>
          </p:cNvSpPr>
          <p:nvPr>
            <p:ph type="body" sz="quarter" idx="31" hasCustomPrompt="1"/>
          </p:nvPr>
        </p:nvSpPr>
        <p:spPr>
          <a:xfrm>
            <a:off x="9054265" y="4023341"/>
            <a:ext cx="2756985" cy="395846"/>
          </a:xfrm>
          <a:prstGeom prst="rect">
            <a:avLst/>
          </a:prstGeom>
        </p:spPr>
        <p:txBody>
          <a:bodyPr lIns="0" tIns="0" rIns="0" bIns="0" anchor="t"/>
          <a:lstStyle>
            <a:lvl1pPr marL="0" indent="0" algn="r">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4" name="Marcador de texto 45">
            <a:extLst>
              <a:ext uri="{FF2B5EF4-FFF2-40B4-BE49-F238E27FC236}">
                <a16:creationId xmlns:a16="http://schemas.microsoft.com/office/drawing/2014/main" id="{4CE0F496-A574-F446-8CEE-D4F94BAFDD5B}"/>
              </a:ext>
            </a:extLst>
          </p:cNvPr>
          <p:cNvSpPr>
            <a:spLocks noGrp="1"/>
          </p:cNvSpPr>
          <p:nvPr>
            <p:ph type="body" sz="quarter" idx="32" hasCustomPrompt="1"/>
          </p:nvPr>
        </p:nvSpPr>
        <p:spPr>
          <a:xfrm>
            <a:off x="9054265" y="4437368"/>
            <a:ext cx="2756985" cy="243632"/>
          </a:xfrm>
          <a:prstGeom prst="rect">
            <a:avLst/>
          </a:prstGeom>
        </p:spPr>
        <p:txBody>
          <a:bodyPr lIns="0" tIns="0" rIns="0" bIns="0" anchor="t"/>
          <a:lstStyle>
            <a:lvl1pPr marL="0" indent="0" algn="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5" name="Marcador de texto 45">
            <a:extLst>
              <a:ext uri="{FF2B5EF4-FFF2-40B4-BE49-F238E27FC236}">
                <a16:creationId xmlns:a16="http://schemas.microsoft.com/office/drawing/2014/main" id="{653D916C-D78F-2E41-AE8B-F542B8EC711E}"/>
              </a:ext>
            </a:extLst>
          </p:cNvPr>
          <p:cNvSpPr>
            <a:spLocks noGrp="1"/>
          </p:cNvSpPr>
          <p:nvPr>
            <p:ph type="body" sz="quarter" idx="33" hasCustomPrompt="1"/>
          </p:nvPr>
        </p:nvSpPr>
        <p:spPr>
          <a:xfrm>
            <a:off x="9054266" y="4771995"/>
            <a:ext cx="2756984" cy="1384995"/>
          </a:xfrm>
          <a:prstGeom prst="rect">
            <a:avLst/>
          </a:prstGeom>
        </p:spPr>
        <p:txBody>
          <a:bodyPr wrap="square" lIns="0" tIns="0" rIns="0" bIns="0" anchor="t">
            <a:spAutoFit/>
          </a:bodyPr>
          <a:lstStyle>
            <a:lvl1pPr marL="0" indent="0" algn="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0" name="Line">
            <a:extLst>
              <a:ext uri="{FF2B5EF4-FFF2-40B4-BE49-F238E27FC236}">
                <a16:creationId xmlns:a16="http://schemas.microsoft.com/office/drawing/2014/main" id="{445F8675-FBEE-A64E-9D74-3B9E1ED74C38}"/>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31" name="Marcador de texto 15">
            <a:extLst>
              <a:ext uri="{FF2B5EF4-FFF2-40B4-BE49-F238E27FC236}">
                <a16:creationId xmlns:a16="http://schemas.microsoft.com/office/drawing/2014/main" id="{7302B32A-BF72-0D40-B34D-B3898E96F292}"/>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2" name="Slide Number Placeholder 5">
            <a:extLst>
              <a:ext uri="{FF2B5EF4-FFF2-40B4-BE49-F238E27FC236}">
                <a16:creationId xmlns:a16="http://schemas.microsoft.com/office/drawing/2014/main" id="{0805E420-4904-9147-AFC3-9D3F46D4EA5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49949053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ido No. 14">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22" name="Marcador de posición de imagen 42">
            <a:extLst>
              <a:ext uri="{FF2B5EF4-FFF2-40B4-BE49-F238E27FC236}">
                <a16:creationId xmlns:a16="http://schemas.microsoft.com/office/drawing/2014/main" id="{E4EC1ADB-BC47-B844-A2FD-AA2F6C3C8B2B}"/>
              </a:ext>
            </a:extLst>
          </p:cNvPr>
          <p:cNvSpPr>
            <a:spLocks noGrp="1" noChangeAspect="1"/>
          </p:cNvSpPr>
          <p:nvPr>
            <p:ph type="pic" sz="quarter" idx="15"/>
          </p:nvPr>
        </p:nvSpPr>
        <p:spPr>
          <a:xfrm>
            <a:off x="371445" y="1664804"/>
            <a:ext cx="2772034" cy="225985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1" name="Marcador de posición de imagen 42">
            <a:extLst>
              <a:ext uri="{FF2B5EF4-FFF2-40B4-BE49-F238E27FC236}">
                <a16:creationId xmlns:a16="http://schemas.microsoft.com/office/drawing/2014/main" id="{5B57697D-3143-9849-8B73-55192C72D564}"/>
              </a:ext>
            </a:extLst>
          </p:cNvPr>
          <p:cNvSpPr>
            <a:spLocks noGrp="1" noChangeAspect="1"/>
          </p:cNvSpPr>
          <p:nvPr>
            <p:ph type="pic" sz="quarter" idx="29"/>
          </p:nvPr>
        </p:nvSpPr>
        <p:spPr>
          <a:xfrm>
            <a:off x="371445" y="4045042"/>
            <a:ext cx="2772034" cy="225985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0" name="Marcador de posición de imagen 42">
            <a:extLst>
              <a:ext uri="{FF2B5EF4-FFF2-40B4-BE49-F238E27FC236}">
                <a16:creationId xmlns:a16="http://schemas.microsoft.com/office/drawing/2014/main" id="{86EB8E03-6590-2245-BDAB-118A8801C486}"/>
              </a:ext>
            </a:extLst>
          </p:cNvPr>
          <p:cNvSpPr>
            <a:spLocks noGrp="1" noChangeAspect="1"/>
          </p:cNvSpPr>
          <p:nvPr>
            <p:ph type="pic" sz="quarter" idx="30"/>
          </p:nvPr>
        </p:nvSpPr>
        <p:spPr>
          <a:xfrm>
            <a:off x="6166153" y="1664804"/>
            <a:ext cx="2772034" cy="225985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3" name="Marcador de posición de imagen 42">
            <a:extLst>
              <a:ext uri="{FF2B5EF4-FFF2-40B4-BE49-F238E27FC236}">
                <a16:creationId xmlns:a16="http://schemas.microsoft.com/office/drawing/2014/main" id="{01940D7E-642E-CC40-8098-C382FCAEBBBA}"/>
              </a:ext>
            </a:extLst>
          </p:cNvPr>
          <p:cNvSpPr>
            <a:spLocks noGrp="1" noChangeAspect="1"/>
          </p:cNvSpPr>
          <p:nvPr>
            <p:ph type="pic" sz="quarter" idx="31"/>
          </p:nvPr>
        </p:nvSpPr>
        <p:spPr>
          <a:xfrm>
            <a:off x="6166153" y="4045042"/>
            <a:ext cx="2772034" cy="225985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4" name="Marcador de texto 45">
            <a:extLst>
              <a:ext uri="{FF2B5EF4-FFF2-40B4-BE49-F238E27FC236}">
                <a16:creationId xmlns:a16="http://schemas.microsoft.com/office/drawing/2014/main" id="{B562C872-BD60-E944-907B-7FA76C27CBCA}"/>
              </a:ext>
            </a:extLst>
          </p:cNvPr>
          <p:cNvSpPr>
            <a:spLocks noGrp="1"/>
          </p:cNvSpPr>
          <p:nvPr>
            <p:ph type="body" sz="quarter" idx="16" hasCustomPrompt="1"/>
          </p:nvPr>
        </p:nvSpPr>
        <p:spPr>
          <a:xfrm>
            <a:off x="3291710" y="1661677"/>
            <a:ext cx="2733780" cy="395846"/>
          </a:xfrm>
          <a:prstGeom prst="rect">
            <a:avLst/>
          </a:prstGeom>
        </p:spPr>
        <p:txBody>
          <a:bodyPr lIns="0" tIns="0" rIns="0" bIns="0" anchor="t"/>
          <a:lstStyle>
            <a:lvl1pPr marL="0" indent="0">
              <a:buNone/>
              <a:defRPr sz="16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6" name="Marcador de texto 45">
            <a:extLst>
              <a:ext uri="{FF2B5EF4-FFF2-40B4-BE49-F238E27FC236}">
                <a16:creationId xmlns:a16="http://schemas.microsoft.com/office/drawing/2014/main" id="{68FFA157-F3FB-D041-AF0E-410C55E0A6EB}"/>
              </a:ext>
            </a:extLst>
          </p:cNvPr>
          <p:cNvSpPr>
            <a:spLocks noGrp="1"/>
          </p:cNvSpPr>
          <p:nvPr>
            <p:ph type="body" sz="quarter" idx="18" hasCustomPrompt="1"/>
          </p:nvPr>
        </p:nvSpPr>
        <p:spPr>
          <a:xfrm>
            <a:off x="3291710" y="2036652"/>
            <a:ext cx="2734138" cy="830997"/>
          </a:xfrm>
          <a:prstGeom prst="rect">
            <a:avLst/>
          </a:prstGeom>
        </p:spPr>
        <p:txBody>
          <a:bodyPr wrap="square" lIns="0" tIns="0" rIns="0" bIns="0" anchor="t" anchorCtr="0">
            <a:spAutoFit/>
          </a:bodyPr>
          <a:lstStyle>
            <a:lvl1pPr marL="0" indent="0" algn="just">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 lorem ipsum dolor sit amet consectetur adipiscing elit, sed do eiusmod tempor but labore et dolore magna</a:t>
            </a:r>
          </a:p>
        </p:txBody>
      </p:sp>
      <p:sp>
        <p:nvSpPr>
          <p:cNvPr id="17" name="Marcador de texto 45">
            <a:extLst>
              <a:ext uri="{FF2B5EF4-FFF2-40B4-BE49-F238E27FC236}">
                <a16:creationId xmlns:a16="http://schemas.microsoft.com/office/drawing/2014/main" id="{61485DE6-1922-B44F-956C-9ABC01DE0E08}"/>
              </a:ext>
            </a:extLst>
          </p:cNvPr>
          <p:cNvSpPr>
            <a:spLocks noGrp="1"/>
          </p:cNvSpPr>
          <p:nvPr>
            <p:ph type="body" sz="quarter" idx="38" hasCustomPrompt="1"/>
          </p:nvPr>
        </p:nvSpPr>
        <p:spPr>
          <a:xfrm>
            <a:off x="3291710" y="4045649"/>
            <a:ext cx="2733780" cy="395846"/>
          </a:xfrm>
          <a:prstGeom prst="rect">
            <a:avLst/>
          </a:prstGeom>
        </p:spPr>
        <p:txBody>
          <a:bodyPr lIns="0" tIns="0" rIns="0" bIns="0" anchor="t"/>
          <a:lstStyle>
            <a:lvl1pPr marL="0" indent="0">
              <a:buNone/>
              <a:defRPr sz="16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8" name="Marcador de texto 45">
            <a:extLst>
              <a:ext uri="{FF2B5EF4-FFF2-40B4-BE49-F238E27FC236}">
                <a16:creationId xmlns:a16="http://schemas.microsoft.com/office/drawing/2014/main" id="{6F292CD0-EAEF-7F41-99F5-2BEAE04DA9F3}"/>
              </a:ext>
            </a:extLst>
          </p:cNvPr>
          <p:cNvSpPr>
            <a:spLocks noGrp="1"/>
          </p:cNvSpPr>
          <p:nvPr>
            <p:ph type="body" sz="quarter" idx="39" hasCustomPrompt="1"/>
          </p:nvPr>
        </p:nvSpPr>
        <p:spPr>
          <a:xfrm>
            <a:off x="3291710" y="4420623"/>
            <a:ext cx="2734138" cy="830997"/>
          </a:xfrm>
          <a:prstGeom prst="rect">
            <a:avLst/>
          </a:prstGeom>
        </p:spPr>
        <p:txBody>
          <a:bodyPr wrap="square" lIns="0" tIns="0" rIns="0" bIns="0" anchor="t" anchorCtr="0">
            <a:spAutoFit/>
          </a:bodyPr>
          <a:lstStyle>
            <a:lvl1pPr marL="0" indent="0" algn="just">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 lorem ipsum dolor sit amet consectetur adipiscing elit, sed do eiusmod tempor but labore et dolore magna</a:t>
            </a:r>
          </a:p>
        </p:txBody>
      </p:sp>
      <p:sp>
        <p:nvSpPr>
          <p:cNvPr id="19" name="Marcador de texto 45">
            <a:extLst>
              <a:ext uri="{FF2B5EF4-FFF2-40B4-BE49-F238E27FC236}">
                <a16:creationId xmlns:a16="http://schemas.microsoft.com/office/drawing/2014/main" id="{87D951FC-DDC1-104B-9479-B55128C94E49}"/>
              </a:ext>
            </a:extLst>
          </p:cNvPr>
          <p:cNvSpPr>
            <a:spLocks noGrp="1"/>
          </p:cNvSpPr>
          <p:nvPr>
            <p:ph type="body" sz="quarter" idx="40" hasCustomPrompt="1"/>
          </p:nvPr>
        </p:nvSpPr>
        <p:spPr>
          <a:xfrm>
            <a:off x="9046273" y="1661677"/>
            <a:ext cx="2733780" cy="395846"/>
          </a:xfrm>
          <a:prstGeom prst="rect">
            <a:avLst/>
          </a:prstGeom>
        </p:spPr>
        <p:txBody>
          <a:bodyPr lIns="0" tIns="0" rIns="0" bIns="0" anchor="t"/>
          <a:lstStyle>
            <a:lvl1pPr marL="0" indent="0">
              <a:buNone/>
              <a:defRPr sz="16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5" name="Marcador de texto 45">
            <a:extLst>
              <a:ext uri="{FF2B5EF4-FFF2-40B4-BE49-F238E27FC236}">
                <a16:creationId xmlns:a16="http://schemas.microsoft.com/office/drawing/2014/main" id="{7262A1DC-2881-2641-8403-4713D7C10230}"/>
              </a:ext>
            </a:extLst>
          </p:cNvPr>
          <p:cNvSpPr>
            <a:spLocks noGrp="1"/>
          </p:cNvSpPr>
          <p:nvPr>
            <p:ph type="body" sz="quarter" idx="41" hasCustomPrompt="1"/>
          </p:nvPr>
        </p:nvSpPr>
        <p:spPr>
          <a:xfrm>
            <a:off x="9046273" y="2036652"/>
            <a:ext cx="2734138" cy="830997"/>
          </a:xfrm>
          <a:prstGeom prst="rect">
            <a:avLst/>
          </a:prstGeom>
        </p:spPr>
        <p:txBody>
          <a:bodyPr wrap="square" lIns="0" tIns="0" rIns="0" bIns="0" anchor="t" anchorCtr="0">
            <a:spAutoFit/>
          </a:bodyPr>
          <a:lstStyle>
            <a:lvl1pPr marL="0" indent="0" algn="just">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 lorem ipsum dolor sit amet consectetur adipiscing elit, sed do eiusmod tempor but labore et dolore magna</a:t>
            </a:r>
          </a:p>
        </p:txBody>
      </p:sp>
      <p:sp>
        <p:nvSpPr>
          <p:cNvPr id="27" name="Marcador de texto 45">
            <a:extLst>
              <a:ext uri="{FF2B5EF4-FFF2-40B4-BE49-F238E27FC236}">
                <a16:creationId xmlns:a16="http://schemas.microsoft.com/office/drawing/2014/main" id="{4603EBB9-1705-5640-A317-5919842E5923}"/>
              </a:ext>
            </a:extLst>
          </p:cNvPr>
          <p:cNvSpPr>
            <a:spLocks noGrp="1"/>
          </p:cNvSpPr>
          <p:nvPr>
            <p:ph type="body" sz="quarter" idx="42" hasCustomPrompt="1"/>
          </p:nvPr>
        </p:nvSpPr>
        <p:spPr>
          <a:xfrm>
            <a:off x="9046273" y="4045649"/>
            <a:ext cx="2733780" cy="395846"/>
          </a:xfrm>
          <a:prstGeom prst="rect">
            <a:avLst/>
          </a:prstGeom>
        </p:spPr>
        <p:txBody>
          <a:bodyPr lIns="0" tIns="0" rIns="0" bIns="0" anchor="t"/>
          <a:lstStyle>
            <a:lvl1pPr marL="0" indent="0">
              <a:buNone/>
              <a:defRPr sz="16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4" name="Marcador de texto 45">
            <a:extLst>
              <a:ext uri="{FF2B5EF4-FFF2-40B4-BE49-F238E27FC236}">
                <a16:creationId xmlns:a16="http://schemas.microsoft.com/office/drawing/2014/main" id="{CFF4F54E-F8BB-0140-9DFE-AB9626F88058}"/>
              </a:ext>
            </a:extLst>
          </p:cNvPr>
          <p:cNvSpPr>
            <a:spLocks noGrp="1"/>
          </p:cNvSpPr>
          <p:nvPr>
            <p:ph type="body" sz="quarter" idx="43" hasCustomPrompt="1"/>
          </p:nvPr>
        </p:nvSpPr>
        <p:spPr>
          <a:xfrm>
            <a:off x="9046273" y="4420623"/>
            <a:ext cx="2734138" cy="830997"/>
          </a:xfrm>
          <a:prstGeom prst="rect">
            <a:avLst/>
          </a:prstGeom>
        </p:spPr>
        <p:txBody>
          <a:bodyPr wrap="square" lIns="0" tIns="0" rIns="0" bIns="0" anchor="t" anchorCtr="0">
            <a:spAutoFit/>
          </a:bodyPr>
          <a:lstStyle>
            <a:lvl1pPr marL="0" indent="0" algn="just">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 lorem ipsum dolor sit amet consectetur adipiscing elit, sed do eiusmod tempor but labore et dolore magna</a:t>
            </a:r>
          </a:p>
        </p:txBody>
      </p:sp>
      <p:sp>
        <p:nvSpPr>
          <p:cNvPr id="28" name="Line">
            <a:extLst>
              <a:ext uri="{FF2B5EF4-FFF2-40B4-BE49-F238E27FC236}">
                <a16:creationId xmlns:a16="http://schemas.microsoft.com/office/drawing/2014/main" id="{2A49E6ED-4B7D-E345-B5ED-FD6777568E8E}"/>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9" name="Marcador de texto 15">
            <a:extLst>
              <a:ext uri="{FF2B5EF4-FFF2-40B4-BE49-F238E27FC236}">
                <a16:creationId xmlns:a16="http://schemas.microsoft.com/office/drawing/2014/main" id="{3321E4E6-8A50-C842-BF3A-D0BB9B9F07EA}"/>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0" name="Slide Number Placeholder 5">
            <a:extLst>
              <a:ext uri="{FF2B5EF4-FFF2-40B4-BE49-F238E27FC236}">
                <a16:creationId xmlns:a16="http://schemas.microsoft.com/office/drawing/2014/main" id="{8BEF5EAD-8A32-2942-AEBE-71754A24D32B}"/>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415759451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ido No. 1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22" name="Marcador de posición de imagen 42">
            <a:extLst>
              <a:ext uri="{FF2B5EF4-FFF2-40B4-BE49-F238E27FC236}">
                <a16:creationId xmlns:a16="http://schemas.microsoft.com/office/drawing/2014/main" id="{E4EC1ADB-BC47-B844-A2FD-AA2F6C3C8B2B}"/>
              </a:ext>
            </a:extLst>
          </p:cNvPr>
          <p:cNvSpPr>
            <a:spLocks noGrp="1" noChangeAspect="1"/>
          </p:cNvSpPr>
          <p:nvPr>
            <p:ph type="pic" sz="quarter" idx="15"/>
          </p:nvPr>
        </p:nvSpPr>
        <p:spPr>
          <a:xfrm>
            <a:off x="371445" y="1772816"/>
            <a:ext cx="2772034" cy="1491662"/>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4" name="Marcador de texto 45">
            <a:extLst>
              <a:ext uri="{FF2B5EF4-FFF2-40B4-BE49-F238E27FC236}">
                <a16:creationId xmlns:a16="http://schemas.microsoft.com/office/drawing/2014/main" id="{B562C872-BD60-E944-907B-7FA76C27CBCA}"/>
              </a:ext>
            </a:extLst>
          </p:cNvPr>
          <p:cNvSpPr>
            <a:spLocks noGrp="1"/>
          </p:cNvSpPr>
          <p:nvPr>
            <p:ph type="body" sz="quarter" idx="16" hasCustomPrompt="1"/>
          </p:nvPr>
        </p:nvSpPr>
        <p:spPr>
          <a:xfrm>
            <a:off x="386692" y="3358100"/>
            <a:ext cx="2772034" cy="330532"/>
          </a:xfrm>
          <a:prstGeom prst="rect">
            <a:avLst/>
          </a:prstGeom>
        </p:spPr>
        <p:txBody>
          <a:bodyPr lIns="0" tIns="0" rIns="0" bIns="0" anchor="t"/>
          <a:lstStyle>
            <a:lvl1pPr marL="0" indent="0">
              <a:buNone/>
              <a:defRPr sz="16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8" name="Marcador de texto 45">
            <a:extLst>
              <a:ext uri="{FF2B5EF4-FFF2-40B4-BE49-F238E27FC236}">
                <a16:creationId xmlns:a16="http://schemas.microsoft.com/office/drawing/2014/main" id="{4B3006AD-25D7-E64C-914E-4C79D4F269C9}"/>
              </a:ext>
            </a:extLst>
          </p:cNvPr>
          <p:cNvSpPr>
            <a:spLocks noGrp="1"/>
          </p:cNvSpPr>
          <p:nvPr>
            <p:ph type="body" sz="quarter" idx="17" hasCustomPrompt="1"/>
          </p:nvPr>
        </p:nvSpPr>
        <p:spPr>
          <a:xfrm>
            <a:off x="386692" y="3619808"/>
            <a:ext cx="2772034" cy="262682"/>
          </a:xfrm>
          <a:prstGeom prst="rect">
            <a:avLst/>
          </a:prstGeom>
        </p:spPr>
        <p:txBody>
          <a:bodyPr lIns="0" tIns="0" rIns="0" bIns="0" anchor="t"/>
          <a:lstStyle>
            <a:lvl1pPr marL="0" indent="0">
              <a:buNone/>
              <a:defRPr sz="900" b="1">
                <a:solidFill>
                  <a:schemeClr val="bg2">
                    <a:lumMod val="90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2" name="Marcador de posición de imagen 42">
            <a:extLst>
              <a:ext uri="{FF2B5EF4-FFF2-40B4-BE49-F238E27FC236}">
                <a16:creationId xmlns:a16="http://schemas.microsoft.com/office/drawing/2014/main" id="{99CB239D-EA0B-114F-A948-D138BC245EE9}"/>
              </a:ext>
            </a:extLst>
          </p:cNvPr>
          <p:cNvSpPr>
            <a:spLocks noGrp="1" noChangeAspect="1"/>
          </p:cNvSpPr>
          <p:nvPr>
            <p:ph type="pic" sz="quarter" idx="18"/>
          </p:nvPr>
        </p:nvSpPr>
        <p:spPr>
          <a:xfrm>
            <a:off x="371445" y="4019627"/>
            <a:ext cx="2772034" cy="1491662"/>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3" name="Marcador de texto 45">
            <a:extLst>
              <a:ext uri="{FF2B5EF4-FFF2-40B4-BE49-F238E27FC236}">
                <a16:creationId xmlns:a16="http://schemas.microsoft.com/office/drawing/2014/main" id="{F3E1E80A-B83D-964B-B3B1-4FAC21C955E2}"/>
              </a:ext>
            </a:extLst>
          </p:cNvPr>
          <p:cNvSpPr>
            <a:spLocks noGrp="1"/>
          </p:cNvSpPr>
          <p:nvPr>
            <p:ph type="body" sz="quarter" idx="19" hasCustomPrompt="1"/>
          </p:nvPr>
        </p:nvSpPr>
        <p:spPr>
          <a:xfrm>
            <a:off x="386692" y="5604911"/>
            <a:ext cx="2772034" cy="330532"/>
          </a:xfrm>
          <a:prstGeom prst="rect">
            <a:avLst/>
          </a:prstGeom>
        </p:spPr>
        <p:txBody>
          <a:bodyPr lIns="0" tIns="0" rIns="0" bIns="0" anchor="t"/>
          <a:lstStyle>
            <a:lvl1pPr marL="0" indent="0">
              <a:buNone/>
              <a:defRPr sz="16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5" name="Marcador de texto 45">
            <a:extLst>
              <a:ext uri="{FF2B5EF4-FFF2-40B4-BE49-F238E27FC236}">
                <a16:creationId xmlns:a16="http://schemas.microsoft.com/office/drawing/2014/main" id="{5E7D047B-4717-FB44-881A-64B29830F9BF}"/>
              </a:ext>
            </a:extLst>
          </p:cNvPr>
          <p:cNvSpPr>
            <a:spLocks noGrp="1"/>
          </p:cNvSpPr>
          <p:nvPr>
            <p:ph type="body" sz="quarter" idx="20" hasCustomPrompt="1"/>
          </p:nvPr>
        </p:nvSpPr>
        <p:spPr>
          <a:xfrm>
            <a:off x="386692" y="5866619"/>
            <a:ext cx="2772034" cy="262682"/>
          </a:xfrm>
          <a:prstGeom prst="rect">
            <a:avLst/>
          </a:prstGeom>
        </p:spPr>
        <p:txBody>
          <a:bodyPr lIns="0" tIns="0" rIns="0" bIns="0" anchor="t"/>
          <a:lstStyle>
            <a:lvl1pPr marL="0" indent="0">
              <a:buNone/>
              <a:defRPr sz="900" b="1">
                <a:solidFill>
                  <a:schemeClr val="bg2">
                    <a:lumMod val="90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6" name="Marcador de posición de imagen 42">
            <a:extLst>
              <a:ext uri="{FF2B5EF4-FFF2-40B4-BE49-F238E27FC236}">
                <a16:creationId xmlns:a16="http://schemas.microsoft.com/office/drawing/2014/main" id="{7661E625-72AE-0A44-9564-9A433A4A85B0}"/>
              </a:ext>
            </a:extLst>
          </p:cNvPr>
          <p:cNvSpPr>
            <a:spLocks noGrp="1" noChangeAspect="1"/>
          </p:cNvSpPr>
          <p:nvPr>
            <p:ph type="pic" sz="quarter" idx="21"/>
          </p:nvPr>
        </p:nvSpPr>
        <p:spPr>
          <a:xfrm>
            <a:off x="3258525" y="1772816"/>
            <a:ext cx="2772034" cy="1491662"/>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7" name="Marcador de texto 45">
            <a:extLst>
              <a:ext uri="{FF2B5EF4-FFF2-40B4-BE49-F238E27FC236}">
                <a16:creationId xmlns:a16="http://schemas.microsoft.com/office/drawing/2014/main" id="{0FE2B780-1D19-C346-83B7-87854BB1FD5D}"/>
              </a:ext>
            </a:extLst>
          </p:cNvPr>
          <p:cNvSpPr>
            <a:spLocks noGrp="1"/>
          </p:cNvSpPr>
          <p:nvPr>
            <p:ph type="body" sz="quarter" idx="22" hasCustomPrompt="1"/>
          </p:nvPr>
        </p:nvSpPr>
        <p:spPr>
          <a:xfrm>
            <a:off x="3273772" y="3358100"/>
            <a:ext cx="2772034" cy="330532"/>
          </a:xfrm>
          <a:prstGeom prst="rect">
            <a:avLst/>
          </a:prstGeom>
        </p:spPr>
        <p:txBody>
          <a:bodyPr lIns="0" tIns="0" rIns="0" bIns="0" anchor="t"/>
          <a:lstStyle>
            <a:lvl1pPr marL="0" indent="0">
              <a:buNone/>
              <a:defRPr sz="16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8" name="Marcador de texto 45">
            <a:extLst>
              <a:ext uri="{FF2B5EF4-FFF2-40B4-BE49-F238E27FC236}">
                <a16:creationId xmlns:a16="http://schemas.microsoft.com/office/drawing/2014/main" id="{D698BDDF-09AB-FB4B-A459-DF2D19500B93}"/>
              </a:ext>
            </a:extLst>
          </p:cNvPr>
          <p:cNvSpPr>
            <a:spLocks noGrp="1"/>
          </p:cNvSpPr>
          <p:nvPr>
            <p:ph type="body" sz="quarter" idx="23" hasCustomPrompt="1"/>
          </p:nvPr>
        </p:nvSpPr>
        <p:spPr>
          <a:xfrm>
            <a:off x="3273772" y="3619808"/>
            <a:ext cx="2772034" cy="262682"/>
          </a:xfrm>
          <a:prstGeom prst="rect">
            <a:avLst/>
          </a:prstGeom>
        </p:spPr>
        <p:txBody>
          <a:bodyPr lIns="0" tIns="0" rIns="0" bIns="0" anchor="t"/>
          <a:lstStyle>
            <a:lvl1pPr marL="0" indent="0">
              <a:buNone/>
              <a:defRPr sz="900" b="1">
                <a:solidFill>
                  <a:schemeClr val="bg2">
                    <a:lumMod val="90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9" name="Marcador de posición de imagen 42">
            <a:extLst>
              <a:ext uri="{FF2B5EF4-FFF2-40B4-BE49-F238E27FC236}">
                <a16:creationId xmlns:a16="http://schemas.microsoft.com/office/drawing/2014/main" id="{4B43584B-D4A5-FF49-A50C-C095E57858AC}"/>
              </a:ext>
            </a:extLst>
          </p:cNvPr>
          <p:cNvSpPr>
            <a:spLocks noGrp="1" noChangeAspect="1"/>
          </p:cNvSpPr>
          <p:nvPr>
            <p:ph type="pic" sz="quarter" idx="24"/>
          </p:nvPr>
        </p:nvSpPr>
        <p:spPr>
          <a:xfrm>
            <a:off x="3258525" y="4019627"/>
            <a:ext cx="2772034" cy="1491662"/>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0" name="Marcador de texto 45">
            <a:extLst>
              <a:ext uri="{FF2B5EF4-FFF2-40B4-BE49-F238E27FC236}">
                <a16:creationId xmlns:a16="http://schemas.microsoft.com/office/drawing/2014/main" id="{B3C11AA5-C125-EB4E-A8A4-540E6D5D1070}"/>
              </a:ext>
            </a:extLst>
          </p:cNvPr>
          <p:cNvSpPr>
            <a:spLocks noGrp="1"/>
          </p:cNvSpPr>
          <p:nvPr>
            <p:ph type="body" sz="quarter" idx="25" hasCustomPrompt="1"/>
          </p:nvPr>
        </p:nvSpPr>
        <p:spPr>
          <a:xfrm>
            <a:off x="3273772" y="5604911"/>
            <a:ext cx="2772034" cy="330532"/>
          </a:xfrm>
          <a:prstGeom prst="rect">
            <a:avLst/>
          </a:prstGeom>
        </p:spPr>
        <p:txBody>
          <a:bodyPr lIns="0" tIns="0" rIns="0" bIns="0" anchor="t"/>
          <a:lstStyle>
            <a:lvl1pPr marL="0" indent="0">
              <a:buNone/>
              <a:defRPr sz="16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1" name="Marcador de texto 45">
            <a:extLst>
              <a:ext uri="{FF2B5EF4-FFF2-40B4-BE49-F238E27FC236}">
                <a16:creationId xmlns:a16="http://schemas.microsoft.com/office/drawing/2014/main" id="{D91D288B-3901-8F4B-82AE-1963311551A7}"/>
              </a:ext>
            </a:extLst>
          </p:cNvPr>
          <p:cNvSpPr>
            <a:spLocks noGrp="1"/>
          </p:cNvSpPr>
          <p:nvPr>
            <p:ph type="body" sz="quarter" idx="26" hasCustomPrompt="1"/>
          </p:nvPr>
        </p:nvSpPr>
        <p:spPr>
          <a:xfrm>
            <a:off x="3273772" y="5866619"/>
            <a:ext cx="2772034" cy="262682"/>
          </a:xfrm>
          <a:prstGeom prst="rect">
            <a:avLst/>
          </a:prstGeom>
        </p:spPr>
        <p:txBody>
          <a:bodyPr lIns="0" tIns="0" rIns="0" bIns="0" anchor="t"/>
          <a:lstStyle>
            <a:lvl1pPr marL="0" indent="0">
              <a:buNone/>
              <a:defRPr sz="900" b="1">
                <a:solidFill>
                  <a:schemeClr val="bg2">
                    <a:lumMod val="90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2" name="Marcador de posición de imagen 42">
            <a:extLst>
              <a:ext uri="{FF2B5EF4-FFF2-40B4-BE49-F238E27FC236}">
                <a16:creationId xmlns:a16="http://schemas.microsoft.com/office/drawing/2014/main" id="{2C8384C1-0174-7D46-9193-ED09F0ADFAD5}"/>
              </a:ext>
            </a:extLst>
          </p:cNvPr>
          <p:cNvSpPr>
            <a:spLocks noGrp="1" noChangeAspect="1"/>
          </p:cNvSpPr>
          <p:nvPr>
            <p:ph type="pic" sz="quarter" idx="27"/>
          </p:nvPr>
        </p:nvSpPr>
        <p:spPr>
          <a:xfrm>
            <a:off x="6152136" y="1772816"/>
            <a:ext cx="2772034" cy="1491662"/>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3" name="Marcador de texto 45">
            <a:extLst>
              <a:ext uri="{FF2B5EF4-FFF2-40B4-BE49-F238E27FC236}">
                <a16:creationId xmlns:a16="http://schemas.microsoft.com/office/drawing/2014/main" id="{B8D352F8-DE9C-A145-86BF-2C14C4C66B78}"/>
              </a:ext>
            </a:extLst>
          </p:cNvPr>
          <p:cNvSpPr>
            <a:spLocks noGrp="1"/>
          </p:cNvSpPr>
          <p:nvPr>
            <p:ph type="body" sz="quarter" idx="28" hasCustomPrompt="1"/>
          </p:nvPr>
        </p:nvSpPr>
        <p:spPr>
          <a:xfrm>
            <a:off x="6167383" y="3358100"/>
            <a:ext cx="2772034" cy="330532"/>
          </a:xfrm>
          <a:prstGeom prst="rect">
            <a:avLst/>
          </a:prstGeom>
        </p:spPr>
        <p:txBody>
          <a:bodyPr lIns="0" tIns="0" rIns="0" bIns="0" anchor="t"/>
          <a:lstStyle>
            <a:lvl1pPr marL="0" indent="0">
              <a:buNone/>
              <a:defRPr sz="16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4" name="Marcador de texto 45">
            <a:extLst>
              <a:ext uri="{FF2B5EF4-FFF2-40B4-BE49-F238E27FC236}">
                <a16:creationId xmlns:a16="http://schemas.microsoft.com/office/drawing/2014/main" id="{1DA1B9CD-618B-6E4F-BB8D-4A4F2F6224BB}"/>
              </a:ext>
            </a:extLst>
          </p:cNvPr>
          <p:cNvSpPr>
            <a:spLocks noGrp="1"/>
          </p:cNvSpPr>
          <p:nvPr>
            <p:ph type="body" sz="quarter" idx="29" hasCustomPrompt="1"/>
          </p:nvPr>
        </p:nvSpPr>
        <p:spPr>
          <a:xfrm>
            <a:off x="6167383" y="3619808"/>
            <a:ext cx="2772034" cy="262682"/>
          </a:xfrm>
          <a:prstGeom prst="rect">
            <a:avLst/>
          </a:prstGeom>
        </p:spPr>
        <p:txBody>
          <a:bodyPr lIns="0" tIns="0" rIns="0" bIns="0" anchor="t"/>
          <a:lstStyle>
            <a:lvl1pPr marL="0" indent="0">
              <a:buNone/>
              <a:defRPr sz="900" b="1">
                <a:solidFill>
                  <a:schemeClr val="bg2">
                    <a:lumMod val="90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5" name="Marcador de posición de imagen 42">
            <a:extLst>
              <a:ext uri="{FF2B5EF4-FFF2-40B4-BE49-F238E27FC236}">
                <a16:creationId xmlns:a16="http://schemas.microsoft.com/office/drawing/2014/main" id="{D75B5AF4-2F8B-BD48-815D-8F93850A53D1}"/>
              </a:ext>
            </a:extLst>
          </p:cNvPr>
          <p:cNvSpPr>
            <a:spLocks noGrp="1" noChangeAspect="1"/>
          </p:cNvSpPr>
          <p:nvPr>
            <p:ph type="pic" sz="quarter" idx="30"/>
          </p:nvPr>
        </p:nvSpPr>
        <p:spPr>
          <a:xfrm>
            <a:off x="6152136" y="4019627"/>
            <a:ext cx="2772034" cy="1491662"/>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6" name="Marcador de texto 45">
            <a:extLst>
              <a:ext uri="{FF2B5EF4-FFF2-40B4-BE49-F238E27FC236}">
                <a16:creationId xmlns:a16="http://schemas.microsoft.com/office/drawing/2014/main" id="{AED5256C-A8FA-634F-8607-2F61C649F794}"/>
              </a:ext>
            </a:extLst>
          </p:cNvPr>
          <p:cNvSpPr>
            <a:spLocks noGrp="1"/>
          </p:cNvSpPr>
          <p:nvPr>
            <p:ph type="body" sz="quarter" idx="31" hasCustomPrompt="1"/>
          </p:nvPr>
        </p:nvSpPr>
        <p:spPr>
          <a:xfrm>
            <a:off x="6167383" y="5604911"/>
            <a:ext cx="2772034" cy="330532"/>
          </a:xfrm>
          <a:prstGeom prst="rect">
            <a:avLst/>
          </a:prstGeom>
        </p:spPr>
        <p:txBody>
          <a:bodyPr lIns="0" tIns="0" rIns="0" bIns="0" anchor="t"/>
          <a:lstStyle>
            <a:lvl1pPr marL="0" indent="0">
              <a:buNone/>
              <a:defRPr sz="16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6EE25DF-BEAE-BB4C-A09A-85AE95EB65FA}"/>
              </a:ext>
            </a:extLst>
          </p:cNvPr>
          <p:cNvSpPr>
            <a:spLocks noGrp="1"/>
          </p:cNvSpPr>
          <p:nvPr>
            <p:ph type="body" sz="quarter" idx="32" hasCustomPrompt="1"/>
          </p:nvPr>
        </p:nvSpPr>
        <p:spPr>
          <a:xfrm>
            <a:off x="6167383" y="5866619"/>
            <a:ext cx="2772034" cy="262682"/>
          </a:xfrm>
          <a:prstGeom prst="rect">
            <a:avLst/>
          </a:prstGeom>
        </p:spPr>
        <p:txBody>
          <a:bodyPr lIns="0" tIns="0" rIns="0" bIns="0" anchor="t"/>
          <a:lstStyle>
            <a:lvl1pPr marL="0" indent="0">
              <a:buNone/>
              <a:defRPr sz="900" b="1">
                <a:solidFill>
                  <a:schemeClr val="bg2">
                    <a:lumMod val="90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8" name="Marcador de posición de imagen 42">
            <a:extLst>
              <a:ext uri="{FF2B5EF4-FFF2-40B4-BE49-F238E27FC236}">
                <a16:creationId xmlns:a16="http://schemas.microsoft.com/office/drawing/2014/main" id="{E884FCE5-13DB-2F4E-803B-921D2CB45CA4}"/>
              </a:ext>
            </a:extLst>
          </p:cNvPr>
          <p:cNvSpPr>
            <a:spLocks noGrp="1" noChangeAspect="1"/>
          </p:cNvSpPr>
          <p:nvPr>
            <p:ph type="pic" sz="quarter" idx="33"/>
          </p:nvPr>
        </p:nvSpPr>
        <p:spPr>
          <a:xfrm>
            <a:off x="9039216" y="1772816"/>
            <a:ext cx="2772034" cy="1491662"/>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9" name="Marcador de texto 45">
            <a:extLst>
              <a:ext uri="{FF2B5EF4-FFF2-40B4-BE49-F238E27FC236}">
                <a16:creationId xmlns:a16="http://schemas.microsoft.com/office/drawing/2014/main" id="{3F86D4DD-C487-A742-82A9-6429A9C147A7}"/>
              </a:ext>
            </a:extLst>
          </p:cNvPr>
          <p:cNvSpPr>
            <a:spLocks noGrp="1"/>
          </p:cNvSpPr>
          <p:nvPr>
            <p:ph type="body" sz="quarter" idx="34" hasCustomPrompt="1"/>
          </p:nvPr>
        </p:nvSpPr>
        <p:spPr>
          <a:xfrm>
            <a:off x="9054463" y="3358100"/>
            <a:ext cx="2772034" cy="330532"/>
          </a:xfrm>
          <a:prstGeom prst="rect">
            <a:avLst/>
          </a:prstGeom>
        </p:spPr>
        <p:txBody>
          <a:bodyPr lIns="0" tIns="0" rIns="0" bIns="0" anchor="t"/>
          <a:lstStyle>
            <a:lvl1pPr marL="0" indent="0">
              <a:buNone/>
              <a:defRPr sz="16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0" name="Marcador de texto 45">
            <a:extLst>
              <a:ext uri="{FF2B5EF4-FFF2-40B4-BE49-F238E27FC236}">
                <a16:creationId xmlns:a16="http://schemas.microsoft.com/office/drawing/2014/main" id="{A531C920-D57D-6E4D-B4AD-9C44F9FF6747}"/>
              </a:ext>
            </a:extLst>
          </p:cNvPr>
          <p:cNvSpPr>
            <a:spLocks noGrp="1"/>
          </p:cNvSpPr>
          <p:nvPr>
            <p:ph type="body" sz="quarter" idx="35" hasCustomPrompt="1"/>
          </p:nvPr>
        </p:nvSpPr>
        <p:spPr>
          <a:xfrm>
            <a:off x="9054463" y="3619808"/>
            <a:ext cx="2772034" cy="262682"/>
          </a:xfrm>
          <a:prstGeom prst="rect">
            <a:avLst/>
          </a:prstGeom>
        </p:spPr>
        <p:txBody>
          <a:bodyPr lIns="0" tIns="0" rIns="0" bIns="0" anchor="t"/>
          <a:lstStyle>
            <a:lvl1pPr marL="0" indent="0">
              <a:buNone/>
              <a:defRPr sz="900" b="1">
                <a:solidFill>
                  <a:schemeClr val="bg2">
                    <a:lumMod val="90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2" name="Marcador de posición de imagen 42">
            <a:extLst>
              <a:ext uri="{FF2B5EF4-FFF2-40B4-BE49-F238E27FC236}">
                <a16:creationId xmlns:a16="http://schemas.microsoft.com/office/drawing/2014/main" id="{217F37A0-035B-A34E-B710-64330052B809}"/>
              </a:ext>
            </a:extLst>
          </p:cNvPr>
          <p:cNvSpPr>
            <a:spLocks noGrp="1" noChangeAspect="1"/>
          </p:cNvSpPr>
          <p:nvPr>
            <p:ph type="pic" sz="quarter" idx="36"/>
          </p:nvPr>
        </p:nvSpPr>
        <p:spPr>
          <a:xfrm>
            <a:off x="9039216" y="4019627"/>
            <a:ext cx="2772034" cy="1491662"/>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3" name="Marcador de texto 45">
            <a:extLst>
              <a:ext uri="{FF2B5EF4-FFF2-40B4-BE49-F238E27FC236}">
                <a16:creationId xmlns:a16="http://schemas.microsoft.com/office/drawing/2014/main" id="{B8D29EE3-6247-4843-A2D7-06397994AD0E}"/>
              </a:ext>
            </a:extLst>
          </p:cNvPr>
          <p:cNvSpPr>
            <a:spLocks noGrp="1"/>
          </p:cNvSpPr>
          <p:nvPr>
            <p:ph type="body" sz="quarter" idx="37" hasCustomPrompt="1"/>
          </p:nvPr>
        </p:nvSpPr>
        <p:spPr>
          <a:xfrm>
            <a:off x="9054463" y="5604911"/>
            <a:ext cx="2772034" cy="330532"/>
          </a:xfrm>
          <a:prstGeom prst="rect">
            <a:avLst/>
          </a:prstGeom>
        </p:spPr>
        <p:txBody>
          <a:bodyPr lIns="0" tIns="0" rIns="0" bIns="0" anchor="t"/>
          <a:lstStyle>
            <a:lvl1pPr marL="0" indent="0">
              <a:buNone/>
              <a:defRPr sz="16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4" name="Marcador de texto 45">
            <a:extLst>
              <a:ext uri="{FF2B5EF4-FFF2-40B4-BE49-F238E27FC236}">
                <a16:creationId xmlns:a16="http://schemas.microsoft.com/office/drawing/2014/main" id="{3B3BC8B4-7375-CB4E-88E2-92FA673D50DE}"/>
              </a:ext>
            </a:extLst>
          </p:cNvPr>
          <p:cNvSpPr>
            <a:spLocks noGrp="1"/>
          </p:cNvSpPr>
          <p:nvPr>
            <p:ph type="body" sz="quarter" idx="38" hasCustomPrompt="1"/>
          </p:nvPr>
        </p:nvSpPr>
        <p:spPr>
          <a:xfrm>
            <a:off x="9054463" y="5866619"/>
            <a:ext cx="2772034" cy="262682"/>
          </a:xfrm>
          <a:prstGeom prst="rect">
            <a:avLst/>
          </a:prstGeom>
        </p:spPr>
        <p:txBody>
          <a:bodyPr lIns="0" tIns="0" rIns="0" bIns="0" anchor="t"/>
          <a:lstStyle>
            <a:lvl1pPr marL="0" indent="0">
              <a:buNone/>
              <a:defRPr sz="900" b="1">
                <a:solidFill>
                  <a:schemeClr val="bg2">
                    <a:lumMod val="90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9" name="Line">
            <a:extLst>
              <a:ext uri="{FF2B5EF4-FFF2-40B4-BE49-F238E27FC236}">
                <a16:creationId xmlns:a16="http://schemas.microsoft.com/office/drawing/2014/main" id="{D5537E8D-9D56-A541-A76E-D420D403E09F}"/>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30" name="Marcador de texto 15">
            <a:extLst>
              <a:ext uri="{FF2B5EF4-FFF2-40B4-BE49-F238E27FC236}">
                <a16:creationId xmlns:a16="http://schemas.microsoft.com/office/drawing/2014/main" id="{52115FA6-0E4B-7A4F-8490-0D32999DF1C5}"/>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1" name="Slide Number Placeholder 5">
            <a:extLst>
              <a:ext uri="{FF2B5EF4-FFF2-40B4-BE49-F238E27FC236}">
                <a16:creationId xmlns:a16="http://schemas.microsoft.com/office/drawing/2014/main" id="{DC0EA9BA-E1AB-B24C-8B6A-F583EBC7197E}"/>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6224938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ido No. 16">
    <p:spTree>
      <p:nvGrpSpPr>
        <p:cNvPr id="1" name=""/>
        <p:cNvGrpSpPr/>
        <p:nvPr/>
      </p:nvGrpSpPr>
      <p:grpSpPr>
        <a:xfrm>
          <a:off x="0" y="0"/>
          <a:ext cx="0" cy="0"/>
          <a:chOff x="0" y="0"/>
          <a:chExt cx="0" cy="0"/>
        </a:xfrm>
      </p:grpSpPr>
      <p:sp>
        <p:nvSpPr>
          <p:cNvPr id="43" name="Marcador de posición de imagen 42">
            <a:extLst>
              <a:ext uri="{FF2B5EF4-FFF2-40B4-BE49-F238E27FC236}">
                <a16:creationId xmlns:a16="http://schemas.microsoft.com/office/drawing/2014/main" id="{0848F1A1-CD2F-3142-A9D9-577E5B17E6CF}"/>
              </a:ext>
            </a:extLst>
          </p:cNvPr>
          <p:cNvSpPr>
            <a:spLocks noGrp="1"/>
          </p:cNvSpPr>
          <p:nvPr>
            <p:ph type="pic" sz="quarter" idx="15"/>
          </p:nvPr>
        </p:nvSpPr>
        <p:spPr>
          <a:xfrm>
            <a:off x="371445" y="1791538"/>
            <a:ext cx="8571103" cy="250639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2344" y="4453538"/>
            <a:ext cx="2752904" cy="395846"/>
          </a:xfrm>
          <a:prstGeom prst="rect">
            <a:avLst/>
          </a:prstGeom>
        </p:spPr>
        <p:txBody>
          <a:bodyPr anchor="t"/>
          <a:lstStyle>
            <a:lvl1pPr marL="0" indent="0">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382344" y="4867565"/>
            <a:ext cx="2752904" cy="243632"/>
          </a:xfrm>
          <a:prstGeom prst="rect">
            <a:avLst/>
          </a:prstGeom>
        </p:spPr>
        <p:txBody>
          <a:bodyPr anchor="t"/>
          <a:lstStyle>
            <a:lvl1pPr marL="0" indent="0">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8" name="Marcador de texto 45">
            <a:extLst>
              <a:ext uri="{FF2B5EF4-FFF2-40B4-BE49-F238E27FC236}">
                <a16:creationId xmlns:a16="http://schemas.microsoft.com/office/drawing/2014/main" id="{694668BB-ABCB-F242-9927-BC13883D4333}"/>
              </a:ext>
            </a:extLst>
          </p:cNvPr>
          <p:cNvSpPr>
            <a:spLocks noGrp="1"/>
          </p:cNvSpPr>
          <p:nvPr>
            <p:ph type="body" sz="quarter" idx="18" hasCustomPrompt="1"/>
          </p:nvPr>
        </p:nvSpPr>
        <p:spPr>
          <a:xfrm>
            <a:off x="382344" y="5185872"/>
            <a:ext cx="2752904" cy="625823"/>
          </a:xfrm>
          <a:prstGeom prst="rect">
            <a:avLst/>
          </a:prstGeom>
        </p:spPr>
        <p:txBody>
          <a:bodyPr lIns="0" tIns="0" rIns="0" bIns="0" anchor="t"/>
          <a:lstStyle>
            <a:lvl1pPr marL="0" inden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52" name="Marcador de texto 45">
            <a:extLst>
              <a:ext uri="{FF2B5EF4-FFF2-40B4-BE49-F238E27FC236}">
                <a16:creationId xmlns:a16="http://schemas.microsoft.com/office/drawing/2014/main" id="{E3DCC50F-4061-934E-BD27-96982E4FBB26}"/>
              </a:ext>
            </a:extLst>
          </p:cNvPr>
          <p:cNvSpPr>
            <a:spLocks noGrp="1"/>
          </p:cNvSpPr>
          <p:nvPr>
            <p:ph type="body" sz="quarter" idx="20" hasCustomPrompt="1"/>
          </p:nvPr>
        </p:nvSpPr>
        <p:spPr>
          <a:xfrm>
            <a:off x="3287505" y="4453538"/>
            <a:ext cx="2752904" cy="395846"/>
          </a:xfrm>
          <a:prstGeom prst="rect">
            <a:avLst/>
          </a:prstGeom>
        </p:spPr>
        <p:txBody>
          <a:bodyPr anchor="t"/>
          <a:lstStyle>
            <a:lvl1pPr marL="0" indent="0">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3" name="Marcador de texto 45">
            <a:extLst>
              <a:ext uri="{FF2B5EF4-FFF2-40B4-BE49-F238E27FC236}">
                <a16:creationId xmlns:a16="http://schemas.microsoft.com/office/drawing/2014/main" id="{42FD668C-1226-134A-BEBC-D46A5BC2EA6F}"/>
              </a:ext>
            </a:extLst>
          </p:cNvPr>
          <p:cNvSpPr>
            <a:spLocks noGrp="1"/>
          </p:cNvSpPr>
          <p:nvPr>
            <p:ph type="body" sz="quarter" idx="21" hasCustomPrompt="1"/>
          </p:nvPr>
        </p:nvSpPr>
        <p:spPr>
          <a:xfrm>
            <a:off x="3287505" y="4867565"/>
            <a:ext cx="2752904" cy="243632"/>
          </a:xfrm>
          <a:prstGeom prst="rect">
            <a:avLst/>
          </a:prstGeom>
        </p:spPr>
        <p:txBody>
          <a:bodyPr anchor="t"/>
          <a:lstStyle>
            <a:lvl1pPr marL="0" indent="0">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4" name="Marcador de texto 45">
            <a:extLst>
              <a:ext uri="{FF2B5EF4-FFF2-40B4-BE49-F238E27FC236}">
                <a16:creationId xmlns:a16="http://schemas.microsoft.com/office/drawing/2014/main" id="{9211D20E-497D-2945-8B14-18049208964F}"/>
              </a:ext>
            </a:extLst>
          </p:cNvPr>
          <p:cNvSpPr>
            <a:spLocks noGrp="1"/>
          </p:cNvSpPr>
          <p:nvPr>
            <p:ph type="body" sz="quarter" idx="22" hasCustomPrompt="1"/>
          </p:nvPr>
        </p:nvSpPr>
        <p:spPr>
          <a:xfrm>
            <a:off x="3287505" y="5185872"/>
            <a:ext cx="2752904" cy="625823"/>
          </a:xfrm>
          <a:prstGeom prst="rect">
            <a:avLst/>
          </a:prstGeom>
        </p:spPr>
        <p:txBody>
          <a:bodyPr lIns="0" tIns="0" rIns="0" bIns="0" anchor="t"/>
          <a:lstStyle>
            <a:lvl1pPr marL="0" inden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58" name="Marcador de texto 45">
            <a:extLst>
              <a:ext uri="{FF2B5EF4-FFF2-40B4-BE49-F238E27FC236}">
                <a16:creationId xmlns:a16="http://schemas.microsoft.com/office/drawing/2014/main" id="{4EE6D53B-C526-7F45-ABEB-CD967E7C1E03}"/>
              </a:ext>
            </a:extLst>
          </p:cNvPr>
          <p:cNvSpPr>
            <a:spLocks noGrp="1"/>
          </p:cNvSpPr>
          <p:nvPr>
            <p:ph type="body" sz="quarter" idx="24" hasCustomPrompt="1"/>
          </p:nvPr>
        </p:nvSpPr>
        <p:spPr>
          <a:xfrm>
            <a:off x="6189644" y="4453538"/>
            <a:ext cx="2752904" cy="395846"/>
          </a:xfrm>
          <a:prstGeom prst="rect">
            <a:avLst/>
          </a:prstGeom>
        </p:spPr>
        <p:txBody>
          <a:bodyPr anchor="t"/>
          <a:lstStyle>
            <a:lvl1pPr marL="0" indent="0">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9" name="Marcador de texto 45">
            <a:extLst>
              <a:ext uri="{FF2B5EF4-FFF2-40B4-BE49-F238E27FC236}">
                <a16:creationId xmlns:a16="http://schemas.microsoft.com/office/drawing/2014/main" id="{4331FA5E-C9BB-F14C-A785-72F5549151C6}"/>
              </a:ext>
            </a:extLst>
          </p:cNvPr>
          <p:cNvSpPr>
            <a:spLocks noGrp="1"/>
          </p:cNvSpPr>
          <p:nvPr>
            <p:ph type="body" sz="quarter" idx="25" hasCustomPrompt="1"/>
          </p:nvPr>
        </p:nvSpPr>
        <p:spPr>
          <a:xfrm>
            <a:off x="6189644" y="4867565"/>
            <a:ext cx="2752904" cy="243632"/>
          </a:xfrm>
          <a:prstGeom prst="rect">
            <a:avLst/>
          </a:prstGeom>
        </p:spPr>
        <p:txBody>
          <a:bodyPr anchor="t"/>
          <a:lstStyle>
            <a:lvl1pPr marL="0" indent="0">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0" name="Marcador de texto 45">
            <a:extLst>
              <a:ext uri="{FF2B5EF4-FFF2-40B4-BE49-F238E27FC236}">
                <a16:creationId xmlns:a16="http://schemas.microsoft.com/office/drawing/2014/main" id="{AE37D71F-2985-DF4C-9944-B7F133F37E4A}"/>
              </a:ext>
            </a:extLst>
          </p:cNvPr>
          <p:cNvSpPr>
            <a:spLocks noGrp="1"/>
          </p:cNvSpPr>
          <p:nvPr>
            <p:ph type="body" sz="quarter" idx="26" hasCustomPrompt="1"/>
          </p:nvPr>
        </p:nvSpPr>
        <p:spPr>
          <a:xfrm>
            <a:off x="6189644" y="5185872"/>
            <a:ext cx="2752904" cy="625823"/>
          </a:xfrm>
          <a:prstGeom prst="rect">
            <a:avLst/>
          </a:prstGeom>
        </p:spPr>
        <p:txBody>
          <a:bodyPr lIns="0" tIns="0" rIns="0" bIns="0" anchor="t"/>
          <a:lstStyle>
            <a:lvl1pPr marL="0" inden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2" name="Rectángulo 1">
            <a:extLst>
              <a:ext uri="{FF2B5EF4-FFF2-40B4-BE49-F238E27FC236}">
                <a16:creationId xmlns:a16="http://schemas.microsoft.com/office/drawing/2014/main" id="{AA7069F3-8A6B-3F46-AEF3-F3668A813E2F}"/>
              </a:ext>
            </a:extLst>
          </p:cNvPr>
          <p:cNvSpPr/>
          <p:nvPr userDrawn="1"/>
        </p:nvSpPr>
        <p:spPr>
          <a:xfrm>
            <a:off x="9056752" y="1791538"/>
            <a:ext cx="2763802" cy="45179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0" name="Marcador de texto 45">
            <a:extLst>
              <a:ext uri="{FF2B5EF4-FFF2-40B4-BE49-F238E27FC236}">
                <a16:creationId xmlns:a16="http://schemas.microsoft.com/office/drawing/2014/main" id="{28A5B109-1219-9044-9421-3B51D56359CC}"/>
              </a:ext>
            </a:extLst>
          </p:cNvPr>
          <p:cNvSpPr>
            <a:spLocks noGrp="1"/>
          </p:cNvSpPr>
          <p:nvPr>
            <p:ph type="body" sz="quarter" idx="27" hasCustomPrompt="1"/>
          </p:nvPr>
        </p:nvSpPr>
        <p:spPr>
          <a:xfrm>
            <a:off x="9174701" y="2045988"/>
            <a:ext cx="2466276" cy="243632"/>
          </a:xfrm>
          <a:prstGeom prst="rect">
            <a:avLst/>
          </a:prstGeom>
        </p:spPr>
        <p:txBody>
          <a:bodyPr anchor="t"/>
          <a:lstStyle>
            <a:lvl1pPr marL="0" indent="0">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1" name="Marcador de texto 45">
            <a:extLst>
              <a:ext uri="{FF2B5EF4-FFF2-40B4-BE49-F238E27FC236}">
                <a16:creationId xmlns:a16="http://schemas.microsoft.com/office/drawing/2014/main" id="{1E14636B-3F5A-844C-B623-4D222A76F9DE}"/>
              </a:ext>
            </a:extLst>
          </p:cNvPr>
          <p:cNvSpPr>
            <a:spLocks noGrp="1"/>
          </p:cNvSpPr>
          <p:nvPr>
            <p:ph type="body" sz="quarter" idx="28" hasCustomPrompt="1"/>
          </p:nvPr>
        </p:nvSpPr>
        <p:spPr>
          <a:xfrm>
            <a:off x="9174701" y="2400857"/>
            <a:ext cx="2466276" cy="553998"/>
          </a:xfrm>
          <a:prstGeom prst="rect">
            <a:avLst/>
          </a:prstGeom>
        </p:spPr>
        <p:txBody>
          <a:bodyPr wrap="square" lIns="0" tIns="0" rIns="0" bIns="0" anchor="t">
            <a:spAutoFit/>
          </a:bodyPr>
          <a:lstStyle>
            <a:lvl1pPr marL="0" indent="0">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18" name="Line">
            <a:extLst>
              <a:ext uri="{FF2B5EF4-FFF2-40B4-BE49-F238E27FC236}">
                <a16:creationId xmlns:a16="http://schemas.microsoft.com/office/drawing/2014/main" id="{180F4EEA-7D75-D74C-9647-F156AFEFF67D}"/>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9" name="Marcador de texto 15">
            <a:extLst>
              <a:ext uri="{FF2B5EF4-FFF2-40B4-BE49-F238E27FC236}">
                <a16:creationId xmlns:a16="http://schemas.microsoft.com/office/drawing/2014/main" id="{1AAE4A88-24D3-2E4B-8D3C-419D739622A5}"/>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0" name="Slide Number Placeholder 5">
            <a:extLst>
              <a:ext uri="{FF2B5EF4-FFF2-40B4-BE49-F238E27FC236}">
                <a16:creationId xmlns:a16="http://schemas.microsoft.com/office/drawing/2014/main" id="{E8A92870-F1B4-1447-8CD8-EE9A2DA4AC54}"/>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50663986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ido No. 1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494" y="1685090"/>
            <a:ext cx="3728041"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386494" y="2099117"/>
            <a:ext cx="3728041"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386495" y="2433744"/>
            <a:ext cx="3728040" cy="1077218"/>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20" name="Marcador de texto 45">
            <a:extLst>
              <a:ext uri="{FF2B5EF4-FFF2-40B4-BE49-F238E27FC236}">
                <a16:creationId xmlns:a16="http://schemas.microsoft.com/office/drawing/2014/main" id="{98AB5151-FEB6-8845-997E-9ED922E92919}"/>
              </a:ext>
            </a:extLst>
          </p:cNvPr>
          <p:cNvSpPr>
            <a:spLocks noGrp="1"/>
          </p:cNvSpPr>
          <p:nvPr>
            <p:ph type="body" sz="quarter" idx="25" hasCustomPrompt="1"/>
          </p:nvPr>
        </p:nvSpPr>
        <p:spPr>
          <a:xfrm>
            <a:off x="386494" y="4023341"/>
            <a:ext cx="3728041"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2" name="Marcador de texto 45">
            <a:extLst>
              <a:ext uri="{FF2B5EF4-FFF2-40B4-BE49-F238E27FC236}">
                <a16:creationId xmlns:a16="http://schemas.microsoft.com/office/drawing/2014/main" id="{92D2A92C-DECF-D644-9660-0303C348635B}"/>
              </a:ext>
            </a:extLst>
          </p:cNvPr>
          <p:cNvSpPr>
            <a:spLocks noGrp="1"/>
          </p:cNvSpPr>
          <p:nvPr>
            <p:ph type="body" sz="quarter" idx="26" hasCustomPrompt="1"/>
          </p:nvPr>
        </p:nvSpPr>
        <p:spPr>
          <a:xfrm>
            <a:off x="386494" y="4437368"/>
            <a:ext cx="3728041"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3" name="Marcador de texto 45">
            <a:extLst>
              <a:ext uri="{FF2B5EF4-FFF2-40B4-BE49-F238E27FC236}">
                <a16:creationId xmlns:a16="http://schemas.microsoft.com/office/drawing/2014/main" id="{F1437EF2-94D9-044A-AABB-8A756C9BA041}"/>
              </a:ext>
            </a:extLst>
          </p:cNvPr>
          <p:cNvSpPr>
            <a:spLocks noGrp="1"/>
          </p:cNvSpPr>
          <p:nvPr>
            <p:ph type="body" sz="quarter" idx="27" hasCustomPrompt="1"/>
          </p:nvPr>
        </p:nvSpPr>
        <p:spPr>
          <a:xfrm>
            <a:off x="386495" y="4771995"/>
            <a:ext cx="3728040" cy="1077218"/>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0" name="Marcador de posición de imagen 42">
            <a:extLst>
              <a:ext uri="{FF2B5EF4-FFF2-40B4-BE49-F238E27FC236}">
                <a16:creationId xmlns:a16="http://schemas.microsoft.com/office/drawing/2014/main" id="{8E8AACDE-108C-FF42-BF8F-12E3DF124DF6}"/>
              </a:ext>
            </a:extLst>
          </p:cNvPr>
          <p:cNvSpPr>
            <a:spLocks noGrp="1"/>
          </p:cNvSpPr>
          <p:nvPr>
            <p:ph type="pic" sz="quarter" idx="15"/>
          </p:nvPr>
        </p:nvSpPr>
        <p:spPr>
          <a:xfrm>
            <a:off x="4223670" y="1479824"/>
            <a:ext cx="3744660" cy="3533353"/>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1" name="Marcador de posición de imagen 42">
            <a:extLst>
              <a:ext uri="{FF2B5EF4-FFF2-40B4-BE49-F238E27FC236}">
                <a16:creationId xmlns:a16="http://schemas.microsoft.com/office/drawing/2014/main" id="{91966F1A-C26F-BF4E-AB1B-251B3AD05C8C}"/>
              </a:ext>
            </a:extLst>
          </p:cNvPr>
          <p:cNvSpPr>
            <a:spLocks noGrp="1"/>
          </p:cNvSpPr>
          <p:nvPr>
            <p:ph type="pic" sz="quarter" idx="28"/>
          </p:nvPr>
        </p:nvSpPr>
        <p:spPr>
          <a:xfrm>
            <a:off x="8077464" y="1479824"/>
            <a:ext cx="3744660" cy="3533353"/>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2" name="Rectángulo 31">
            <a:extLst>
              <a:ext uri="{FF2B5EF4-FFF2-40B4-BE49-F238E27FC236}">
                <a16:creationId xmlns:a16="http://schemas.microsoft.com/office/drawing/2014/main" id="{F555FA43-7B52-BA4E-BE7C-328C857EB2F7}"/>
              </a:ext>
            </a:extLst>
          </p:cNvPr>
          <p:cNvSpPr/>
          <p:nvPr userDrawn="1"/>
        </p:nvSpPr>
        <p:spPr>
          <a:xfrm>
            <a:off x="4223670" y="5100813"/>
            <a:ext cx="7595124" cy="1208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6" name="Marcador de texto 45">
            <a:extLst>
              <a:ext uri="{FF2B5EF4-FFF2-40B4-BE49-F238E27FC236}">
                <a16:creationId xmlns:a16="http://schemas.microsoft.com/office/drawing/2014/main" id="{5D2BBDE7-84DA-AC4F-A3E8-782D7B2BE9E7}"/>
              </a:ext>
            </a:extLst>
          </p:cNvPr>
          <p:cNvSpPr>
            <a:spLocks noGrp="1"/>
          </p:cNvSpPr>
          <p:nvPr>
            <p:ph type="body" sz="quarter" idx="29" hasCustomPrompt="1"/>
          </p:nvPr>
        </p:nvSpPr>
        <p:spPr>
          <a:xfrm>
            <a:off x="4421037" y="5327684"/>
            <a:ext cx="7219939" cy="738664"/>
          </a:xfrm>
          <a:prstGeom prst="rect">
            <a:avLst/>
          </a:prstGeom>
        </p:spPr>
        <p:txBody>
          <a:bodyPr wrap="square" lIns="0" tIns="0" rIns="0" bIns="0" anchor="t">
            <a:spAutoFit/>
          </a:bodyPr>
          <a:lstStyle>
            <a:lvl1pPr marL="0" indent="0" algn="just">
              <a:lnSpc>
                <a:spcPct val="100000"/>
              </a:lnSpc>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15" name="Line">
            <a:extLst>
              <a:ext uri="{FF2B5EF4-FFF2-40B4-BE49-F238E27FC236}">
                <a16:creationId xmlns:a16="http://schemas.microsoft.com/office/drawing/2014/main" id="{04D5C4BD-D8C3-254D-B6F6-5DD9D3EAD50D}"/>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7" name="Marcador de texto 15">
            <a:extLst>
              <a:ext uri="{FF2B5EF4-FFF2-40B4-BE49-F238E27FC236}">
                <a16:creationId xmlns:a16="http://schemas.microsoft.com/office/drawing/2014/main" id="{1D622C04-A029-4147-B828-9F506B092A08}"/>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18" name="Slide Number Placeholder 5">
            <a:extLst>
              <a:ext uri="{FF2B5EF4-FFF2-40B4-BE49-F238E27FC236}">
                <a16:creationId xmlns:a16="http://schemas.microsoft.com/office/drawing/2014/main" id="{2C5F0039-A2FB-CB4D-8CAB-63D91ADBADAF}"/>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315263573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ido No. 18">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8090753" y="2159674"/>
            <a:ext cx="3728041"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8090753" y="2573701"/>
            <a:ext cx="3728041"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8090754" y="2908328"/>
            <a:ext cx="3728040" cy="1077218"/>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20" name="Marcador de texto 45">
            <a:extLst>
              <a:ext uri="{FF2B5EF4-FFF2-40B4-BE49-F238E27FC236}">
                <a16:creationId xmlns:a16="http://schemas.microsoft.com/office/drawing/2014/main" id="{98AB5151-FEB6-8845-997E-9ED922E92919}"/>
              </a:ext>
            </a:extLst>
          </p:cNvPr>
          <p:cNvSpPr>
            <a:spLocks noGrp="1"/>
          </p:cNvSpPr>
          <p:nvPr>
            <p:ph type="body" sz="quarter" idx="25" hasCustomPrompt="1"/>
          </p:nvPr>
        </p:nvSpPr>
        <p:spPr>
          <a:xfrm>
            <a:off x="8090753" y="4114337"/>
            <a:ext cx="3728041"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2" name="Marcador de texto 45">
            <a:extLst>
              <a:ext uri="{FF2B5EF4-FFF2-40B4-BE49-F238E27FC236}">
                <a16:creationId xmlns:a16="http://schemas.microsoft.com/office/drawing/2014/main" id="{92D2A92C-DECF-D644-9660-0303C348635B}"/>
              </a:ext>
            </a:extLst>
          </p:cNvPr>
          <p:cNvSpPr>
            <a:spLocks noGrp="1"/>
          </p:cNvSpPr>
          <p:nvPr>
            <p:ph type="body" sz="quarter" idx="26" hasCustomPrompt="1"/>
          </p:nvPr>
        </p:nvSpPr>
        <p:spPr>
          <a:xfrm>
            <a:off x="8090753" y="4528364"/>
            <a:ext cx="3728041"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3" name="Marcador de texto 45">
            <a:extLst>
              <a:ext uri="{FF2B5EF4-FFF2-40B4-BE49-F238E27FC236}">
                <a16:creationId xmlns:a16="http://schemas.microsoft.com/office/drawing/2014/main" id="{F1437EF2-94D9-044A-AABB-8A756C9BA041}"/>
              </a:ext>
            </a:extLst>
          </p:cNvPr>
          <p:cNvSpPr>
            <a:spLocks noGrp="1"/>
          </p:cNvSpPr>
          <p:nvPr>
            <p:ph type="body" sz="quarter" idx="27" hasCustomPrompt="1"/>
          </p:nvPr>
        </p:nvSpPr>
        <p:spPr>
          <a:xfrm>
            <a:off x="8090754" y="4862991"/>
            <a:ext cx="3728040" cy="1077218"/>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0" name="Marcador de posición de imagen 42">
            <a:extLst>
              <a:ext uri="{FF2B5EF4-FFF2-40B4-BE49-F238E27FC236}">
                <a16:creationId xmlns:a16="http://schemas.microsoft.com/office/drawing/2014/main" id="{8E8AACDE-108C-FF42-BF8F-12E3DF124DF6}"/>
              </a:ext>
            </a:extLst>
          </p:cNvPr>
          <p:cNvSpPr>
            <a:spLocks noGrp="1"/>
          </p:cNvSpPr>
          <p:nvPr>
            <p:ph type="pic" sz="quarter" idx="15"/>
          </p:nvPr>
        </p:nvSpPr>
        <p:spPr>
          <a:xfrm>
            <a:off x="369479" y="1685090"/>
            <a:ext cx="3744660" cy="3320991"/>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1" name="Marcador de posición de imagen 42">
            <a:extLst>
              <a:ext uri="{FF2B5EF4-FFF2-40B4-BE49-F238E27FC236}">
                <a16:creationId xmlns:a16="http://schemas.microsoft.com/office/drawing/2014/main" id="{91966F1A-C26F-BF4E-AB1B-251B3AD05C8C}"/>
              </a:ext>
            </a:extLst>
          </p:cNvPr>
          <p:cNvSpPr>
            <a:spLocks noGrp="1"/>
          </p:cNvSpPr>
          <p:nvPr>
            <p:ph type="pic" sz="quarter" idx="28"/>
          </p:nvPr>
        </p:nvSpPr>
        <p:spPr>
          <a:xfrm>
            <a:off x="4223273" y="1685090"/>
            <a:ext cx="3744660" cy="3320991"/>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2" name="Rectángulo 31">
            <a:extLst>
              <a:ext uri="{FF2B5EF4-FFF2-40B4-BE49-F238E27FC236}">
                <a16:creationId xmlns:a16="http://schemas.microsoft.com/office/drawing/2014/main" id="{F555FA43-7B52-BA4E-BE7C-328C857EB2F7}"/>
              </a:ext>
            </a:extLst>
          </p:cNvPr>
          <p:cNvSpPr/>
          <p:nvPr userDrawn="1"/>
        </p:nvSpPr>
        <p:spPr>
          <a:xfrm>
            <a:off x="369480" y="5089351"/>
            <a:ext cx="7595124" cy="11479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6" name="Marcador de texto 45">
            <a:extLst>
              <a:ext uri="{FF2B5EF4-FFF2-40B4-BE49-F238E27FC236}">
                <a16:creationId xmlns:a16="http://schemas.microsoft.com/office/drawing/2014/main" id="{5D2BBDE7-84DA-AC4F-A3E8-782D7B2BE9E7}"/>
              </a:ext>
            </a:extLst>
          </p:cNvPr>
          <p:cNvSpPr>
            <a:spLocks noGrp="1"/>
          </p:cNvSpPr>
          <p:nvPr>
            <p:ph type="body" sz="quarter" idx="29" hasCustomPrompt="1"/>
          </p:nvPr>
        </p:nvSpPr>
        <p:spPr>
          <a:xfrm>
            <a:off x="557072" y="5294000"/>
            <a:ext cx="7219939" cy="738664"/>
          </a:xfrm>
          <a:prstGeom prst="rect">
            <a:avLst/>
          </a:prstGeom>
        </p:spPr>
        <p:txBody>
          <a:bodyPr wrap="square" lIns="0" tIns="0" rIns="0" bIns="0" anchor="t">
            <a:spAutoFit/>
          </a:bodyPr>
          <a:lstStyle>
            <a:lvl1pPr marL="0" indent="0" algn="just">
              <a:lnSpc>
                <a:spcPct val="100000"/>
              </a:lnSpc>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15" name="Line">
            <a:extLst>
              <a:ext uri="{FF2B5EF4-FFF2-40B4-BE49-F238E27FC236}">
                <a16:creationId xmlns:a16="http://schemas.microsoft.com/office/drawing/2014/main" id="{039C157B-527F-3049-87D0-E8CE5EE76FEB}"/>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7" name="Marcador de texto 15">
            <a:extLst>
              <a:ext uri="{FF2B5EF4-FFF2-40B4-BE49-F238E27FC236}">
                <a16:creationId xmlns:a16="http://schemas.microsoft.com/office/drawing/2014/main" id="{35777775-4C8F-EA48-B876-9F9C7D01C486}"/>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18" name="Slide Number Placeholder 5">
            <a:extLst>
              <a:ext uri="{FF2B5EF4-FFF2-40B4-BE49-F238E27FC236}">
                <a16:creationId xmlns:a16="http://schemas.microsoft.com/office/drawing/2014/main" id="{5E128D3E-4A48-9749-9320-96BAC284E4F7}"/>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49429979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ido No. 19">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30" name="Marcador de posición de imagen 42">
            <a:extLst>
              <a:ext uri="{FF2B5EF4-FFF2-40B4-BE49-F238E27FC236}">
                <a16:creationId xmlns:a16="http://schemas.microsoft.com/office/drawing/2014/main" id="{8E8AACDE-108C-FF42-BF8F-12E3DF124DF6}"/>
              </a:ext>
            </a:extLst>
          </p:cNvPr>
          <p:cNvSpPr>
            <a:spLocks noGrp="1"/>
          </p:cNvSpPr>
          <p:nvPr>
            <p:ph type="pic" sz="quarter" idx="15"/>
          </p:nvPr>
        </p:nvSpPr>
        <p:spPr>
          <a:xfrm>
            <a:off x="386495" y="1772817"/>
            <a:ext cx="3744660" cy="2124236"/>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1" name="Marcador de posición de imagen 42">
            <a:extLst>
              <a:ext uri="{FF2B5EF4-FFF2-40B4-BE49-F238E27FC236}">
                <a16:creationId xmlns:a16="http://schemas.microsoft.com/office/drawing/2014/main" id="{91966F1A-C26F-BF4E-AB1B-251B3AD05C8C}"/>
              </a:ext>
            </a:extLst>
          </p:cNvPr>
          <p:cNvSpPr>
            <a:spLocks noGrp="1"/>
          </p:cNvSpPr>
          <p:nvPr>
            <p:ph type="pic" sz="quarter" idx="28"/>
          </p:nvPr>
        </p:nvSpPr>
        <p:spPr>
          <a:xfrm>
            <a:off x="4223670" y="1772817"/>
            <a:ext cx="3744660" cy="432532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2" name="Rectángulo 31">
            <a:extLst>
              <a:ext uri="{FF2B5EF4-FFF2-40B4-BE49-F238E27FC236}">
                <a16:creationId xmlns:a16="http://schemas.microsoft.com/office/drawing/2014/main" id="{F555FA43-7B52-BA4E-BE7C-328C857EB2F7}"/>
              </a:ext>
            </a:extLst>
          </p:cNvPr>
          <p:cNvSpPr/>
          <p:nvPr userDrawn="1"/>
        </p:nvSpPr>
        <p:spPr>
          <a:xfrm>
            <a:off x="2306748" y="3973135"/>
            <a:ext cx="1824407" cy="2120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6" name="Marcador de texto 45">
            <a:extLst>
              <a:ext uri="{FF2B5EF4-FFF2-40B4-BE49-F238E27FC236}">
                <a16:creationId xmlns:a16="http://schemas.microsoft.com/office/drawing/2014/main" id="{5D2BBDE7-84DA-AC4F-A3E8-782D7B2BE9E7}"/>
              </a:ext>
            </a:extLst>
          </p:cNvPr>
          <p:cNvSpPr>
            <a:spLocks noGrp="1"/>
          </p:cNvSpPr>
          <p:nvPr>
            <p:ph type="body" sz="quarter" idx="29" hasCustomPrompt="1"/>
          </p:nvPr>
        </p:nvSpPr>
        <p:spPr>
          <a:xfrm>
            <a:off x="2396190" y="4401108"/>
            <a:ext cx="1645521" cy="1538883"/>
          </a:xfrm>
          <a:prstGeom prst="rect">
            <a:avLst/>
          </a:prstGeom>
        </p:spPr>
        <p:txBody>
          <a:bodyPr wrap="square" lIns="0" tIns="0" rIns="0" bIns="0" anchor="t">
            <a:spAutoFit/>
          </a:bodyPr>
          <a:lstStyle>
            <a:lvl1pPr marL="0" indent="0" algn="l">
              <a:lnSpc>
                <a:spcPct val="100000"/>
              </a:lnSpc>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a:t>
            </a:r>
          </a:p>
        </p:txBody>
      </p:sp>
      <p:sp>
        <p:nvSpPr>
          <p:cNvPr id="15" name="Marcador de posición de imagen 42">
            <a:extLst>
              <a:ext uri="{FF2B5EF4-FFF2-40B4-BE49-F238E27FC236}">
                <a16:creationId xmlns:a16="http://schemas.microsoft.com/office/drawing/2014/main" id="{278B76AD-8758-C64C-80A5-E429F407AB31}"/>
              </a:ext>
            </a:extLst>
          </p:cNvPr>
          <p:cNvSpPr>
            <a:spLocks noGrp="1"/>
          </p:cNvSpPr>
          <p:nvPr>
            <p:ph type="pic" sz="quarter" idx="30"/>
          </p:nvPr>
        </p:nvSpPr>
        <p:spPr>
          <a:xfrm>
            <a:off x="386495" y="3973908"/>
            <a:ext cx="1784814" cy="2124236"/>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17" name="Marcador de texto 45">
            <a:extLst>
              <a:ext uri="{FF2B5EF4-FFF2-40B4-BE49-F238E27FC236}">
                <a16:creationId xmlns:a16="http://schemas.microsoft.com/office/drawing/2014/main" id="{B083AF7D-95AF-C749-93CE-92907E377B1B}"/>
              </a:ext>
            </a:extLst>
          </p:cNvPr>
          <p:cNvSpPr>
            <a:spLocks noGrp="1"/>
          </p:cNvSpPr>
          <p:nvPr>
            <p:ph type="body" sz="quarter" idx="31" hasCustomPrompt="1"/>
          </p:nvPr>
        </p:nvSpPr>
        <p:spPr>
          <a:xfrm>
            <a:off x="2396190" y="4117465"/>
            <a:ext cx="1645521" cy="243632"/>
          </a:xfrm>
          <a:prstGeom prst="rect">
            <a:avLst/>
          </a:prstGeom>
        </p:spPr>
        <p:txBody>
          <a:bodyPr lIns="0" tIns="0" rIns="0" bIns="0" anchor="t"/>
          <a:lstStyle>
            <a:lvl1pPr marL="0" indent="0" algn="l">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8" name="Marcador de posición de imagen 42">
            <a:extLst>
              <a:ext uri="{FF2B5EF4-FFF2-40B4-BE49-F238E27FC236}">
                <a16:creationId xmlns:a16="http://schemas.microsoft.com/office/drawing/2014/main" id="{81162035-C861-DA4B-8FA1-30DC015D3E25}"/>
              </a:ext>
            </a:extLst>
          </p:cNvPr>
          <p:cNvSpPr>
            <a:spLocks noGrp="1"/>
          </p:cNvSpPr>
          <p:nvPr>
            <p:ph type="pic" sz="quarter" idx="32"/>
          </p:nvPr>
        </p:nvSpPr>
        <p:spPr>
          <a:xfrm>
            <a:off x="8076635" y="3973908"/>
            <a:ext cx="3744660" cy="2124236"/>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4" name="Rectángulo 23">
            <a:extLst>
              <a:ext uri="{FF2B5EF4-FFF2-40B4-BE49-F238E27FC236}">
                <a16:creationId xmlns:a16="http://schemas.microsoft.com/office/drawing/2014/main" id="{8A4E0769-685F-434E-998E-C20E1DA98145}"/>
              </a:ext>
            </a:extLst>
          </p:cNvPr>
          <p:cNvSpPr/>
          <p:nvPr userDrawn="1"/>
        </p:nvSpPr>
        <p:spPr>
          <a:xfrm>
            <a:off x="8072817" y="1772339"/>
            <a:ext cx="3748477" cy="212016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8214168" y="1927623"/>
            <a:ext cx="3498821" cy="395846"/>
          </a:xfrm>
          <a:prstGeom prst="rect">
            <a:avLst/>
          </a:prstGeom>
        </p:spPr>
        <p:txBody>
          <a:bodyPr lIns="0" tIns="0" rIns="0" bIns="0" anchor="t"/>
          <a:lstStyle>
            <a:lvl1pPr marL="0" indent="0" algn="l">
              <a:buNone/>
              <a:defRPr sz="200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8214168" y="2341650"/>
            <a:ext cx="3498821" cy="243632"/>
          </a:xfrm>
          <a:prstGeom prst="rect">
            <a:avLst/>
          </a:prstGeom>
        </p:spPr>
        <p:txBody>
          <a:bodyPr lIns="0" tIns="0" rIns="0" bIns="0" anchor="t"/>
          <a:lstStyle>
            <a:lvl1pPr marL="0" indent="0" algn="l">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8214169" y="2676277"/>
            <a:ext cx="3498821" cy="1077218"/>
          </a:xfrm>
          <a:prstGeom prst="rect">
            <a:avLst/>
          </a:prstGeom>
        </p:spPr>
        <p:txBody>
          <a:bodyPr wrap="square" lIns="0" tIns="0" rIns="0" bIns="0" anchor="t">
            <a:spAutoFit/>
          </a:bodyPr>
          <a:lstStyle>
            <a:lvl1pPr marL="0" indent="0" algn="just">
              <a:lnSpc>
                <a:spcPct val="100000"/>
              </a:lnSpc>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20" name="Line">
            <a:extLst>
              <a:ext uri="{FF2B5EF4-FFF2-40B4-BE49-F238E27FC236}">
                <a16:creationId xmlns:a16="http://schemas.microsoft.com/office/drawing/2014/main" id="{FC94A3FC-7B02-AA4B-B217-5F8D320E409B}"/>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2" name="Marcador de texto 15">
            <a:extLst>
              <a:ext uri="{FF2B5EF4-FFF2-40B4-BE49-F238E27FC236}">
                <a16:creationId xmlns:a16="http://schemas.microsoft.com/office/drawing/2014/main" id="{83D227FE-1D63-8E43-9979-89538F63AB24}"/>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3" name="Slide Number Placeholder 5">
            <a:extLst>
              <a:ext uri="{FF2B5EF4-FFF2-40B4-BE49-F238E27FC236}">
                <a16:creationId xmlns:a16="http://schemas.microsoft.com/office/drawing/2014/main" id="{86092FA0-3A05-334F-9D04-E93016A0AD4E}"/>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176374825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ido No. 20">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6162769" y="462793"/>
            <a:ext cx="4701858"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6146979" y="764704"/>
            <a:ext cx="5680601" cy="936104"/>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48" name="Marcador de texto 45">
            <a:extLst>
              <a:ext uri="{FF2B5EF4-FFF2-40B4-BE49-F238E27FC236}">
                <a16:creationId xmlns:a16="http://schemas.microsoft.com/office/drawing/2014/main" id="{694668BB-ABCB-F242-9927-BC13883D4333}"/>
              </a:ext>
            </a:extLst>
          </p:cNvPr>
          <p:cNvSpPr>
            <a:spLocks noGrp="1"/>
          </p:cNvSpPr>
          <p:nvPr>
            <p:ph type="body" sz="quarter" idx="18" hasCustomPrompt="1"/>
          </p:nvPr>
        </p:nvSpPr>
        <p:spPr>
          <a:xfrm>
            <a:off x="6154103" y="1808820"/>
            <a:ext cx="5666451" cy="769441"/>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a:t>
            </a:r>
          </a:p>
        </p:txBody>
      </p:sp>
      <p:sp>
        <p:nvSpPr>
          <p:cNvPr id="22" name="Marcador de posición de imagen 42">
            <a:extLst>
              <a:ext uri="{FF2B5EF4-FFF2-40B4-BE49-F238E27FC236}">
                <a16:creationId xmlns:a16="http://schemas.microsoft.com/office/drawing/2014/main" id="{E4EC1ADB-BC47-B844-A2FD-AA2F6C3C8B2B}"/>
              </a:ext>
            </a:extLst>
          </p:cNvPr>
          <p:cNvSpPr>
            <a:spLocks noGrp="1" noChangeAspect="1"/>
          </p:cNvSpPr>
          <p:nvPr>
            <p:ph type="pic" sz="quarter" idx="15"/>
          </p:nvPr>
        </p:nvSpPr>
        <p:spPr>
          <a:xfrm>
            <a:off x="371445" y="2384884"/>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5" name="Marcador de posición de imagen 42">
            <a:extLst>
              <a:ext uri="{FF2B5EF4-FFF2-40B4-BE49-F238E27FC236}">
                <a16:creationId xmlns:a16="http://schemas.microsoft.com/office/drawing/2014/main" id="{A1556B13-186D-FA41-ABAC-2CF34E369885}"/>
              </a:ext>
            </a:extLst>
          </p:cNvPr>
          <p:cNvSpPr>
            <a:spLocks noGrp="1" noChangeAspect="1"/>
          </p:cNvSpPr>
          <p:nvPr>
            <p:ph type="pic" sz="quarter" idx="20"/>
          </p:nvPr>
        </p:nvSpPr>
        <p:spPr>
          <a:xfrm>
            <a:off x="2296623" y="2384884"/>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7" name="Marcador de posición de imagen 42">
            <a:extLst>
              <a:ext uri="{FF2B5EF4-FFF2-40B4-BE49-F238E27FC236}">
                <a16:creationId xmlns:a16="http://schemas.microsoft.com/office/drawing/2014/main" id="{105A88B5-18AD-FD45-A575-7429CFE229AA}"/>
              </a:ext>
            </a:extLst>
          </p:cNvPr>
          <p:cNvSpPr>
            <a:spLocks noGrp="1" noChangeAspect="1"/>
          </p:cNvSpPr>
          <p:nvPr>
            <p:ph type="pic" sz="quarter" idx="22"/>
          </p:nvPr>
        </p:nvSpPr>
        <p:spPr>
          <a:xfrm>
            <a:off x="4221801" y="2384884"/>
            <a:ext cx="1816096"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1" name="Marcador de posición de imagen 42">
            <a:extLst>
              <a:ext uri="{FF2B5EF4-FFF2-40B4-BE49-F238E27FC236}">
                <a16:creationId xmlns:a16="http://schemas.microsoft.com/office/drawing/2014/main" id="{5B57697D-3143-9849-8B73-55192C72D564}"/>
              </a:ext>
            </a:extLst>
          </p:cNvPr>
          <p:cNvSpPr>
            <a:spLocks noGrp="1" noChangeAspect="1"/>
          </p:cNvSpPr>
          <p:nvPr>
            <p:ph type="pic" sz="quarter" idx="29"/>
          </p:nvPr>
        </p:nvSpPr>
        <p:spPr>
          <a:xfrm>
            <a:off x="371445" y="4301916"/>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2" name="Marcador de posición de imagen 42">
            <a:extLst>
              <a:ext uri="{FF2B5EF4-FFF2-40B4-BE49-F238E27FC236}">
                <a16:creationId xmlns:a16="http://schemas.microsoft.com/office/drawing/2014/main" id="{BE4EE700-C440-6840-A7F8-D4CE4AE654AD}"/>
              </a:ext>
            </a:extLst>
          </p:cNvPr>
          <p:cNvSpPr>
            <a:spLocks noGrp="1" noChangeAspect="1"/>
          </p:cNvSpPr>
          <p:nvPr>
            <p:ph type="pic" sz="quarter" idx="30"/>
          </p:nvPr>
        </p:nvSpPr>
        <p:spPr>
          <a:xfrm>
            <a:off x="2296623" y="4301916"/>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3" name="Marcador de posición de imagen 42">
            <a:extLst>
              <a:ext uri="{FF2B5EF4-FFF2-40B4-BE49-F238E27FC236}">
                <a16:creationId xmlns:a16="http://schemas.microsoft.com/office/drawing/2014/main" id="{C4258CA0-16BA-D140-820B-D08B84EDAA48}"/>
              </a:ext>
            </a:extLst>
          </p:cNvPr>
          <p:cNvSpPr>
            <a:spLocks noGrp="1" noChangeAspect="1"/>
          </p:cNvSpPr>
          <p:nvPr>
            <p:ph type="pic" sz="quarter" idx="31"/>
          </p:nvPr>
        </p:nvSpPr>
        <p:spPr>
          <a:xfrm>
            <a:off x="4221801" y="4301916"/>
            <a:ext cx="1816096"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18" name="Marcador de posición de imagen 42">
            <a:extLst>
              <a:ext uri="{FF2B5EF4-FFF2-40B4-BE49-F238E27FC236}">
                <a16:creationId xmlns:a16="http://schemas.microsoft.com/office/drawing/2014/main" id="{1402E08A-2EFF-A548-8956-397707A0600B}"/>
              </a:ext>
            </a:extLst>
          </p:cNvPr>
          <p:cNvSpPr>
            <a:spLocks noGrp="1" noChangeAspect="1"/>
          </p:cNvSpPr>
          <p:nvPr>
            <p:ph type="pic" sz="quarter" idx="35"/>
          </p:nvPr>
        </p:nvSpPr>
        <p:spPr>
          <a:xfrm>
            <a:off x="371445" y="471176"/>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19" name="Marcador de posición de imagen 42">
            <a:extLst>
              <a:ext uri="{FF2B5EF4-FFF2-40B4-BE49-F238E27FC236}">
                <a16:creationId xmlns:a16="http://schemas.microsoft.com/office/drawing/2014/main" id="{F3F12169-E265-3E4B-8CD8-97A1715B2E6F}"/>
              </a:ext>
            </a:extLst>
          </p:cNvPr>
          <p:cNvSpPr>
            <a:spLocks noGrp="1" noChangeAspect="1"/>
          </p:cNvSpPr>
          <p:nvPr>
            <p:ph type="pic" sz="quarter" idx="36"/>
          </p:nvPr>
        </p:nvSpPr>
        <p:spPr>
          <a:xfrm>
            <a:off x="2296623" y="471176"/>
            <a:ext cx="1836324"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0" name="Marcador de posición de imagen 42">
            <a:extLst>
              <a:ext uri="{FF2B5EF4-FFF2-40B4-BE49-F238E27FC236}">
                <a16:creationId xmlns:a16="http://schemas.microsoft.com/office/drawing/2014/main" id="{817E62BE-2327-D946-8550-47F00880251C}"/>
              </a:ext>
            </a:extLst>
          </p:cNvPr>
          <p:cNvSpPr>
            <a:spLocks noGrp="1" noChangeAspect="1"/>
          </p:cNvSpPr>
          <p:nvPr>
            <p:ph type="pic" sz="quarter" idx="37"/>
          </p:nvPr>
        </p:nvSpPr>
        <p:spPr>
          <a:xfrm>
            <a:off x="4221801" y="471176"/>
            <a:ext cx="1816096" cy="1836204"/>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3" name="Marcador de texto 45">
            <a:extLst>
              <a:ext uri="{FF2B5EF4-FFF2-40B4-BE49-F238E27FC236}">
                <a16:creationId xmlns:a16="http://schemas.microsoft.com/office/drawing/2014/main" id="{3AFFB812-C3F6-E54A-BF2C-6378C08461F1}"/>
              </a:ext>
            </a:extLst>
          </p:cNvPr>
          <p:cNvSpPr>
            <a:spLocks noGrp="1"/>
          </p:cNvSpPr>
          <p:nvPr>
            <p:ph type="body" sz="quarter" idx="16" hasCustomPrompt="1"/>
          </p:nvPr>
        </p:nvSpPr>
        <p:spPr>
          <a:xfrm>
            <a:off x="6167336" y="5081898"/>
            <a:ext cx="2773165" cy="395846"/>
          </a:xfrm>
          <a:prstGeom prst="rect">
            <a:avLst/>
          </a:prstGeom>
        </p:spPr>
        <p:txBody>
          <a:bodyPr lIns="0" tIns="0" rIns="0" bIns="0" anchor="t"/>
          <a:lstStyle>
            <a:lvl1pPr marL="0" indent="0" algn="ctr">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4" name="Marcador de texto 45">
            <a:extLst>
              <a:ext uri="{FF2B5EF4-FFF2-40B4-BE49-F238E27FC236}">
                <a16:creationId xmlns:a16="http://schemas.microsoft.com/office/drawing/2014/main" id="{3C2013DE-A9B2-B445-BC6D-63BF3C39576E}"/>
              </a:ext>
            </a:extLst>
          </p:cNvPr>
          <p:cNvSpPr>
            <a:spLocks noGrp="1"/>
          </p:cNvSpPr>
          <p:nvPr>
            <p:ph type="body" sz="quarter" idx="17" hasCustomPrompt="1"/>
          </p:nvPr>
        </p:nvSpPr>
        <p:spPr>
          <a:xfrm>
            <a:off x="6167336" y="2587977"/>
            <a:ext cx="2773165" cy="243632"/>
          </a:xfrm>
          <a:prstGeom prst="rect">
            <a:avLst/>
          </a:prstGeom>
        </p:spPr>
        <p:txBody>
          <a:bodyPr lIns="0" tIns="0" rIns="0" bIns="0" anchor="t"/>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6" name="Marcador de texto 45">
            <a:extLst>
              <a:ext uri="{FF2B5EF4-FFF2-40B4-BE49-F238E27FC236}">
                <a16:creationId xmlns:a16="http://schemas.microsoft.com/office/drawing/2014/main" id="{83883705-2DD0-6D49-BC90-67676A2F821A}"/>
              </a:ext>
            </a:extLst>
          </p:cNvPr>
          <p:cNvSpPr>
            <a:spLocks noGrp="1"/>
          </p:cNvSpPr>
          <p:nvPr>
            <p:ph type="body" sz="quarter" idx="38" hasCustomPrompt="1"/>
          </p:nvPr>
        </p:nvSpPr>
        <p:spPr>
          <a:xfrm>
            <a:off x="6167337" y="5477743"/>
            <a:ext cx="2773164"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28" name="Marcador de SmartArt 2">
            <a:extLst>
              <a:ext uri="{FF2B5EF4-FFF2-40B4-BE49-F238E27FC236}">
                <a16:creationId xmlns:a16="http://schemas.microsoft.com/office/drawing/2014/main" id="{5937BC4F-00DF-8D4D-A0B0-71EE22A67C62}"/>
              </a:ext>
            </a:extLst>
          </p:cNvPr>
          <p:cNvSpPr>
            <a:spLocks noGrp="1"/>
          </p:cNvSpPr>
          <p:nvPr>
            <p:ph type="dgm" sz="quarter" idx="19"/>
          </p:nvPr>
        </p:nvSpPr>
        <p:spPr>
          <a:xfrm>
            <a:off x="6170056" y="2852936"/>
            <a:ext cx="2770445" cy="2133379"/>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29" name="Marcador de texto 45">
            <a:extLst>
              <a:ext uri="{FF2B5EF4-FFF2-40B4-BE49-F238E27FC236}">
                <a16:creationId xmlns:a16="http://schemas.microsoft.com/office/drawing/2014/main" id="{030A94A6-105E-4A43-8867-46587989C0C4}"/>
              </a:ext>
            </a:extLst>
          </p:cNvPr>
          <p:cNvSpPr>
            <a:spLocks noGrp="1"/>
          </p:cNvSpPr>
          <p:nvPr>
            <p:ph type="body" sz="quarter" idx="39" hasCustomPrompt="1"/>
          </p:nvPr>
        </p:nvSpPr>
        <p:spPr>
          <a:xfrm>
            <a:off x="9054416" y="5081898"/>
            <a:ext cx="2773165" cy="395846"/>
          </a:xfrm>
          <a:prstGeom prst="rect">
            <a:avLst/>
          </a:prstGeom>
        </p:spPr>
        <p:txBody>
          <a:bodyPr lIns="0" tIns="0" rIns="0" bIns="0" anchor="t"/>
          <a:lstStyle>
            <a:lvl1pPr marL="0" indent="0" algn="ctr">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0" name="Marcador de texto 45">
            <a:extLst>
              <a:ext uri="{FF2B5EF4-FFF2-40B4-BE49-F238E27FC236}">
                <a16:creationId xmlns:a16="http://schemas.microsoft.com/office/drawing/2014/main" id="{CA2B68BF-7E01-AB4B-B8A2-092BFFB671C6}"/>
              </a:ext>
            </a:extLst>
          </p:cNvPr>
          <p:cNvSpPr>
            <a:spLocks noGrp="1"/>
          </p:cNvSpPr>
          <p:nvPr>
            <p:ph type="body" sz="quarter" idx="40" hasCustomPrompt="1"/>
          </p:nvPr>
        </p:nvSpPr>
        <p:spPr>
          <a:xfrm>
            <a:off x="9054416" y="2587977"/>
            <a:ext cx="2773165" cy="243632"/>
          </a:xfrm>
          <a:prstGeom prst="rect">
            <a:avLst/>
          </a:prstGeom>
        </p:spPr>
        <p:txBody>
          <a:bodyPr lIns="0" tIns="0" rIns="0" bIns="0" anchor="t"/>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1" name="Marcador de texto 45">
            <a:extLst>
              <a:ext uri="{FF2B5EF4-FFF2-40B4-BE49-F238E27FC236}">
                <a16:creationId xmlns:a16="http://schemas.microsoft.com/office/drawing/2014/main" id="{1C994DDC-9445-364F-AAD7-0CD337A00806}"/>
              </a:ext>
            </a:extLst>
          </p:cNvPr>
          <p:cNvSpPr>
            <a:spLocks noGrp="1"/>
          </p:cNvSpPr>
          <p:nvPr>
            <p:ph type="body" sz="quarter" idx="41" hasCustomPrompt="1"/>
          </p:nvPr>
        </p:nvSpPr>
        <p:spPr>
          <a:xfrm>
            <a:off x="9054417" y="5477743"/>
            <a:ext cx="2773164"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32" name="Marcador de SmartArt 2">
            <a:extLst>
              <a:ext uri="{FF2B5EF4-FFF2-40B4-BE49-F238E27FC236}">
                <a16:creationId xmlns:a16="http://schemas.microsoft.com/office/drawing/2014/main" id="{DA4C769C-1C2A-224C-B4A6-69CC8FDAE63A}"/>
              </a:ext>
            </a:extLst>
          </p:cNvPr>
          <p:cNvSpPr>
            <a:spLocks noGrp="1"/>
          </p:cNvSpPr>
          <p:nvPr>
            <p:ph type="dgm" sz="quarter" idx="42"/>
          </p:nvPr>
        </p:nvSpPr>
        <p:spPr>
          <a:xfrm>
            <a:off x="9057135" y="2852936"/>
            <a:ext cx="2770445" cy="2133379"/>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33" name="Line">
            <a:extLst>
              <a:ext uri="{FF2B5EF4-FFF2-40B4-BE49-F238E27FC236}">
                <a16:creationId xmlns:a16="http://schemas.microsoft.com/office/drawing/2014/main" id="{28A43823-4D6B-FF4F-A642-FB85E2E4050C}"/>
              </a:ext>
            </a:extLst>
          </p:cNvPr>
          <p:cNvSpPr/>
          <p:nvPr userDrawn="1"/>
        </p:nvSpPr>
        <p:spPr>
          <a:xfrm>
            <a:off x="6146979" y="1700808"/>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35" name="Slide Number Placeholder 5">
            <a:extLst>
              <a:ext uri="{FF2B5EF4-FFF2-40B4-BE49-F238E27FC236}">
                <a16:creationId xmlns:a16="http://schemas.microsoft.com/office/drawing/2014/main" id="{247F7440-4F90-5045-8AF5-C5AF2AC28396}"/>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324458647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ido No. 21">
    <p:spTree>
      <p:nvGrpSpPr>
        <p:cNvPr id="1" name=""/>
        <p:cNvGrpSpPr/>
        <p:nvPr/>
      </p:nvGrpSpPr>
      <p:grpSpPr>
        <a:xfrm>
          <a:off x="0" y="0"/>
          <a:ext cx="0" cy="0"/>
          <a:chOff x="0" y="0"/>
          <a:chExt cx="0" cy="0"/>
        </a:xfrm>
      </p:grpSpPr>
      <p:sp>
        <p:nvSpPr>
          <p:cNvPr id="43" name="Marcador de posición de imagen 42">
            <a:extLst>
              <a:ext uri="{FF2B5EF4-FFF2-40B4-BE49-F238E27FC236}">
                <a16:creationId xmlns:a16="http://schemas.microsoft.com/office/drawing/2014/main" id="{0848F1A1-CD2F-3142-A9D9-577E5B17E6CF}"/>
              </a:ext>
            </a:extLst>
          </p:cNvPr>
          <p:cNvSpPr>
            <a:spLocks noGrp="1"/>
          </p:cNvSpPr>
          <p:nvPr>
            <p:ph type="pic" sz="quarter" idx="15"/>
          </p:nvPr>
        </p:nvSpPr>
        <p:spPr>
          <a:xfrm>
            <a:off x="371445" y="1664804"/>
            <a:ext cx="2782275" cy="331236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582" y="5079039"/>
            <a:ext cx="380479" cy="395846"/>
          </a:xfrm>
          <a:prstGeom prst="rect">
            <a:avLst/>
          </a:prstGeom>
        </p:spPr>
        <p:txBody>
          <a:bodyPr anchor="t"/>
          <a:lstStyle>
            <a:lvl1pPr marL="0" indent="0">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01</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839073" y="5085184"/>
            <a:ext cx="2300412" cy="243632"/>
          </a:xfrm>
          <a:prstGeom prst="rect">
            <a:avLst/>
          </a:prstGeom>
        </p:spPr>
        <p:txBody>
          <a:bodyPr anchor="t"/>
          <a:lstStyle>
            <a:lvl1pPr marL="0" indent="0">
              <a:buNone/>
              <a:defRPr sz="1200" b="1">
                <a:solidFill>
                  <a:schemeClr val="tx1">
                    <a:lumMod val="40000"/>
                    <a:lumOff val="60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8" name="Marcador de texto 45">
            <a:extLst>
              <a:ext uri="{FF2B5EF4-FFF2-40B4-BE49-F238E27FC236}">
                <a16:creationId xmlns:a16="http://schemas.microsoft.com/office/drawing/2014/main" id="{694668BB-ABCB-F242-9927-BC13883D4333}"/>
              </a:ext>
            </a:extLst>
          </p:cNvPr>
          <p:cNvSpPr>
            <a:spLocks noGrp="1"/>
          </p:cNvSpPr>
          <p:nvPr>
            <p:ph type="body" sz="quarter" idx="18" hasCustomPrompt="1"/>
          </p:nvPr>
        </p:nvSpPr>
        <p:spPr>
          <a:xfrm>
            <a:off x="839073" y="5367488"/>
            <a:ext cx="2300412" cy="625823"/>
          </a:xfrm>
          <a:prstGeom prst="rect">
            <a:avLst/>
          </a:prstGeom>
        </p:spPr>
        <p:txBody>
          <a:bodyPr lIns="0" tIns="0" rIns="0" bIns="0" anchor="t"/>
          <a:lstStyle>
            <a:lvl1pPr marL="0" inden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2" name="Rectángulo 1">
            <a:extLst>
              <a:ext uri="{FF2B5EF4-FFF2-40B4-BE49-F238E27FC236}">
                <a16:creationId xmlns:a16="http://schemas.microsoft.com/office/drawing/2014/main" id="{3C4995AC-2E00-6243-AABE-3F4F278CEA86}"/>
              </a:ext>
            </a:extLst>
          </p:cNvPr>
          <p:cNvSpPr/>
          <p:nvPr userDrawn="1"/>
        </p:nvSpPr>
        <p:spPr>
          <a:xfrm>
            <a:off x="3251499" y="1664804"/>
            <a:ext cx="2767225" cy="3312368"/>
          </a:xfrm>
          <a:prstGeom prst="rect">
            <a:avLst/>
          </a:pr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0" name="Marcador de texto 45">
            <a:extLst>
              <a:ext uri="{FF2B5EF4-FFF2-40B4-BE49-F238E27FC236}">
                <a16:creationId xmlns:a16="http://schemas.microsoft.com/office/drawing/2014/main" id="{00A9E409-BD7C-7747-978B-BA2A76BC0A06}"/>
              </a:ext>
            </a:extLst>
          </p:cNvPr>
          <p:cNvSpPr>
            <a:spLocks noGrp="1"/>
          </p:cNvSpPr>
          <p:nvPr>
            <p:ph type="body" sz="quarter" idx="19" hasCustomPrompt="1"/>
          </p:nvPr>
        </p:nvSpPr>
        <p:spPr>
          <a:xfrm>
            <a:off x="3267130" y="5079039"/>
            <a:ext cx="380479" cy="395846"/>
          </a:xfrm>
          <a:prstGeom prst="rect">
            <a:avLst/>
          </a:prstGeom>
        </p:spPr>
        <p:txBody>
          <a:bodyPr anchor="t"/>
          <a:lstStyle>
            <a:lvl1pPr marL="0" indent="0">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02</a:t>
            </a:r>
            <a:endParaRPr lang="es-ES_tradnl"/>
          </a:p>
        </p:txBody>
      </p:sp>
      <p:sp>
        <p:nvSpPr>
          <p:cNvPr id="31" name="Marcador de texto 45">
            <a:extLst>
              <a:ext uri="{FF2B5EF4-FFF2-40B4-BE49-F238E27FC236}">
                <a16:creationId xmlns:a16="http://schemas.microsoft.com/office/drawing/2014/main" id="{44793C15-C563-084B-A16C-0D2C8164C111}"/>
              </a:ext>
            </a:extLst>
          </p:cNvPr>
          <p:cNvSpPr>
            <a:spLocks noGrp="1"/>
          </p:cNvSpPr>
          <p:nvPr>
            <p:ph type="body" sz="quarter" idx="20" hasCustomPrompt="1"/>
          </p:nvPr>
        </p:nvSpPr>
        <p:spPr>
          <a:xfrm>
            <a:off x="3719621" y="5085184"/>
            <a:ext cx="2300412" cy="243632"/>
          </a:xfrm>
          <a:prstGeom prst="rect">
            <a:avLst/>
          </a:prstGeom>
        </p:spPr>
        <p:txBody>
          <a:bodyPr anchor="t"/>
          <a:lstStyle>
            <a:lvl1pPr marL="0" indent="0">
              <a:buNone/>
              <a:defRPr sz="1200" b="1">
                <a:solidFill>
                  <a:schemeClr val="tx1">
                    <a:lumMod val="40000"/>
                    <a:lumOff val="60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2" name="Marcador de texto 45">
            <a:extLst>
              <a:ext uri="{FF2B5EF4-FFF2-40B4-BE49-F238E27FC236}">
                <a16:creationId xmlns:a16="http://schemas.microsoft.com/office/drawing/2014/main" id="{1C40FF08-D15D-6A4C-9221-2FD8C697BDF9}"/>
              </a:ext>
            </a:extLst>
          </p:cNvPr>
          <p:cNvSpPr>
            <a:spLocks noGrp="1"/>
          </p:cNvSpPr>
          <p:nvPr>
            <p:ph type="body" sz="quarter" idx="21" hasCustomPrompt="1"/>
          </p:nvPr>
        </p:nvSpPr>
        <p:spPr>
          <a:xfrm>
            <a:off x="3719621" y="5367488"/>
            <a:ext cx="2300412" cy="625823"/>
          </a:xfrm>
          <a:prstGeom prst="rect">
            <a:avLst/>
          </a:prstGeom>
        </p:spPr>
        <p:txBody>
          <a:bodyPr lIns="0" tIns="0" rIns="0" bIns="0" anchor="t"/>
          <a:lstStyle>
            <a:lvl1pPr marL="0" inden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33" name="Marcador de texto 45">
            <a:extLst>
              <a:ext uri="{FF2B5EF4-FFF2-40B4-BE49-F238E27FC236}">
                <a16:creationId xmlns:a16="http://schemas.microsoft.com/office/drawing/2014/main" id="{2D703752-5BA6-0D44-8F98-719C0B346A24}"/>
              </a:ext>
            </a:extLst>
          </p:cNvPr>
          <p:cNvSpPr>
            <a:spLocks noGrp="1"/>
          </p:cNvSpPr>
          <p:nvPr>
            <p:ph type="body" sz="quarter" idx="22" hasCustomPrompt="1"/>
          </p:nvPr>
        </p:nvSpPr>
        <p:spPr>
          <a:xfrm>
            <a:off x="3395525" y="1799234"/>
            <a:ext cx="2520444" cy="395846"/>
          </a:xfrm>
          <a:prstGeom prst="rect">
            <a:avLst/>
          </a:prstGeom>
        </p:spPr>
        <p:txBody>
          <a:bodyPr lIns="0" tIns="0" rIns="0" bIns="0" anchor="t"/>
          <a:lstStyle>
            <a:lvl1pPr marL="0" indent="0" algn="l">
              <a:buNone/>
              <a:defRPr sz="200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4" name="Marcador de texto 45">
            <a:extLst>
              <a:ext uri="{FF2B5EF4-FFF2-40B4-BE49-F238E27FC236}">
                <a16:creationId xmlns:a16="http://schemas.microsoft.com/office/drawing/2014/main" id="{7233F729-91D1-8948-83F9-7627A88B254B}"/>
              </a:ext>
            </a:extLst>
          </p:cNvPr>
          <p:cNvSpPr>
            <a:spLocks noGrp="1"/>
          </p:cNvSpPr>
          <p:nvPr>
            <p:ph type="body" sz="quarter" idx="23" hasCustomPrompt="1"/>
          </p:nvPr>
        </p:nvSpPr>
        <p:spPr>
          <a:xfrm>
            <a:off x="3395525" y="2213261"/>
            <a:ext cx="2520444" cy="243632"/>
          </a:xfrm>
          <a:prstGeom prst="rect">
            <a:avLst/>
          </a:prstGeom>
        </p:spPr>
        <p:txBody>
          <a:bodyPr lIns="0" tIns="0" rIns="0" bIns="0" anchor="t"/>
          <a:lstStyle>
            <a:lvl1pPr marL="0" indent="0" algn="l">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5" name="Marcador de texto 45">
            <a:extLst>
              <a:ext uri="{FF2B5EF4-FFF2-40B4-BE49-F238E27FC236}">
                <a16:creationId xmlns:a16="http://schemas.microsoft.com/office/drawing/2014/main" id="{36C2A1D6-A322-1E43-8C6D-3003F443921B}"/>
              </a:ext>
            </a:extLst>
          </p:cNvPr>
          <p:cNvSpPr>
            <a:spLocks noGrp="1"/>
          </p:cNvSpPr>
          <p:nvPr>
            <p:ph type="body" sz="quarter" idx="24" hasCustomPrompt="1"/>
          </p:nvPr>
        </p:nvSpPr>
        <p:spPr>
          <a:xfrm>
            <a:off x="3395525" y="2708920"/>
            <a:ext cx="2520444" cy="1692771"/>
          </a:xfrm>
          <a:prstGeom prst="rect">
            <a:avLst/>
          </a:prstGeom>
        </p:spPr>
        <p:txBody>
          <a:bodyPr wrap="square" lIns="0" tIns="0" rIns="0" bIns="0" anchor="t">
            <a:spAutoFit/>
          </a:bodyPr>
          <a:lstStyle>
            <a:lvl1pPr marL="0" indent="0" algn="just">
              <a:lnSpc>
                <a:spcPct val="100000"/>
              </a:lnSpc>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cxnSp>
        <p:nvCxnSpPr>
          <p:cNvPr id="4" name="Conector recto 3">
            <a:extLst>
              <a:ext uri="{FF2B5EF4-FFF2-40B4-BE49-F238E27FC236}">
                <a16:creationId xmlns:a16="http://schemas.microsoft.com/office/drawing/2014/main" id="{98DBB03B-E313-0D47-A7B2-77787827E8C2}"/>
              </a:ext>
            </a:extLst>
          </p:cNvPr>
          <p:cNvCxnSpPr/>
          <p:nvPr userDrawn="1"/>
        </p:nvCxnSpPr>
        <p:spPr>
          <a:xfrm>
            <a:off x="3395525" y="2564904"/>
            <a:ext cx="1404247"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Marcador de posición de imagen 42">
            <a:extLst>
              <a:ext uri="{FF2B5EF4-FFF2-40B4-BE49-F238E27FC236}">
                <a16:creationId xmlns:a16="http://schemas.microsoft.com/office/drawing/2014/main" id="{78F1EA07-92E6-1D4F-9D1D-0B1ECD90C355}"/>
              </a:ext>
            </a:extLst>
          </p:cNvPr>
          <p:cNvSpPr>
            <a:spLocks noGrp="1"/>
          </p:cNvSpPr>
          <p:nvPr>
            <p:ph type="pic" sz="quarter" idx="25"/>
          </p:nvPr>
        </p:nvSpPr>
        <p:spPr>
          <a:xfrm>
            <a:off x="6145604" y="1664804"/>
            <a:ext cx="2782275" cy="331236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9" name="Marcador de texto 45">
            <a:extLst>
              <a:ext uri="{FF2B5EF4-FFF2-40B4-BE49-F238E27FC236}">
                <a16:creationId xmlns:a16="http://schemas.microsoft.com/office/drawing/2014/main" id="{E492BBE4-E930-4E47-8B7B-C7D7B88009DE}"/>
              </a:ext>
            </a:extLst>
          </p:cNvPr>
          <p:cNvSpPr>
            <a:spLocks noGrp="1"/>
          </p:cNvSpPr>
          <p:nvPr>
            <p:ph type="body" sz="quarter" idx="26" hasCustomPrompt="1"/>
          </p:nvPr>
        </p:nvSpPr>
        <p:spPr>
          <a:xfrm>
            <a:off x="6160741" y="5079039"/>
            <a:ext cx="380479" cy="395846"/>
          </a:xfrm>
          <a:prstGeom prst="rect">
            <a:avLst/>
          </a:prstGeom>
        </p:spPr>
        <p:txBody>
          <a:bodyPr anchor="t"/>
          <a:lstStyle>
            <a:lvl1pPr marL="0" indent="0">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03</a:t>
            </a:r>
            <a:endParaRPr lang="es-ES_tradnl"/>
          </a:p>
        </p:txBody>
      </p:sp>
      <p:sp>
        <p:nvSpPr>
          <p:cNvPr id="40" name="Marcador de texto 45">
            <a:extLst>
              <a:ext uri="{FF2B5EF4-FFF2-40B4-BE49-F238E27FC236}">
                <a16:creationId xmlns:a16="http://schemas.microsoft.com/office/drawing/2014/main" id="{28CA2306-89A2-C042-95BA-874EECC030D8}"/>
              </a:ext>
            </a:extLst>
          </p:cNvPr>
          <p:cNvSpPr>
            <a:spLocks noGrp="1"/>
          </p:cNvSpPr>
          <p:nvPr>
            <p:ph type="body" sz="quarter" idx="27" hasCustomPrompt="1"/>
          </p:nvPr>
        </p:nvSpPr>
        <p:spPr>
          <a:xfrm>
            <a:off x="6613232" y="5085184"/>
            <a:ext cx="2300412" cy="243632"/>
          </a:xfrm>
          <a:prstGeom prst="rect">
            <a:avLst/>
          </a:prstGeom>
        </p:spPr>
        <p:txBody>
          <a:bodyPr anchor="t"/>
          <a:lstStyle>
            <a:lvl1pPr marL="0" indent="0">
              <a:buNone/>
              <a:defRPr sz="1200" b="1">
                <a:solidFill>
                  <a:schemeClr val="tx1">
                    <a:lumMod val="40000"/>
                    <a:lumOff val="60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1" name="Marcador de texto 45">
            <a:extLst>
              <a:ext uri="{FF2B5EF4-FFF2-40B4-BE49-F238E27FC236}">
                <a16:creationId xmlns:a16="http://schemas.microsoft.com/office/drawing/2014/main" id="{1CDD7A8A-F1BD-3B4A-8795-82E46A362AEE}"/>
              </a:ext>
            </a:extLst>
          </p:cNvPr>
          <p:cNvSpPr>
            <a:spLocks noGrp="1"/>
          </p:cNvSpPr>
          <p:nvPr>
            <p:ph type="body" sz="quarter" idx="28" hasCustomPrompt="1"/>
          </p:nvPr>
        </p:nvSpPr>
        <p:spPr>
          <a:xfrm>
            <a:off x="6613232" y="5367488"/>
            <a:ext cx="2300412" cy="625823"/>
          </a:xfrm>
          <a:prstGeom prst="rect">
            <a:avLst/>
          </a:prstGeom>
        </p:spPr>
        <p:txBody>
          <a:bodyPr lIns="0" tIns="0" rIns="0" bIns="0" anchor="t"/>
          <a:lstStyle>
            <a:lvl1pPr marL="0" inden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42" name="Rectángulo 41">
            <a:extLst>
              <a:ext uri="{FF2B5EF4-FFF2-40B4-BE49-F238E27FC236}">
                <a16:creationId xmlns:a16="http://schemas.microsoft.com/office/drawing/2014/main" id="{917C2C07-EDA0-324D-B348-288AE3BCD5A3}"/>
              </a:ext>
            </a:extLst>
          </p:cNvPr>
          <p:cNvSpPr/>
          <p:nvPr userDrawn="1"/>
        </p:nvSpPr>
        <p:spPr>
          <a:xfrm>
            <a:off x="9025657" y="1664804"/>
            <a:ext cx="2767225" cy="3312368"/>
          </a:xfrm>
          <a:prstGeom prst="rect">
            <a:avLst/>
          </a:prstGeom>
          <a:solidFill>
            <a:schemeClr val="tx2"/>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44" name="Marcador de texto 45">
            <a:extLst>
              <a:ext uri="{FF2B5EF4-FFF2-40B4-BE49-F238E27FC236}">
                <a16:creationId xmlns:a16="http://schemas.microsoft.com/office/drawing/2014/main" id="{F8064CC3-AE05-B142-96EF-46E595BFA807}"/>
              </a:ext>
            </a:extLst>
          </p:cNvPr>
          <p:cNvSpPr>
            <a:spLocks noGrp="1"/>
          </p:cNvSpPr>
          <p:nvPr>
            <p:ph type="body" sz="quarter" idx="29" hasCustomPrompt="1"/>
          </p:nvPr>
        </p:nvSpPr>
        <p:spPr>
          <a:xfrm>
            <a:off x="9041288" y="5079039"/>
            <a:ext cx="380479" cy="395846"/>
          </a:xfrm>
          <a:prstGeom prst="rect">
            <a:avLst/>
          </a:prstGeom>
        </p:spPr>
        <p:txBody>
          <a:bodyPr anchor="t"/>
          <a:lstStyle>
            <a:lvl1pPr marL="0" indent="0">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04</a:t>
            </a:r>
            <a:endParaRPr lang="es-ES_tradnl"/>
          </a:p>
        </p:txBody>
      </p:sp>
      <p:sp>
        <p:nvSpPr>
          <p:cNvPr id="45" name="Marcador de texto 45">
            <a:extLst>
              <a:ext uri="{FF2B5EF4-FFF2-40B4-BE49-F238E27FC236}">
                <a16:creationId xmlns:a16="http://schemas.microsoft.com/office/drawing/2014/main" id="{11D3663D-A7E7-0F43-9AD3-873CF17B9147}"/>
              </a:ext>
            </a:extLst>
          </p:cNvPr>
          <p:cNvSpPr>
            <a:spLocks noGrp="1"/>
          </p:cNvSpPr>
          <p:nvPr>
            <p:ph type="body" sz="quarter" idx="30" hasCustomPrompt="1"/>
          </p:nvPr>
        </p:nvSpPr>
        <p:spPr>
          <a:xfrm>
            <a:off x="9493780" y="5085184"/>
            <a:ext cx="2300412" cy="243632"/>
          </a:xfrm>
          <a:prstGeom prst="rect">
            <a:avLst/>
          </a:prstGeom>
        </p:spPr>
        <p:txBody>
          <a:bodyPr anchor="t"/>
          <a:lstStyle>
            <a:lvl1pPr marL="0" indent="0">
              <a:buNone/>
              <a:defRPr sz="1200" b="1">
                <a:solidFill>
                  <a:schemeClr val="tx1">
                    <a:lumMod val="40000"/>
                    <a:lumOff val="60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7" name="Marcador de texto 45">
            <a:extLst>
              <a:ext uri="{FF2B5EF4-FFF2-40B4-BE49-F238E27FC236}">
                <a16:creationId xmlns:a16="http://schemas.microsoft.com/office/drawing/2014/main" id="{2D2ED056-4871-F740-8583-8A2AED057300}"/>
              </a:ext>
            </a:extLst>
          </p:cNvPr>
          <p:cNvSpPr>
            <a:spLocks noGrp="1"/>
          </p:cNvSpPr>
          <p:nvPr>
            <p:ph type="body" sz="quarter" idx="31" hasCustomPrompt="1"/>
          </p:nvPr>
        </p:nvSpPr>
        <p:spPr>
          <a:xfrm>
            <a:off x="9493780" y="5367488"/>
            <a:ext cx="2300412" cy="625823"/>
          </a:xfrm>
          <a:prstGeom prst="rect">
            <a:avLst/>
          </a:prstGeom>
        </p:spPr>
        <p:txBody>
          <a:bodyPr lIns="0" tIns="0" rIns="0" bIns="0" anchor="t"/>
          <a:lstStyle>
            <a:lvl1pPr marL="0" inden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68" name="Marcador de texto 45">
            <a:extLst>
              <a:ext uri="{FF2B5EF4-FFF2-40B4-BE49-F238E27FC236}">
                <a16:creationId xmlns:a16="http://schemas.microsoft.com/office/drawing/2014/main" id="{C4741F3D-C31D-424B-BFBB-16D359CBB4B9}"/>
              </a:ext>
            </a:extLst>
          </p:cNvPr>
          <p:cNvSpPr>
            <a:spLocks noGrp="1"/>
          </p:cNvSpPr>
          <p:nvPr>
            <p:ph type="body" sz="quarter" idx="32" hasCustomPrompt="1"/>
          </p:nvPr>
        </p:nvSpPr>
        <p:spPr>
          <a:xfrm>
            <a:off x="9169683" y="1799234"/>
            <a:ext cx="2520444" cy="395846"/>
          </a:xfrm>
          <a:prstGeom prst="rect">
            <a:avLst/>
          </a:prstGeom>
        </p:spPr>
        <p:txBody>
          <a:bodyPr lIns="0" tIns="0" rIns="0" bIns="0" anchor="t"/>
          <a:lstStyle>
            <a:lvl1pPr marL="0" indent="0" algn="l">
              <a:buNone/>
              <a:defRPr sz="200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9" name="Marcador de texto 45">
            <a:extLst>
              <a:ext uri="{FF2B5EF4-FFF2-40B4-BE49-F238E27FC236}">
                <a16:creationId xmlns:a16="http://schemas.microsoft.com/office/drawing/2014/main" id="{31F0E282-F56F-D746-AAB2-9894004CEFF6}"/>
              </a:ext>
            </a:extLst>
          </p:cNvPr>
          <p:cNvSpPr>
            <a:spLocks noGrp="1"/>
          </p:cNvSpPr>
          <p:nvPr>
            <p:ph type="body" sz="quarter" idx="33" hasCustomPrompt="1"/>
          </p:nvPr>
        </p:nvSpPr>
        <p:spPr>
          <a:xfrm>
            <a:off x="9169683" y="2213261"/>
            <a:ext cx="2520444" cy="243632"/>
          </a:xfrm>
          <a:prstGeom prst="rect">
            <a:avLst/>
          </a:prstGeom>
        </p:spPr>
        <p:txBody>
          <a:bodyPr lIns="0" tIns="0" rIns="0" bIns="0" anchor="t"/>
          <a:lstStyle>
            <a:lvl1pPr marL="0" indent="0" algn="l">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70" name="Marcador de texto 45">
            <a:extLst>
              <a:ext uri="{FF2B5EF4-FFF2-40B4-BE49-F238E27FC236}">
                <a16:creationId xmlns:a16="http://schemas.microsoft.com/office/drawing/2014/main" id="{2369C4F8-6C7B-5C4C-A62B-26E38308A115}"/>
              </a:ext>
            </a:extLst>
          </p:cNvPr>
          <p:cNvSpPr>
            <a:spLocks noGrp="1"/>
          </p:cNvSpPr>
          <p:nvPr>
            <p:ph type="body" sz="quarter" idx="34" hasCustomPrompt="1"/>
          </p:nvPr>
        </p:nvSpPr>
        <p:spPr>
          <a:xfrm>
            <a:off x="9169684" y="2708920"/>
            <a:ext cx="2520444" cy="1692771"/>
          </a:xfrm>
          <a:prstGeom prst="rect">
            <a:avLst/>
          </a:prstGeom>
        </p:spPr>
        <p:txBody>
          <a:bodyPr wrap="square" lIns="0" tIns="0" rIns="0" bIns="0" anchor="t">
            <a:spAutoFit/>
          </a:bodyPr>
          <a:lstStyle>
            <a:lvl1pPr marL="0" indent="0" algn="just">
              <a:lnSpc>
                <a:spcPct val="100000"/>
              </a:lnSpc>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cxnSp>
        <p:nvCxnSpPr>
          <p:cNvPr id="71" name="Conector recto 70">
            <a:extLst>
              <a:ext uri="{FF2B5EF4-FFF2-40B4-BE49-F238E27FC236}">
                <a16:creationId xmlns:a16="http://schemas.microsoft.com/office/drawing/2014/main" id="{381FB236-CA10-4347-AA2D-72EC77322EBF}"/>
              </a:ext>
            </a:extLst>
          </p:cNvPr>
          <p:cNvCxnSpPr/>
          <p:nvPr userDrawn="1"/>
        </p:nvCxnSpPr>
        <p:spPr>
          <a:xfrm>
            <a:off x="9169683" y="2564904"/>
            <a:ext cx="1404247"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Line">
            <a:extLst>
              <a:ext uri="{FF2B5EF4-FFF2-40B4-BE49-F238E27FC236}">
                <a16:creationId xmlns:a16="http://schemas.microsoft.com/office/drawing/2014/main" id="{9CE4EE56-6A99-CC48-8BA8-E1AFE9B493E0}"/>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36" name="Marcador de texto 15">
            <a:extLst>
              <a:ext uri="{FF2B5EF4-FFF2-40B4-BE49-F238E27FC236}">
                <a16:creationId xmlns:a16="http://schemas.microsoft.com/office/drawing/2014/main" id="{D8F81403-C232-C641-85DA-D68329AEF13D}"/>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7" name="Slide Number Placeholder 5">
            <a:extLst>
              <a:ext uri="{FF2B5EF4-FFF2-40B4-BE49-F238E27FC236}">
                <a16:creationId xmlns:a16="http://schemas.microsoft.com/office/drawing/2014/main" id="{73DE8763-DEB4-6F4C-8663-B69731459574}"/>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131511092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ido No. 22">
    <p:spTree>
      <p:nvGrpSpPr>
        <p:cNvPr id="1" name=""/>
        <p:cNvGrpSpPr/>
        <p:nvPr/>
      </p:nvGrpSpPr>
      <p:grpSpPr>
        <a:xfrm>
          <a:off x="0" y="0"/>
          <a:ext cx="0" cy="0"/>
          <a:chOff x="0" y="0"/>
          <a:chExt cx="0" cy="0"/>
        </a:xfrm>
      </p:grpSpPr>
      <p:sp>
        <p:nvSpPr>
          <p:cNvPr id="43" name="Marcador de posición de imagen 42">
            <a:extLst>
              <a:ext uri="{FF2B5EF4-FFF2-40B4-BE49-F238E27FC236}">
                <a16:creationId xmlns:a16="http://schemas.microsoft.com/office/drawing/2014/main" id="{0848F1A1-CD2F-3142-A9D9-577E5B17E6CF}"/>
              </a:ext>
            </a:extLst>
          </p:cNvPr>
          <p:cNvSpPr>
            <a:spLocks noGrp="1"/>
          </p:cNvSpPr>
          <p:nvPr>
            <p:ph type="pic" sz="quarter" idx="15"/>
          </p:nvPr>
        </p:nvSpPr>
        <p:spPr>
          <a:xfrm>
            <a:off x="371445" y="1700808"/>
            <a:ext cx="3731062" cy="331236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371445" y="5121188"/>
            <a:ext cx="3711973" cy="243632"/>
          </a:xfrm>
          <a:prstGeom prst="rect">
            <a:avLst/>
          </a:prstGeom>
        </p:spPr>
        <p:txBody>
          <a:bodyPr anchor="t"/>
          <a:lstStyle>
            <a:lvl1pPr marL="0" indent="0">
              <a:buNone/>
              <a:defRPr sz="1200" b="1">
                <a:solidFill>
                  <a:schemeClr val="tx1">
                    <a:lumMod val="40000"/>
                    <a:lumOff val="60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8" name="Marcador de texto 45">
            <a:extLst>
              <a:ext uri="{FF2B5EF4-FFF2-40B4-BE49-F238E27FC236}">
                <a16:creationId xmlns:a16="http://schemas.microsoft.com/office/drawing/2014/main" id="{694668BB-ABCB-F242-9927-BC13883D4333}"/>
              </a:ext>
            </a:extLst>
          </p:cNvPr>
          <p:cNvSpPr>
            <a:spLocks noGrp="1"/>
          </p:cNvSpPr>
          <p:nvPr>
            <p:ph type="body" sz="quarter" idx="18" hasCustomPrompt="1"/>
          </p:nvPr>
        </p:nvSpPr>
        <p:spPr>
          <a:xfrm>
            <a:off x="371445" y="5403492"/>
            <a:ext cx="3711973" cy="625823"/>
          </a:xfrm>
          <a:prstGeom prst="rect">
            <a:avLst/>
          </a:prstGeom>
        </p:spPr>
        <p:txBody>
          <a:bodyPr lIns="0" tIns="0" rIns="0" bIns="0" anchor="t"/>
          <a:lstStyle>
            <a:lvl1pPr marL="0" inden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2" name="Rectángulo 1">
            <a:extLst>
              <a:ext uri="{FF2B5EF4-FFF2-40B4-BE49-F238E27FC236}">
                <a16:creationId xmlns:a16="http://schemas.microsoft.com/office/drawing/2014/main" id="{3C4995AC-2E00-6243-AABE-3F4F278CEA86}"/>
              </a:ext>
            </a:extLst>
          </p:cNvPr>
          <p:cNvSpPr/>
          <p:nvPr userDrawn="1"/>
        </p:nvSpPr>
        <p:spPr>
          <a:xfrm>
            <a:off x="4230072" y="1700808"/>
            <a:ext cx="3731062" cy="3312368"/>
          </a:xfrm>
          <a:prstGeom prst="rect">
            <a:avLst/>
          </a:pr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1" name="Marcador de texto 45">
            <a:extLst>
              <a:ext uri="{FF2B5EF4-FFF2-40B4-BE49-F238E27FC236}">
                <a16:creationId xmlns:a16="http://schemas.microsoft.com/office/drawing/2014/main" id="{44793C15-C563-084B-A16C-0D2C8164C111}"/>
              </a:ext>
            </a:extLst>
          </p:cNvPr>
          <p:cNvSpPr>
            <a:spLocks noGrp="1"/>
          </p:cNvSpPr>
          <p:nvPr>
            <p:ph type="body" sz="quarter" idx="20" hasCustomPrompt="1"/>
          </p:nvPr>
        </p:nvSpPr>
        <p:spPr>
          <a:xfrm>
            <a:off x="4230566" y="5121188"/>
            <a:ext cx="3732161" cy="243632"/>
          </a:xfrm>
          <a:prstGeom prst="rect">
            <a:avLst/>
          </a:prstGeom>
        </p:spPr>
        <p:txBody>
          <a:bodyPr anchor="t"/>
          <a:lstStyle>
            <a:lvl1pPr marL="0" indent="0">
              <a:buNone/>
              <a:defRPr sz="1200" b="1">
                <a:solidFill>
                  <a:schemeClr val="tx1">
                    <a:lumMod val="40000"/>
                    <a:lumOff val="60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2" name="Marcador de texto 45">
            <a:extLst>
              <a:ext uri="{FF2B5EF4-FFF2-40B4-BE49-F238E27FC236}">
                <a16:creationId xmlns:a16="http://schemas.microsoft.com/office/drawing/2014/main" id="{1C40FF08-D15D-6A4C-9221-2FD8C697BDF9}"/>
              </a:ext>
            </a:extLst>
          </p:cNvPr>
          <p:cNvSpPr>
            <a:spLocks noGrp="1"/>
          </p:cNvSpPr>
          <p:nvPr>
            <p:ph type="body" sz="quarter" idx="21" hasCustomPrompt="1"/>
          </p:nvPr>
        </p:nvSpPr>
        <p:spPr>
          <a:xfrm>
            <a:off x="4230566" y="5403492"/>
            <a:ext cx="3732161" cy="625823"/>
          </a:xfrm>
          <a:prstGeom prst="rect">
            <a:avLst/>
          </a:prstGeom>
        </p:spPr>
        <p:txBody>
          <a:bodyPr lIns="0" tIns="0" rIns="0" bIns="0" anchor="t"/>
          <a:lstStyle>
            <a:lvl1pPr marL="0" inden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33" name="Marcador de texto 45">
            <a:extLst>
              <a:ext uri="{FF2B5EF4-FFF2-40B4-BE49-F238E27FC236}">
                <a16:creationId xmlns:a16="http://schemas.microsoft.com/office/drawing/2014/main" id="{2D703752-5BA6-0D44-8F98-719C0B346A24}"/>
              </a:ext>
            </a:extLst>
          </p:cNvPr>
          <p:cNvSpPr>
            <a:spLocks noGrp="1"/>
          </p:cNvSpPr>
          <p:nvPr>
            <p:ph type="body" sz="quarter" idx="22" hasCustomPrompt="1"/>
          </p:nvPr>
        </p:nvSpPr>
        <p:spPr>
          <a:xfrm>
            <a:off x="4374098" y="1835238"/>
            <a:ext cx="3398326" cy="395846"/>
          </a:xfrm>
          <a:prstGeom prst="rect">
            <a:avLst/>
          </a:prstGeom>
        </p:spPr>
        <p:txBody>
          <a:bodyPr lIns="0" tIns="0" rIns="0" bIns="0" anchor="t"/>
          <a:lstStyle>
            <a:lvl1pPr marL="0" indent="0" algn="l">
              <a:buNone/>
              <a:defRPr sz="200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4" name="Marcador de texto 45">
            <a:extLst>
              <a:ext uri="{FF2B5EF4-FFF2-40B4-BE49-F238E27FC236}">
                <a16:creationId xmlns:a16="http://schemas.microsoft.com/office/drawing/2014/main" id="{7233F729-91D1-8948-83F9-7627A88B254B}"/>
              </a:ext>
            </a:extLst>
          </p:cNvPr>
          <p:cNvSpPr>
            <a:spLocks noGrp="1"/>
          </p:cNvSpPr>
          <p:nvPr>
            <p:ph type="body" sz="quarter" idx="23" hasCustomPrompt="1"/>
          </p:nvPr>
        </p:nvSpPr>
        <p:spPr>
          <a:xfrm>
            <a:off x="4374098" y="2249265"/>
            <a:ext cx="3398326" cy="243632"/>
          </a:xfrm>
          <a:prstGeom prst="rect">
            <a:avLst/>
          </a:prstGeom>
        </p:spPr>
        <p:txBody>
          <a:bodyPr lIns="0" tIns="0" rIns="0" bIns="0" anchor="t"/>
          <a:lstStyle>
            <a:lvl1pPr marL="0" indent="0" algn="l">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5" name="Marcador de texto 45">
            <a:extLst>
              <a:ext uri="{FF2B5EF4-FFF2-40B4-BE49-F238E27FC236}">
                <a16:creationId xmlns:a16="http://schemas.microsoft.com/office/drawing/2014/main" id="{36C2A1D6-A322-1E43-8C6D-3003F443921B}"/>
              </a:ext>
            </a:extLst>
          </p:cNvPr>
          <p:cNvSpPr>
            <a:spLocks noGrp="1"/>
          </p:cNvSpPr>
          <p:nvPr>
            <p:ph type="body" sz="quarter" idx="24" hasCustomPrompt="1"/>
          </p:nvPr>
        </p:nvSpPr>
        <p:spPr>
          <a:xfrm>
            <a:off x="4374099" y="2744924"/>
            <a:ext cx="3398325" cy="1077218"/>
          </a:xfrm>
          <a:prstGeom prst="rect">
            <a:avLst/>
          </a:prstGeom>
        </p:spPr>
        <p:txBody>
          <a:bodyPr wrap="square" lIns="0" tIns="0" rIns="0" bIns="0" anchor="t">
            <a:spAutoFit/>
          </a:bodyPr>
          <a:lstStyle>
            <a:lvl1pPr marL="0" indent="0" algn="just">
              <a:lnSpc>
                <a:spcPct val="100000"/>
              </a:lnSpc>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cxnSp>
        <p:nvCxnSpPr>
          <p:cNvPr id="4" name="Conector recto 3">
            <a:extLst>
              <a:ext uri="{FF2B5EF4-FFF2-40B4-BE49-F238E27FC236}">
                <a16:creationId xmlns:a16="http://schemas.microsoft.com/office/drawing/2014/main" id="{98DBB03B-E313-0D47-A7B2-77787827E8C2}"/>
              </a:ext>
            </a:extLst>
          </p:cNvPr>
          <p:cNvCxnSpPr>
            <a:cxnSpLocks/>
          </p:cNvCxnSpPr>
          <p:nvPr userDrawn="1"/>
        </p:nvCxnSpPr>
        <p:spPr>
          <a:xfrm>
            <a:off x="4374098" y="2600908"/>
            <a:ext cx="189335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Marcador de posición de imagen 42">
            <a:extLst>
              <a:ext uri="{FF2B5EF4-FFF2-40B4-BE49-F238E27FC236}">
                <a16:creationId xmlns:a16="http://schemas.microsoft.com/office/drawing/2014/main" id="{78F1EA07-92E6-1D4F-9D1D-0B1ECD90C355}"/>
              </a:ext>
            </a:extLst>
          </p:cNvPr>
          <p:cNvSpPr>
            <a:spLocks noGrp="1"/>
          </p:cNvSpPr>
          <p:nvPr>
            <p:ph type="pic" sz="quarter" idx="25"/>
          </p:nvPr>
        </p:nvSpPr>
        <p:spPr>
          <a:xfrm>
            <a:off x="8086689" y="1700808"/>
            <a:ext cx="3731062" cy="331236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0" name="Marcador de texto 45">
            <a:extLst>
              <a:ext uri="{FF2B5EF4-FFF2-40B4-BE49-F238E27FC236}">
                <a16:creationId xmlns:a16="http://schemas.microsoft.com/office/drawing/2014/main" id="{28CA2306-89A2-C042-95BA-874EECC030D8}"/>
              </a:ext>
            </a:extLst>
          </p:cNvPr>
          <p:cNvSpPr>
            <a:spLocks noGrp="1"/>
          </p:cNvSpPr>
          <p:nvPr>
            <p:ph type="body" sz="quarter" idx="27" hasCustomPrompt="1"/>
          </p:nvPr>
        </p:nvSpPr>
        <p:spPr>
          <a:xfrm>
            <a:off x="8086689" y="5121188"/>
            <a:ext cx="3731061" cy="243632"/>
          </a:xfrm>
          <a:prstGeom prst="rect">
            <a:avLst/>
          </a:prstGeom>
        </p:spPr>
        <p:txBody>
          <a:bodyPr anchor="t"/>
          <a:lstStyle>
            <a:lvl1pPr marL="0" indent="0">
              <a:buNone/>
              <a:defRPr sz="1200" b="1">
                <a:solidFill>
                  <a:schemeClr val="tx1">
                    <a:lumMod val="40000"/>
                    <a:lumOff val="60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1" name="Marcador de texto 45">
            <a:extLst>
              <a:ext uri="{FF2B5EF4-FFF2-40B4-BE49-F238E27FC236}">
                <a16:creationId xmlns:a16="http://schemas.microsoft.com/office/drawing/2014/main" id="{1CDD7A8A-F1BD-3B4A-8795-82E46A362AEE}"/>
              </a:ext>
            </a:extLst>
          </p:cNvPr>
          <p:cNvSpPr>
            <a:spLocks noGrp="1"/>
          </p:cNvSpPr>
          <p:nvPr>
            <p:ph type="body" sz="quarter" idx="28" hasCustomPrompt="1"/>
          </p:nvPr>
        </p:nvSpPr>
        <p:spPr>
          <a:xfrm>
            <a:off x="8086689" y="5403492"/>
            <a:ext cx="3731061" cy="625823"/>
          </a:xfrm>
          <a:prstGeom prst="rect">
            <a:avLst/>
          </a:prstGeom>
        </p:spPr>
        <p:txBody>
          <a:bodyPr lIns="0" tIns="0" rIns="0" bIns="0" anchor="t"/>
          <a:lstStyle>
            <a:lvl1pPr marL="0" inden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18" name="Line">
            <a:extLst>
              <a:ext uri="{FF2B5EF4-FFF2-40B4-BE49-F238E27FC236}">
                <a16:creationId xmlns:a16="http://schemas.microsoft.com/office/drawing/2014/main" id="{5992B221-BEA7-574E-84E8-417C8EDC8EF8}"/>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9" name="Marcador de texto 15">
            <a:extLst>
              <a:ext uri="{FF2B5EF4-FFF2-40B4-BE49-F238E27FC236}">
                <a16:creationId xmlns:a16="http://schemas.microsoft.com/office/drawing/2014/main" id="{A444430E-AA42-484B-B4AE-64DE417D76DC}"/>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0" name="Slide Number Placeholder 5">
            <a:extLst>
              <a:ext uri="{FF2B5EF4-FFF2-40B4-BE49-F238E27FC236}">
                <a16:creationId xmlns:a16="http://schemas.microsoft.com/office/drawing/2014/main" id="{CDBAB965-55AF-F146-B505-9D1872B5F695}"/>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88720980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ido No. 2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8" name="Marcador de texto 45">
            <a:extLst>
              <a:ext uri="{FF2B5EF4-FFF2-40B4-BE49-F238E27FC236}">
                <a16:creationId xmlns:a16="http://schemas.microsoft.com/office/drawing/2014/main" id="{694668BB-ABCB-F242-9927-BC13883D4333}"/>
              </a:ext>
            </a:extLst>
          </p:cNvPr>
          <p:cNvSpPr>
            <a:spLocks noGrp="1"/>
          </p:cNvSpPr>
          <p:nvPr>
            <p:ph type="body" sz="quarter" idx="18" hasCustomPrompt="1"/>
          </p:nvPr>
        </p:nvSpPr>
        <p:spPr>
          <a:xfrm>
            <a:off x="386582" y="1641445"/>
            <a:ext cx="10462255" cy="461665"/>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22" name="Marcador de posición de imagen 42">
            <a:extLst>
              <a:ext uri="{FF2B5EF4-FFF2-40B4-BE49-F238E27FC236}">
                <a16:creationId xmlns:a16="http://schemas.microsoft.com/office/drawing/2014/main" id="{E4EC1ADB-BC47-B844-A2FD-AA2F6C3C8B2B}"/>
              </a:ext>
            </a:extLst>
          </p:cNvPr>
          <p:cNvSpPr>
            <a:spLocks noGrp="1" noChangeAspect="1"/>
          </p:cNvSpPr>
          <p:nvPr>
            <p:ph type="pic" sz="quarter" idx="15"/>
          </p:nvPr>
        </p:nvSpPr>
        <p:spPr>
          <a:xfrm>
            <a:off x="371445" y="2384884"/>
            <a:ext cx="1836324" cy="1836204"/>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5" name="Marcador de posición de imagen 42">
            <a:extLst>
              <a:ext uri="{FF2B5EF4-FFF2-40B4-BE49-F238E27FC236}">
                <a16:creationId xmlns:a16="http://schemas.microsoft.com/office/drawing/2014/main" id="{A1556B13-186D-FA41-ABAC-2CF34E369885}"/>
              </a:ext>
            </a:extLst>
          </p:cNvPr>
          <p:cNvSpPr>
            <a:spLocks noGrp="1" noChangeAspect="1"/>
          </p:cNvSpPr>
          <p:nvPr>
            <p:ph type="pic" sz="quarter" idx="20"/>
          </p:nvPr>
        </p:nvSpPr>
        <p:spPr>
          <a:xfrm>
            <a:off x="2296623" y="2384884"/>
            <a:ext cx="1836324" cy="1836204"/>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7" name="Marcador de posición de imagen 42">
            <a:extLst>
              <a:ext uri="{FF2B5EF4-FFF2-40B4-BE49-F238E27FC236}">
                <a16:creationId xmlns:a16="http://schemas.microsoft.com/office/drawing/2014/main" id="{105A88B5-18AD-FD45-A575-7429CFE229AA}"/>
              </a:ext>
            </a:extLst>
          </p:cNvPr>
          <p:cNvSpPr>
            <a:spLocks noGrp="1" noChangeAspect="1"/>
          </p:cNvSpPr>
          <p:nvPr>
            <p:ph type="pic" sz="quarter" idx="22"/>
          </p:nvPr>
        </p:nvSpPr>
        <p:spPr>
          <a:xfrm>
            <a:off x="4221801" y="2384884"/>
            <a:ext cx="1836324" cy="1836204"/>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1" name="Marcador de posición de imagen 42">
            <a:extLst>
              <a:ext uri="{FF2B5EF4-FFF2-40B4-BE49-F238E27FC236}">
                <a16:creationId xmlns:a16="http://schemas.microsoft.com/office/drawing/2014/main" id="{532AC807-584C-EF42-9C58-FBFF37B292A7}"/>
              </a:ext>
            </a:extLst>
          </p:cNvPr>
          <p:cNvSpPr>
            <a:spLocks noGrp="1" noChangeAspect="1"/>
          </p:cNvSpPr>
          <p:nvPr>
            <p:ph type="pic" sz="quarter" idx="24"/>
          </p:nvPr>
        </p:nvSpPr>
        <p:spPr>
          <a:xfrm>
            <a:off x="6146979" y="2384884"/>
            <a:ext cx="1836324" cy="1836204"/>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4" name="Marcador de posición de imagen 42">
            <a:extLst>
              <a:ext uri="{FF2B5EF4-FFF2-40B4-BE49-F238E27FC236}">
                <a16:creationId xmlns:a16="http://schemas.microsoft.com/office/drawing/2014/main" id="{74962295-C953-A149-8E6D-191DFF60806A}"/>
              </a:ext>
            </a:extLst>
          </p:cNvPr>
          <p:cNvSpPr>
            <a:spLocks noGrp="1" noChangeAspect="1"/>
          </p:cNvSpPr>
          <p:nvPr>
            <p:ph type="pic" sz="quarter" idx="26"/>
          </p:nvPr>
        </p:nvSpPr>
        <p:spPr>
          <a:xfrm>
            <a:off x="8072157" y="2384884"/>
            <a:ext cx="1836324" cy="1836204"/>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9" name="Marcador de posición de imagen 42">
            <a:extLst>
              <a:ext uri="{FF2B5EF4-FFF2-40B4-BE49-F238E27FC236}">
                <a16:creationId xmlns:a16="http://schemas.microsoft.com/office/drawing/2014/main" id="{EC88D02B-9853-7044-A20F-6F2B9D7B8809}"/>
              </a:ext>
            </a:extLst>
          </p:cNvPr>
          <p:cNvSpPr>
            <a:spLocks noGrp="1" noChangeAspect="1"/>
          </p:cNvSpPr>
          <p:nvPr>
            <p:ph type="pic" sz="quarter" idx="28"/>
          </p:nvPr>
        </p:nvSpPr>
        <p:spPr>
          <a:xfrm>
            <a:off x="9997335" y="2384884"/>
            <a:ext cx="1836324" cy="1836204"/>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1" name="Marcador de posición de imagen 42">
            <a:extLst>
              <a:ext uri="{FF2B5EF4-FFF2-40B4-BE49-F238E27FC236}">
                <a16:creationId xmlns:a16="http://schemas.microsoft.com/office/drawing/2014/main" id="{5B57697D-3143-9849-8B73-55192C72D564}"/>
              </a:ext>
            </a:extLst>
          </p:cNvPr>
          <p:cNvSpPr>
            <a:spLocks noGrp="1" noChangeAspect="1"/>
          </p:cNvSpPr>
          <p:nvPr>
            <p:ph type="pic" sz="quarter" idx="29"/>
          </p:nvPr>
        </p:nvSpPr>
        <p:spPr>
          <a:xfrm>
            <a:off x="371445" y="4301916"/>
            <a:ext cx="1836324" cy="1836204"/>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2" name="Marcador de posición de imagen 42">
            <a:extLst>
              <a:ext uri="{FF2B5EF4-FFF2-40B4-BE49-F238E27FC236}">
                <a16:creationId xmlns:a16="http://schemas.microsoft.com/office/drawing/2014/main" id="{BE4EE700-C440-6840-A7F8-D4CE4AE654AD}"/>
              </a:ext>
            </a:extLst>
          </p:cNvPr>
          <p:cNvSpPr>
            <a:spLocks noGrp="1" noChangeAspect="1"/>
          </p:cNvSpPr>
          <p:nvPr>
            <p:ph type="pic" sz="quarter" idx="30"/>
          </p:nvPr>
        </p:nvSpPr>
        <p:spPr>
          <a:xfrm>
            <a:off x="2296623" y="4301916"/>
            <a:ext cx="1836324" cy="1836204"/>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3" name="Marcador de posición de imagen 42">
            <a:extLst>
              <a:ext uri="{FF2B5EF4-FFF2-40B4-BE49-F238E27FC236}">
                <a16:creationId xmlns:a16="http://schemas.microsoft.com/office/drawing/2014/main" id="{C4258CA0-16BA-D140-820B-D08B84EDAA48}"/>
              </a:ext>
            </a:extLst>
          </p:cNvPr>
          <p:cNvSpPr>
            <a:spLocks noGrp="1" noChangeAspect="1"/>
          </p:cNvSpPr>
          <p:nvPr>
            <p:ph type="pic" sz="quarter" idx="31"/>
          </p:nvPr>
        </p:nvSpPr>
        <p:spPr>
          <a:xfrm>
            <a:off x="4221801" y="4301916"/>
            <a:ext cx="1836324" cy="1836204"/>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4" name="Marcador de posición de imagen 42">
            <a:extLst>
              <a:ext uri="{FF2B5EF4-FFF2-40B4-BE49-F238E27FC236}">
                <a16:creationId xmlns:a16="http://schemas.microsoft.com/office/drawing/2014/main" id="{6A7075CD-B63E-BC46-9C58-DC029D2ACED0}"/>
              </a:ext>
            </a:extLst>
          </p:cNvPr>
          <p:cNvSpPr>
            <a:spLocks noGrp="1" noChangeAspect="1"/>
          </p:cNvSpPr>
          <p:nvPr>
            <p:ph type="pic" sz="quarter" idx="32"/>
          </p:nvPr>
        </p:nvSpPr>
        <p:spPr>
          <a:xfrm>
            <a:off x="6146979" y="4301916"/>
            <a:ext cx="1836324" cy="1836204"/>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5" name="Marcador de posición de imagen 42">
            <a:extLst>
              <a:ext uri="{FF2B5EF4-FFF2-40B4-BE49-F238E27FC236}">
                <a16:creationId xmlns:a16="http://schemas.microsoft.com/office/drawing/2014/main" id="{1B22BAF6-B589-D646-8D6F-21057EBAFB4F}"/>
              </a:ext>
            </a:extLst>
          </p:cNvPr>
          <p:cNvSpPr>
            <a:spLocks noGrp="1" noChangeAspect="1"/>
          </p:cNvSpPr>
          <p:nvPr>
            <p:ph type="pic" sz="quarter" idx="33"/>
          </p:nvPr>
        </p:nvSpPr>
        <p:spPr>
          <a:xfrm>
            <a:off x="8072157" y="4301916"/>
            <a:ext cx="1836324" cy="1836204"/>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56" name="Marcador de posición de imagen 42">
            <a:extLst>
              <a:ext uri="{FF2B5EF4-FFF2-40B4-BE49-F238E27FC236}">
                <a16:creationId xmlns:a16="http://schemas.microsoft.com/office/drawing/2014/main" id="{37376037-FC09-B348-833E-FDBDF404366C}"/>
              </a:ext>
            </a:extLst>
          </p:cNvPr>
          <p:cNvSpPr>
            <a:spLocks noGrp="1" noChangeAspect="1"/>
          </p:cNvSpPr>
          <p:nvPr>
            <p:ph type="pic" sz="quarter" idx="34"/>
          </p:nvPr>
        </p:nvSpPr>
        <p:spPr>
          <a:xfrm>
            <a:off x="9997335" y="4301916"/>
            <a:ext cx="1836324" cy="1836204"/>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18" name="Line">
            <a:extLst>
              <a:ext uri="{FF2B5EF4-FFF2-40B4-BE49-F238E27FC236}">
                <a16:creationId xmlns:a16="http://schemas.microsoft.com/office/drawing/2014/main" id="{D6007759-B5E0-A04E-8032-667938BC35C7}"/>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9" name="Marcador de texto 15">
            <a:extLst>
              <a:ext uri="{FF2B5EF4-FFF2-40B4-BE49-F238E27FC236}">
                <a16:creationId xmlns:a16="http://schemas.microsoft.com/office/drawing/2014/main" id="{157435F3-D440-584A-A4B2-97A80DA5AFBD}"/>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0" name="Slide Number Placeholder 5">
            <a:extLst>
              <a:ext uri="{FF2B5EF4-FFF2-40B4-BE49-F238E27FC236}">
                <a16:creationId xmlns:a16="http://schemas.microsoft.com/office/drawing/2014/main" id="{60380F09-10D0-9A43-98DF-9C5AD699102B}"/>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36182762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ido No. 24">
    <p:spTree>
      <p:nvGrpSpPr>
        <p:cNvPr id="1" name=""/>
        <p:cNvGrpSpPr/>
        <p:nvPr/>
      </p:nvGrpSpPr>
      <p:grpSpPr>
        <a:xfrm>
          <a:off x="0" y="0"/>
          <a:ext cx="0" cy="0"/>
          <a:chOff x="0" y="0"/>
          <a:chExt cx="0" cy="0"/>
        </a:xfrm>
      </p:grpSpPr>
      <p:sp>
        <p:nvSpPr>
          <p:cNvPr id="43" name="Marcador de posición de imagen 42">
            <a:extLst>
              <a:ext uri="{FF2B5EF4-FFF2-40B4-BE49-F238E27FC236}">
                <a16:creationId xmlns:a16="http://schemas.microsoft.com/office/drawing/2014/main" id="{0848F1A1-CD2F-3142-A9D9-577E5B17E6CF}"/>
              </a:ext>
            </a:extLst>
          </p:cNvPr>
          <p:cNvSpPr>
            <a:spLocks noGrp="1"/>
          </p:cNvSpPr>
          <p:nvPr>
            <p:ph type="pic" sz="quarter" idx="15"/>
          </p:nvPr>
        </p:nvSpPr>
        <p:spPr>
          <a:xfrm>
            <a:off x="2045428" y="2240868"/>
            <a:ext cx="2267945" cy="2268328"/>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1847252" y="4583872"/>
            <a:ext cx="638547" cy="395846"/>
          </a:xfrm>
          <a:prstGeom prst="rect">
            <a:avLst/>
          </a:prstGeom>
        </p:spPr>
        <p:txBody>
          <a:bodyPr anchor="t"/>
          <a:lstStyle>
            <a:lvl1pPr marL="0" indent="0" algn="ctr">
              <a:buNone/>
              <a:defRPr sz="3300">
                <a:solidFill>
                  <a:schemeClr val="accent3"/>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01</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2531372" y="4583872"/>
            <a:ext cx="2006790" cy="243632"/>
          </a:xfrm>
          <a:prstGeom prst="rect">
            <a:avLst/>
          </a:prstGeom>
        </p:spPr>
        <p:txBody>
          <a:bodyPr anchor="t"/>
          <a:lstStyle>
            <a:lvl1pPr marL="0" indent="0" algn="l">
              <a:buNone/>
              <a:defRPr sz="1200" b="1">
                <a:solidFill>
                  <a:schemeClr val="tx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8" name="Marcador de texto 45">
            <a:extLst>
              <a:ext uri="{FF2B5EF4-FFF2-40B4-BE49-F238E27FC236}">
                <a16:creationId xmlns:a16="http://schemas.microsoft.com/office/drawing/2014/main" id="{694668BB-ABCB-F242-9927-BC13883D4333}"/>
              </a:ext>
            </a:extLst>
          </p:cNvPr>
          <p:cNvSpPr>
            <a:spLocks noGrp="1"/>
          </p:cNvSpPr>
          <p:nvPr>
            <p:ph type="body" sz="quarter" idx="18" hasCustomPrompt="1"/>
          </p:nvPr>
        </p:nvSpPr>
        <p:spPr>
          <a:xfrm>
            <a:off x="2531372" y="4902180"/>
            <a:ext cx="2006790" cy="625823"/>
          </a:xfrm>
          <a:prstGeom prst="rect">
            <a:avLst/>
          </a:prstGeom>
        </p:spPr>
        <p:txBody>
          <a:bodyPr lIns="0" tIns="0" rIns="0" bIns="0" anchor="t"/>
          <a:lstStyle>
            <a:lvl1pPr marL="0" indent="0" algn="l">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30" name="Marcador de texto 45">
            <a:extLst>
              <a:ext uri="{FF2B5EF4-FFF2-40B4-BE49-F238E27FC236}">
                <a16:creationId xmlns:a16="http://schemas.microsoft.com/office/drawing/2014/main" id="{E6084A81-E018-A343-A59C-15C61EFEF3BB}"/>
              </a:ext>
            </a:extLst>
          </p:cNvPr>
          <p:cNvSpPr>
            <a:spLocks noGrp="1"/>
          </p:cNvSpPr>
          <p:nvPr>
            <p:ph type="body" sz="quarter" idx="20" hasCustomPrompt="1"/>
          </p:nvPr>
        </p:nvSpPr>
        <p:spPr>
          <a:xfrm>
            <a:off x="4736690" y="4583872"/>
            <a:ext cx="638547" cy="395846"/>
          </a:xfrm>
          <a:prstGeom prst="rect">
            <a:avLst/>
          </a:prstGeom>
        </p:spPr>
        <p:txBody>
          <a:bodyPr anchor="t"/>
          <a:lstStyle>
            <a:lvl1pPr marL="0" indent="0" algn="ctr">
              <a:buNone/>
              <a:defRPr sz="3300">
                <a:solidFill>
                  <a:schemeClr val="accent3"/>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02</a:t>
            </a:r>
            <a:endParaRPr lang="es-ES_tradnl"/>
          </a:p>
        </p:txBody>
      </p:sp>
      <p:sp>
        <p:nvSpPr>
          <p:cNvPr id="31" name="Marcador de texto 45">
            <a:extLst>
              <a:ext uri="{FF2B5EF4-FFF2-40B4-BE49-F238E27FC236}">
                <a16:creationId xmlns:a16="http://schemas.microsoft.com/office/drawing/2014/main" id="{FD372586-0D90-F347-B9AE-F6EB2593A09A}"/>
              </a:ext>
            </a:extLst>
          </p:cNvPr>
          <p:cNvSpPr>
            <a:spLocks noGrp="1"/>
          </p:cNvSpPr>
          <p:nvPr>
            <p:ph type="body" sz="quarter" idx="21" hasCustomPrompt="1"/>
          </p:nvPr>
        </p:nvSpPr>
        <p:spPr>
          <a:xfrm>
            <a:off x="5420810" y="4583872"/>
            <a:ext cx="2006790" cy="243632"/>
          </a:xfrm>
          <a:prstGeom prst="rect">
            <a:avLst/>
          </a:prstGeom>
        </p:spPr>
        <p:txBody>
          <a:bodyPr anchor="t"/>
          <a:lstStyle>
            <a:lvl1pPr marL="0" indent="0" algn="l">
              <a:buNone/>
              <a:defRPr sz="1200" b="1">
                <a:solidFill>
                  <a:schemeClr val="tx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2" name="Marcador de texto 45">
            <a:extLst>
              <a:ext uri="{FF2B5EF4-FFF2-40B4-BE49-F238E27FC236}">
                <a16:creationId xmlns:a16="http://schemas.microsoft.com/office/drawing/2014/main" id="{F946D53D-3026-D248-9C5F-92C6C00A42C3}"/>
              </a:ext>
            </a:extLst>
          </p:cNvPr>
          <p:cNvSpPr>
            <a:spLocks noGrp="1"/>
          </p:cNvSpPr>
          <p:nvPr>
            <p:ph type="body" sz="quarter" idx="22" hasCustomPrompt="1"/>
          </p:nvPr>
        </p:nvSpPr>
        <p:spPr>
          <a:xfrm>
            <a:off x="5420810" y="4902180"/>
            <a:ext cx="2006790" cy="625823"/>
          </a:xfrm>
          <a:prstGeom prst="rect">
            <a:avLst/>
          </a:prstGeom>
        </p:spPr>
        <p:txBody>
          <a:bodyPr lIns="0" tIns="0" rIns="0" bIns="0" anchor="t"/>
          <a:lstStyle>
            <a:lvl1pPr marL="0" indent="0" algn="l">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33" name="Marcador de posición de imagen 42">
            <a:extLst>
              <a:ext uri="{FF2B5EF4-FFF2-40B4-BE49-F238E27FC236}">
                <a16:creationId xmlns:a16="http://schemas.microsoft.com/office/drawing/2014/main" id="{923AB3E7-CFF7-DC4C-938F-32AF1EA9F231}"/>
              </a:ext>
            </a:extLst>
          </p:cNvPr>
          <p:cNvSpPr>
            <a:spLocks noGrp="1"/>
          </p:cNvSpPr>
          <p:nvPr>
            <p:ph type="pic" sz="quarter" idx="23"/>
          </p:nvPr>
        </p:nvSpPr>
        <p:spPr>
          <a:xfrm>
            <a:off x="7824305" y="2240868"/>
            <a:ext cx="2267945" cy="2268328"/>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4" name="Marcador de texto 45">
            <a:extLst>
              <a:ext uri="{FF2B5EF4-FFF2-40B4-BE49-F238E27FC236}">
                <a16:creationId xmlns:a16="http://schemas.microsoft.com/office/drawing/2014/main" id="{5A6BE262-D6C4-BA47-B1F4-584E8B67C615}"/>
              </a:ext>
            </a:extLst>
          </p:cNvPr>
          <p:cNvSpPr>
            <a:spLocks noGrp="1"/>
          </p:cNvSpPr>
          <p:nvPr>
            <p:ph type="body" sz="quarter" idx="24" hasCustomPrompt="1"/>
          </p:nvPr>
        </p:nvSpPr>
        <p:spPr>
          <a:xfrm>
            <a:off x="7626128" y="4583872"/>
            <a:ext cx="638547" cy="395846"/>
          </a:xfrm>
          <a:prstGeom prst="rect">
            <a:avLst/>
          </a:prstGeom>
        </p:spPr>
        <p:txBody>
          <a:bodyPr anchor="t"/>
          <a:lstStyle>
            <a:lvl1pPr marL="0" indent="0" algn="ctr">
              <a:buNone/>
              <a:defRPr sz="3300">
                <a:solidFill>
                  <a:schemeClr val="accent3"/>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03</a:t>
            </a:r>
            <a:endParaRPr lang="es-ES_tradnl"/>
          </a:p>
        </p:txBody>
      </p:sp>
      <p:sp>
        <p:nvSpPr>
          <p:cNvPr id="35" name="Marcador de texto 45">
            <a:extLst>
              <a:ext uri="{FF2B5EF4-FFF2-40B4-BE49-F238E27FC236}">
                <a16:creationId xmlns:a16="http://schemas.microsoft.com/office/drawing/2014/main" id="{B120BDC1-4458-374F-85DA-07F2DF4A5E0F}"/>
              </a:ext>
            </a:extLst>
          </p:cNvPr>
          <p:cNvSpPr>
            <a:spLocks noGrp="1"/>
          </p:cNvSpPr>
          <p:nvPr>
            <p:ph type="body" sz="quarter" idx="25" hasCustomPrompt="1"/>
          </p:nvPr>
        </p:nvSpPr>
        <p:spPr>
          <a:xfrm>
            <a:off x="8310248" y="4583872"/>
            <a:ext cx="2006790" cy="243632"/>
          </a:xfrm>
          <a:prstGeom prst="rect">
            <a:avLst/>
          </a:prstGeom>
        </p:spPr>
        <p:txBody>
          <a:bodyPr anchor="t"/>
          <a:lstStyle>
            <a:lvl1pPr marL="0" indent="0" algn="l">
              <a:buNone/>
              <a:defRPr sz="1200" b="1">
                <a:solidFill>
                  <a:schemeClr val="tx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6" name="Marcador de texto 45">
            <a:extLst>
              <a:ext uri="{FF2B5EF4-FFF2-40B4-BE49-F238E27FC236}">
                <a16:creationId xmlns:a16="http://schemas.microsoft.com/office/drawing/2014/main" id="{5D18860E-0D14-6B43-B464-D1DBFFAFC4E0}"/>
              </a:ext>
            </a:extLst>
          </p:cNvPr>
          <p:cNvSpPr>
            <a:spLocks noGrp="1"/>
          </p:cNvSpPr>
          <p:nvPr>
            <p:ph type="body" sz="quarter" idx="26" hasCustomPrompt="1"/>
          </p:nvPr>
        </p:nvSpPr>
        <p:spPr>
          <a:xfrm>
            <a:off x="8310248" y="4902180"/>
            <a:ext cx="2006790" cy="625823"/>
          </a:xfrm>
          <a:prstGeom prst="rect">
            <a:avLst/>
          </a:prstGeom>
        </p:spPr>
        <p:txBody>
          <a:bodyPr lIns="0" tIns="0" rIns="0" bIns="0" anchor="t"/>
          <a:lstStyle>
            <a:lvl1pPr marL="0" indent="0" algn="l">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 magna</a:t>
            </a:r>
          </a:p>
        </p:txBody>
      </p:sp>
      <p:sp>
        <p:nvSpPr>
          <p:cNvPr id="23" name="Line">
            <a:extLst>
              <a:ext uri="{FF2B5EF4-FFF2-40B4-BE49-F238E27FC236}">
                <a16:creationId xmlns:a16="http://schemas.microsoft.com/office/drawing/2014/main" id="{E7C42C3F-40D7-6840-AF9A-A0CB88595886}"/>
              </a:ext>
            </a:extLst>
          </p:cNvPr>
          <p:cNvSpPr/>
          <p:nvPr userDrawn="1"/>
        </p:nvSpPr>
        <p:spPr>
          <a:xfrm>
            <a:off x="7506819" y="1458298"/>
            <a:ext cx="0" cy="4755437"/>
          </a:xfrm>
          <a:prstGeom prst="line">
            <a:avLst/>
          </a:prstGeom>
          <a:ln w="12700">
            <a:solidFill>
              <a:schemeClr val="tx2">
                <a:lumMod val="60000"/>
                <a:lumOff val="40000"/>
              </a:schemeClr>
            </a:solidFill>
            <a:prstDash val="lgDash"/>
          </a:ln>
        </p:spPr>
        <p:txBody>
          <a:bodyPr lIns="60960" tIns="60960" rIns="60960" bIns="60960" anchor="t"/>
          <a:lstStyle/>
          <a:p>
            <a:endParaRPr sz="900">
              <a:latin typeface="Century Gothic" panose="020B0502020202020204" pitchFamily="34" charset="0"/>
            </a:endParaRPr>
          </a:p>
        </p:txBody>
      </p:sp>
      <p:sp>
        <p:nvSpPr>
          <p:cNvPr id="24" name="Line">
            <a:extLst>
              <a:ext uri="{FF2B5EF4-FFF2-40B4-BE49-F238E27FC236}">
                <a16:creationId xmlns:a16="http://schemas.microsoft.com/office/drawing/2014/main" id="{8D1A6334-9F6C-0543-8FAF-8D3C35BD1CD4}"/>
              </a:ext>
            </a:extLst>
          </p:cNvPr>
          <p:cNvSpPr/>
          <p:nvPr userDrawn="1"/>
        </p:nvSpPr>
        <p:spPr>
          <a:xfrm>
            <a:off x="4626272" y="1458298"/>
            <a:ext cx="0" cy="4755437"/>
          </a:xfrm>
          <a:prstGeom prst="line">
            <a:avLst/>
          </a:prstGeom>
          <a:ln w="12700">
            <a:solidFill>
              <a:schemeClr val="tx2">
                <a:lumMod val="60000"/>
                <a:lumOff val="40000"/>
              </a:schemeClr>
            </a:solidFill>
            <a:prstDash val="lgDash"/>
          </a:ln>
        </p:spPr>
        <p:txBody>
          <a:bodyPr lIns="60960" tIns="60960" rIns="60960" bIns="60960" anchor="t"/>
          <a:lstStyle/>
          <a:p>
            <a:endParaRPr sz="900">
              <a:latin typeface="Century Gothic" panose="020B0502020202020204" pitchFamily="34" charset="0"/>
            </a:endParaRPr>
          </a:p>
        </p:txBody>
      </p:sp>
      <p:sp>
        <p:nvSpPr>
          <p:cNvPr id="19" name="Marcador de posición de imagen 42">
            <a:extLst>
              <a:ext uri="{FF2B5EF4-FFF2-40B4-BE49-F238E27FC236}">
                <a16:creationId xmlns:a16="http://schemas.microsoft.com/office/drawing/2014/main" id="{EA4E328F-05FA-0849-9CD1-C2C85C071DD2}"/>
              </a:ext>
            </a:extLst>
          </p:cNvPr>
          <p:cNvSpPr>
            <a:spLocks noGrp="1"/>
          </p:cNvSpPr>
          <p:nvPr>
            <p:ph type="pic" sz="quarter" idx="27"/>
          </p:nvPr>
        </p:nvSpPr>
        <p:spPr>
          <a:xfrm>
            <a:off x="4961631" y="2240868"/>
            <a:ext cx="2267945" cy="2268328"/>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0" name="Line">
            <a:extLst>
              <a:ext uri="{FF2B5EF4-FFF2-40B4-BE49-F238E27FC236}">
                <a16:creationId xmlns:a16="http://schemas.microsoft.com/office/drawing/2014/main" id="{9BE7D1B8-2BB4-0049-BD06-2C5E383D662E}"/>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2" name="Marcador de texto 15">
            <a:extLst>
              <a:ext uri="{FF2B5EF4-FFF2-40B4-BE49-F238E27FC236}">
                <a16:creationId xmlns:a16="http://schemas.microsoft.com/office/drawing/2014/main" id="{66B0A4AA-083C-4943-90B9-8976095F7734}"/>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5" name="Slide Number Placeholder 5">
            <a:extLst>
              <a:ext uri="{FF2B5EF4-FFF2-40B4-BE49-F238E27FC236}">
                <a16:creationId xmlns:a16="http://schemas.microsoft.com/office/drawing/2014/main" id="{55916238-E0C0-AF49-949B-BE7C0778E50C}"/>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70206504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ido No. 2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495" y="1890349"/>
            <a:ext cx="2720979"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386495" y="2304376"/>
            <a:ext cx="2720979"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386496" y="2639003"/>
            <a:ext cx="2720978" cy="3180358"/>
          </a:xfrm>
          <a:prstGeom prst="rect">
            <a:avLst/>
          </a:prstGeom>
        </p:spPr>
        <p:txBody>
          <a:bodyPr wrap="square" lIns="0" tIns="0" rIns="0" bIns="0" anchor="t">
            <a:spAutoFit/>
          </a:bodyPr>
          <a:lstStyle>
            <a:lvl1pPr marL="0" marR="0" indent="0" algn="just" defTabSz="914355" rtl="0" eaLnBrk="1" fontAlgn="auto" latinLnBrk="0" hangingPunct="1">
              <a:lnSpc>
                <a:spcPct val="100000"/>
              </a:lnSpc>
              <a:spcBef>
                <a:spcPts val="1000"/>
              </a:spcBef>
              <a:spcAft>
                <a:spcPts val="0"/>
              </a:spcAft>
              <a:buClrTx/>
              <a:buSzTx/>
              <a:buFont typeface="Arial" panose="020B0604020202020204" pitchFamily="34" charset="0"/>
              <a:buNone/>
              <a:tabLst/>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pPr marL="0" marR="0" lvl="0" indent="0" algn="just" defTabSz="914355" rtl="0" eaLnBrk="1" fontAlgn="auto" latinLnBrk="0" hangingPunct="1">
              <a:lnSpc>
                <a:spcPct val="100000"/>
              </a:lnSpc>
              <a:spcBef>
                <a:spcPts val="1000"/>
              </a:spcBef>
              <a:spcAft>
                <a:spcPts val="0"/>
              </a:spcAft>
              <a:buClrTx/>
              <a:buSzTx/>
              <a:buFont typeface="Arial" panose="020B0604020202020204" pitchFamily="34" charset="0"/>
              <a:buNone/>
              <a:tabLst/>
              <a:defRPr/>
            </a:pPr>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endParaRPr lang="es-GT"/>
          </a:p>
        </p:txBody>
      </p:sp>
      <p:sp>
        <p:nvSpPr>
          <p:cNvPr id="30" name="Marcador de posición de imagen 42">
            <a:extLst>
              <a:ext uri="{FF2B5EF4-FFF2-40B4-BE49-F238E27FC236}">
                <a16:creationId xmlns:a16="http://schemas.microsoft.com/office/drawing/2014/main" id="{8E8AACDE-108C-FF42-BF8F-12E3DF124DF6}"/>
              </a:ext>
            </a:extLst>
          </p:cNvPr>
          <p:cNvSpPr>
            <a:spLocks noGrp="1"/>
          </p:cNvSpPr>
          <p:nvPr>
            <p:ph type="pic" sz="quarter" idx="15"/>
          </p:nvPr>
        </p:nvSpPr>
        <p:spPr>
          <a:xfrm>
            <a:off x="3251499" y="1890350"/>
            <a:ext cx="2772488" cy="373488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2" name="Rectángulo 31">
            <a:extLst>
              <a:ext uri="{FF2B5EF4-FFF2-40B4-BE49-F238E27FC236}">
                <a16:creationId xmlns:a16="http://schemas.microsoft.com/office/drawing/2014/main" id="{F555FA43-7B52-BA4E-BE7C-328C857EB2F7}"/>
              </a:ext>
            </a:extLst>
          </p:cNvPr>
          <p:cNvSpPr/>
          <p:nvPr userDrawn="1"/>
        </p:nvSpPr>
        <p:spPr>
          <a:xfrm flipV="1">
            <a:off x="3251499" y="5625229"/>
            <a:ext cx="2772488" cy="1941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15" name="Marcador de texto 45">
            <a:extLst>
              <a:ext uri="{FF2B5EF4-FFF2-40B4-BE49-F238E27FC236}">
                <a16:creationId xmlns:a16="http://schemas.microsoft.com/office/drawing/2014/main" id="{8B2B5140-30B0-E341-B129-D4FE5FED144B}"/>
              </a:ext>
            </a:extLst>
          </p:cNvPr>
          <p:cNvSpPr>
            <a:spLocks noGrp="1"/>
          </p:cNvSpPr>
          <p:nvPr>
            <p:ph type="body" sz="quarter" idx="19" hasCustomPrompt="1"/>
          </p:nvPr>
        </p:nvSpPr>
        <p:spPr>
          <a:xfrm>
            <a:off x="6167185" y="1890349"/>
            <a:ext cx="2720979"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7" name="Marcador de texto 45">
            <a:extLst>
              <a:ext uri="{FF2B5EF4-FFF2-40B4-BE49-F238E27FC236}">
                <a16:creationId xmlns:a16="http://schemas.microsoft.com/office/drawing/2014/main" id="{87140377-B260-B24C-954B-2CD1228EB69E}"/>
              </a:ext>
            </a:extLst>
          </p:cNvPr>
          <p:cNvSpPr>
            <a:spLocks noGrp="1"/>
          </p:cNvSpPr>
          <p:nvPr>
            <p:ph type="body" sz="quarter" idx="20" hasCustomPrompt="1"/>
          </p:nvPr>
        </p:nvSpPr>
        <p:spPr>
          <a:xfrm>
            <a:off x="6167185" y="2304376"/>
            <a:ext cx="2720979"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8" name="Marcador de texto 45">
            <a:extLst>
              <a:ext uri="{FF2B5EF4-FFF2-40B4-BE49-F238E27FC236}">
                <a16:creationId xmlns:a16="http://schemas.microsoft.com/office/drawing/2014/main" id="{996C2B46-D2C3-564D-B4F2-E3F97C208B24}"/>
              </a:ext>
            </a:extLst>
          </p:cNvPr>
          <p:cNvSpPr>
            <a:spLocks noGrp="1"/>
          </p:cNvSpPr>
          <p:nvPr>
            <p:ph type="body" sz="quarter" idx="21" hasCustomPrompt="1"/>
          </p:nvPr>
        </p:nvSpPr>
        <p:spPr>
          <a:xfrm>
            <a:off x="6167186" y="2639003"/>
            <a:ext cx="2720978" cy="3180358"/>
          </a:xfrm>
          <a:prstGeom prst="rect">
            <a:avLst/>
          </a:prstGeom>
        </p:spPr>
        <p:txBody>
          <a:bodyPr wrap="square" lIns="0" tIns="0" rIns="0" bIns="0" anchor="t">
            <a:spAutoFit/>
          </a:bodyPr>
          <a:lstStyle>
            <a:lvl1pPr marL="0" marR="0" indent="0" algn="just" defTabSz="914355" rtl="0" eaLnBrk="1" fontAlgn="auto" latinLnBrk="0" hangingPunct="1">
              <a:lnSpc>
                <a:spcPct val="100000"/>
              </a:lnSpc>
              <a:spcBef>
                <a:spcPts val="1000"/>
              </a:spcBef>
              <a:spcAft>
                <a:spcPts val="0"/>
              </a:spcAft>
              <a:buClrTx/>
              <a:buSzTx/>
              <a:buFont typeface="Arial" panose="020B0604020202020204" pitchFamily="34" charset="0"/>
              <a:buNone/>
              <a:tabLst/>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pPr marL="0" marR="0" lvl="0" indent="0" algn="just" defTabSz="914355" rtl="0" eaLnBrk="1" fontAlgn="auto" latinLnBrk="0" hangingPunct="1">
              <a:lnSpc>
                <a:spcPct val="100000"/>
              </a:lnSpc>
              <a:spcBef>
                <a:spcPts val="1000"/>
              </a:spcBef>
              <a:spcAft>
                <a:spcPts val="0"/>
              </a:spcAft>
              <a:buClrTx/>
              <a:buSzTx/>
              <a:buFont typeface="Arial" panose="020B0604020202020204" pitchFamily="34" charset="0"/>
              <a:buNone/>
              <a:tabLst/>
              <a:defRPr/>
            </a:pPr>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endParaRPr lang="es-GT"/>
          </a:p>
        </p:txBody>
      </p:sp>
      <p:sp>
        <p:nvSpPr>
          <p:cNvPr id="24" name="Marcador de posición de imagen 42">
            <a:extLst>
              <a:ext uri="{FF2B5EF4-FFF2-40B4-BE49-F238E27FC236}">
                <a16:creationId xmlns:a16="http://schemas.microsoft.com/office/drawing/2014/main" id="{E9006586-3DBF-A143-A66E-75648976B085}"/>
              </a:ext>
            </a:extLst>
          </p:cNvPr>
          <p:cNvSpPr>
            <a:spLocks noGrp="1"/>
          </p:cNvSpPr>
          <p:nvPr>
            <p:ph type="pic" sz="quarter" idx="22"/>
          </p:nvPr>
        </p:nvSpPr>
        <p:spPr>
          <a:xfrm>
            <a:off x="9032190" y="1890350"/>
            <a:ext cx="2772488" cy="373488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5" name="Rectángulo 24">
            <a:extLst>
              <a:ext uri="{FF2B5EF4-FFF2-40B4-BE49-F238E27FC236}">
                <a16:creationId xmlns:a16="http://schemas.microsoft.com/office/drawing/2014/main" id="{A59428E3-1748-9C44-B053-4C9A6DB200C0}"/>
              </a:ext>
            </a:extLst>
          </p:cNvPr>
          <p:cNvSpPr/>
          <p:nvPr userDrawn="1"/>
        </p:nvSpPr>
        <p:spPr>
          <a:xfrm flipV="1">
            <a:off x="9032190" y="5625229"/>
            <a:ext cx="2772488" cy="1941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0" name="Line">
            <a:extLst>
              <a:ext uri="{FF2B5EF4-FFF2-40B4-BE49-F238E27FC236}">
                <a16:creationId xmlns:a16="http://schemas.microsoft.com/office/drawing/2014/main" id="{BF2F15D0-9C5E-A94A-90B7-EB260AF89A89}"/>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2" name="Marcador de texto 15">
            <a:extLst>
              <a:ext uri="{FF2B5EF4-FFF2-40B4-BE49-F238E27FC236}">
                <a16:creationId xmlns:a16="http://schemas.microsoft.com/office/drawing/2014/main" id="{696640E0-B8B4-A440-B8A2-71CE0D7C63FD}"/>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3" name="Slide Number Placeholder 5">
            <a:extLst>
              <a:ext uri="{FF2B5EF4-FFF2-40B4-BE49-F238E27FC236}">
                <a16:creationId xmlns:a16="http://schemas.microsoft.com/office/drawing/2014/main" id="{0C5FA67C-2E84-B543-954C-EAD98703EA89}"/>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344366428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ido No. 26">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1451181" y="5301208"/>
            <a:ext cx="4464787" cy="615553"/>
          </a:xfrm>
          <a:prstGeom prst="rect">
            <a:avLst/>
          </a:prstGeom>
        </p:spPr>
        <p:txBody>
          <a:bodyPr wrap="square" lIns="0" tIns="0" rIns="0" bIns="0" anchor="t">
            <a:spAutoFit/>
          </a:bodyPr>
          <a:lstStyle>
            <a:lvl1pPr marL="0" marR="0" indent="0" algn="ctr" defTabSz="914355" rtl="0" eaLnBrk="1" fontAlgn="auto" latinLnBrk="0" hangingPunct="1">
              <a:lnSpc>
                <a:spcPct val="100000"/>
              </a:lnSpc>
              <a:spcBef>
                <a:spcPts val="1000"/>
              </a:spcBef>
              <a:spcAft>
                <a:spcPts val="0"/>
              </a:spcAft>
              <a:buClrTx/>
              <a:buSzTx/>
              <a:buFont typeface="Arial" panose="020B0604020202020204" pitchFamily="34" charset="0"/>
              <a:buNone/>
              <a:tabLst/>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a:t>
            </a:r>
          </a:p>
        </p:txBody>
      </p:sp>
      <p:sp>
        <p:nvSpPr>
          <p:cNvPr id="30" name="Marcador de posición de imagen 42">
            <a:extLst>
              <a:ext uri="{FF2B5EF4-FFF2-40B4-BE49-F238E27FC236}">
                <a16:creationId xmlns:a16="http://schemas.microsoft.com/office/drawing/2014/main" id="{8E8AACDE-108C-FF42-BF8F-12E3DF124DF6}"/>
              </a:ext>
            </a:extLst>
          </p:cNvPr>
          <p:cNvSpPr>
            <a:spLocks noGrp="1"/>
          </p:cNvSpPr>
          <p:nvPr>
            <p:ph type="pic" sz="quarter" idx="15"/>
          </p:nvPr>
        </p:nvSpPr>
        <p:spPr>
          <a:xfrm>
            <a:off x="1343162" y="1945220"/>
            <a:ext cx="4680825" cy="2527897"/>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0" name="Marcador de posición de imagen 42">
            <a:extLst>
              <a:ext uri="{FF2B5EF4-FFF2-40B4-BE49-F238E27FC236}">
                <a16:creationId xmlns:a16="http://schemas.microsoft.com/office/drawing/2014/main" id="{2B022CA9-D78E-8C43-9538-95AE569865A1}"/>
              </a:ext>
            </a:extLst>
          </p:cNvPr>
          <p:cNvSpPr>
            <a:spLocks noGrp="1"/>
          </p:cNvSpPr>
          <p:nvPr>
            <p:ph type="pic" sz="quarter" idx="21"/>
          </p:nvPr>
        </p:nvSpPr>
        <p:spPr>
          <a:xfrm>
            <a:off x="6157138" y="1945220"/>
            <a:ext cx="4680825" cy="2527897"/>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2" name="Rectángulo 31">
            <a:extLst>
              <a:ext uri="{FF2B5EF4-FFF2-40B4-BE49-F238E27FC236}">
                <a16:creationId xmlns:a16="http://schemas.microsoft.com/office/drawing/2014/main" id="{F555FA43-7B52-BA4E-BE7C-328C857EB2F7}"/>
              </a:ext>
            </a:extLst>
          </p:cNvPr>
          <p:cNvSpPr/>
          <p:nvPr userDrawn="1"/>
        </p:nvSpPr>
        <p:spPr>
          <a:xfrm flipV="1">
            <a:off x="1343163" y="4537760"/>
            <a:ext cx="9494800" cy="5901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2" name="Marcador de texto 45">
            <a:extLst>
              <a:ext uri="{FF2B5EF4-FFF2-40B4-BE49-F238E27FC236}">
                <a16:creationId xmlns:a16="http://schemas.microsoft.com/office/drawing/2014/main" id="{80E4F6B6-1F41-C847-98D7-21268AF26237}"/>
              </a:ext>
            </a:extLst>
          </p:cNvPr>
          <p:cNvSpPr>
            <a:spLocks noGrp="1"/>
          </p:cNvSpPr>
          <p:nvPr>
            <p:ph type="body" sz="quarter" idx="22" hasCustomPrompt="1"/>
          </p:nvPr>
        </p:nvSpPr>
        <p:spPr>
          <a:xfrm>
            <a:off x="1451182" y="4711032"/>
            <a:ext cx="9278762" cy="243632"/>
          </a:xfrm>
          <a:prstGeom prst="rect">
            <a:avLst/>
          </a:prstGeom>
        </p:spPr>
        <p:txBody>
          <a:bodyPr lIns="0" tIns="0" rIns="0" bIns="0" anchor="ctr"/>
          <a:lstStyle>
            <a:lvl1pPr marL="0" indent="0" algn="ctr">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3" name="Marcador de texto 45">
            <a:extLst>
              <a:ext uri="{FF2B5EF4-FFF2-40B4-BE49-F238E27FC236}">
                <a16:creationId xmlns:a16="http://schemas.microsoft.com/office/drawing/2014/main" id="{372F742B-413A-A142-A70B-7819122B1215}"/>
              </a:ext>
            </a:extLst>
          </p:cNvPr>
          <p:cNvSpPr>
            <a:spLocks noGrp="1"/>
          </p:cNvSpPr>
          <p:nvPr>
            <p:ph type="body" sz="quarter" idx="23" hasCustomPrompt="1"/>
          </p:nvPr>
        </p:nvSpPr>
        <p:spPr>
          <a:xfrm>
            <a:off x="6265157" y="5301208"/>
            <a:ext cx="4464787" cy="615553"/>
          </a:xfrm>
          <a:prstGeom prst="rect">
            <a:avLst/>
          </a:prstGeom>
        </p:spPr>
        <p:txBody>
          <a:bodyPr wrap="square" lIns="0" tIns="0" rIns="0" bIns="0" anchor="t">
            <a:spAutoFit/>
          </a:bodyPr>
          <a:lstStyle>
            <a:lvl1pPr marL="0" marR="0" indent="0" algn="ctr" defTabSz="914355" rtl="0" eaLnBrk="1" fontAlgn="auto" latinLnBrk="0" hangingPunct="1">
              <a:lnSpc>
                <a:spcPct val="100000"/>
              </a:lnSpc>
              <a:spcBef>
                <a:spcPts val="1000"/>
              </a:spcBef>
              <a:spcAft>
                <a:spcPts val="0"/>
              </a:spcAft>
              <a:buClrTx/>
              <a:buSzTx/>
              <a:buFont typeface="Arial" panose="020B0604020202020204" pitchFamily="34" charset="0"/>
              <a:buNone/>
              <a:tabLst/>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a:t>
            </a:r>
          </a:p>
        </p:txBody>
      </p:sp>
      <p:sp>
        <p:nvSpPr>
          <p:cNvPr id="11" name="Line">
            <a:extLst>
              <a:ext uri="{FF2B5EF4-FFF2-40B4-BE49-F238E27FC236}">
                <a16:creationId xmlns:a16="http://schemas.microsoft.com/office/drawing/2014/main" id="{49913111-66D3-2B4C-BA97-3B8B67FBA4CD}"/>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2" name="Marcador de texto 15">
            <a:extLst>
              <a:ext uri="{FF2B5EF4-FFF2-40B4-BE49-F238E27FC236}">
                <a16:creationId xmlns:a16="http://schemas.microsoft.com/office/drawing/2014/main" id="{FB4CBF2F-8F62-6846-9A42-3431948A1A98}"/>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13" name="Slide Number Placeholder 5">
            <a:extLst>
              <a:ext uri="{FF2B5EF4-FFF2-40B4-BE49-F238E27FC236}">
                <a16:creationId xmlns:a16="http://schemas.microsoft.com/office/drawing/2014/main" id="{027E1C16-2454-B540-89CF-5EEEACD043A1}"/>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300294226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ido No. 27">
    <p:spTree>
      <p:nvGrpSpPr>
        <p:cNvPr id="1" name=""/>
        <p:cNvGrpSpPr/>
        <p:nvPr/>
      </p:nvGrpSpPr>
      <p:grpSpPr>
        <a:xfrm>
          <a:off x="0" y="0"/>
          <a:ext cx="0" cy="0"/>
          <a:chOff x="0" y="0"/>
          <a:chExt cx="0" cy="0"/>
        </a:xfrm>
      </p:grpSpPr>
      <p:sp>
        <p:nvSpPr>
          <p:cNvPr id="30" name="Marcador de posición de imagen 42">
            <a:extLst>
              <a:ext uri="{FF2B5EF4-FFF2-40B4-BE49-F238E27FC236}">
                <a16:creationId xmlns:a16="http://schemas.microsoft.com/office/drawing/2014/main" id="{8E8AACDE-108C-FF42-BF8F-12E3DF124DF6}"/>
              </a:ext>
            </a:extLst>
          </p:cNvPr>
          <p:cNvSpPr>
            <a:spLocks noGrp="1"/>
          </p:cNvSpPr>
          <p:nvPr>
            <p:ph type="pic" sz="quarter" idx="15"/>
          </p:nvPr>
        </p:nvSpPr>
        <p:spPr>
          <a:xfrm>
            <a:off x="1703226" y="1595870"/>
            <a:ext cx="10118069" cy="1505131"/>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11" name="Marcador de posición de imagen 42">
            <a:extLst>
              <a:ext uri="{FF2B5EF4-FFF2-40B4-BE49-F238E27FC236}">
                <a16:creationId xmlns:a16="http://schemas.microsoft.com/office/drawing/2014/main" id="{4B714F1B-39DB-0640-B1D2-9982D79EB379}"/>
              </a:ext>
            </a:extLst>
          </p:cNvPr>
          <p:cNvSpPr>
            <a:spLocks noGrp="1"/>
          </p:cNvSpPr>
          <p:nvPr>
            <p:ph type="pic" sz="quarter" idx="23"/>
          </p:nvPr>
        </p:nvSpPr>
        <p:spPr>
          <a:xfrm>
            <a:off x="1703226" y="3174632"/>
            <a:ext cx="10118069" cy="1505131"/>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12" name="Marcador de posición de imagen 42">
            <a:extLst>
              <a:ext uri="{FF2B5EF4-FFF2-40B4-BE49-F238E27FC236}">
                <a16:creationId xmlns:a16="http://schemas.microsoft.com/office/drawing/2014/main" id="{88ECD118-5228-1442-BC3C-32EC7C8BF28A}"/>
              </a:ext>
            </a:extLst>
          </p:cNvPr>
          <p:cNvSpPr>
            <a:spLocks noGrp="1"/>
          </p:cNvSpPr>
          <p:nvPr>
            <p:ph type="pic" sz="quarter" idx="24"/>
          </p:nvPr>
        </p:nvSpPr>
        <p:spPr>
          <a:xfrm>
            <a:off x="1703226" y="4753394"/>
            <a:ext cx="10118069" cy="1505131"/>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32" name="Rectángulo 31">
            <a:extLst>
              <a:ext uri="{FF2B5EF4-FFF2-40B4-BE49-F238E27FC236}">
                <a16:creationId xmlns:a16="http://schemas.microsoft.com/office/drawing/2014/main" id="{F555FA43-7B52-BA4E-BE7C-328C857EB2F7}"/>
              </a:ext>
            </a:extLst>
          </p:cNvPr>
          <p:cNvSpPr/>
          <p:nvPr userDrawn="1"/>
        </p:nvSpPr>
        <p:spPr>
          <a:xfrm flipV="1">
            <a:off x="370706" y="4750320"/>
            <a:ext cx="1271788" cy="14939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2" name="Marcador de texto 45">
            <a:extLst>
              <a:ext uri="{FF2B5EF4-FFF2-40B4-BE49-F238E27FC236}">
                <a16:creationId xmlns:a16="http://schemas.microsoft.com/office/drawing/2014/main" id="{80E4F6B6-1F41-C847-98D7-21268AF26237}"/>
              </a:ext>
            </a:extLst>
          </p:cNvPr>
          <p:cNvSpPr>
            <a:spLocks noGrp="1"/>
          </p:cNvSpPr>
          <p:nvPr>
            <p:ph type="body" sz="quarter" idx="22" hasCustomPrompt="1"/>
          </p:nvPr>
        </p:nvSpPr>
        <p:spPr>
          <a:xfrm>
            <a:off x="515017" y="4886911"/>
            <a:ext cx="972171" cy="1202254"/>
          </a:xfrm>
          <a:prstGeom prst="rect">
            <a:avLst/>
          </a:prstGeom>
        </p:spPr>
        <p:txBody>
          <a:bodyPr lIns="0" tIns="0" rIns="0" bIns="0" anchor="ctr"/>
          <a:lstStyle>
            <a:lvl1pPr marL="0" indent="0" algn="ctr">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3" name="Rectángulo 12">
            <a:extLst>
              <a:ext uri="{FF2B5EF4-FFF2-40B4-BE49-F238E27FC236}">
                <a16:creationId xmlns:a16="http://schemas.microsoft.com/office/drawing/2014/main" id="{9C69EC4F-6A43-3D4C-A4E7-3E814EAB46A0}"/>
              </a:ext>
            </a:extLst>
          </p:cNvPr>
          <p:cNvSpPr/>
          <p:nvPr userDrawn="1"/>
        </p:nvSpPr>
        <p:spPr>
          <a:xfrm flipV="1">
            <a:off x="374826" y="3168485"/>
            <a:ext cx="1267668" cy="15082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14" name="Marcador de texto 45">
            <a:extLst>
              <a:ext uri="{FF2B5EF4-FFF2-40B4-BE49-F238E27FC236}">
                <a16:creationId xmlns:a16="http://schemas.microsoft.com/office/drawing/2014/main" id="{57FD4DC7-C048-A74D-90E8-B2E9A6FD9F07}"/>
              </a:ext>
            </a:extLst>
          </p:cNvPr>
          <p:cNvSpPr>
            <a:spLocks noGrp="1"/>
          </p:cNvSpPr>
          <p:nvPr>
            <p:ph type="body" sz="quarter" idx="25" hasCustomPrompt="1"/>
          </p:nvPr>
        </p:nvSpPr>
        <p:spPr>
          <a:xfrm>
            <a:off x="515017" y="3292656"/>
            <a:ext cx="972171" cy="1223185"/>
          </a:xfrm>
          <a:prstGeom prst="rect">
            <a:avLst/>
          </a:prstGeom>
        </p:spPr>
        <p:txBody>
          <a:bodyPr lIns="0" tIns="0" rIns="0" bIns="0" anchor="ctr"/>
          <a:lstStyle>
            <a:lvl1pPr marL="0" indent="0" algn="ctr">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5" name="Rectángulo 14">
            <a:extLst>
              <a:ext uri="{FF2B5EF4-FFF2-40B4-BE49-F238E27FC236}">
                <a16:creationId xmlns:a16="http://schemas.microsoft.com/office/drawing/2014/main" id="{6D7A4E5C-04F6-7940-92CE-BC6F35E6E235}"/>
              </a:ext>
            </a:extLst>
          </p:cNvPr>
          <p:cNvSpPr/>
          <p:nvPr userDrawn="1"/>
        </p:nvSpPr>
        <p:spPr>
          <a:xfrm flipV="1">
            <a:off x="374826" y="1592796"/>
            <a:ext cx="1267668" cy="15082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17" name="Marcador de texto 45">
            <a:extLst>
              <a:ext uri="{FF2B5EF4-FFF2-40B4-BE49-F238E27FC236}">
                <a16:creationId xmlns:a16="http://schemas.microsoft.com/office/drawing/2014/main" id="{1C84D4F2-3A71-F449-AB5A-9FF9126216F4}"/>
              </a:ext>
            </a:extLst>
          </p:cNvPr>
          <p:cNvSpPr>
            <a:spLocks noGrp="1"/>
          </p:cNvSpPr>
          <p:nvPr>
            <p:ph type="body" sz="quarter" idx="26" hasCustomPrompt="1"/>
          </p:nvPr>
        </p:nvSpPr>
        <p:spPr>
          <a:xfrm>
            <a:off x="515017" y="1743533"/>
            <a:ext cx="972171" cy="1184196"/>
          </a:xfrm>
          <a:prstGeom prst="rect">
            <a:avLst/>
          </a:prstGeom>
        </p:spPr>
        <p:txBody>
          <a:bodyPr lIns="0" tIns="0" rIns="0" bIns="0" anchor="ctr"/>
          <a:lstStyle>
            <a:lvl1pPr marL="0" indent="0" algn="ctr">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8" name="Line">
            <a:extLst>
              <a:ext uri="{FF2B5EF4-FFF2-40B4-BE49-F238E27FC236}">
                <a16:creationId xmlns:a16="http://schemas.microsoft.com/office/drawing/2014/main" id="{2F7B3180-2692-F644-B97F-822762B87857}"/>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9" name="Marcador de texto 15">
            <a:extLst>
              <a:ext uri="{FF2B5EF4-FFF2-40B4-BE49-F238E27FC236}">
                <a16:creationId xmlns:a16="http://schemas.microsoft.com/office/drawing/2014/main" id="{9C6381C3-93E8-FB44-92D4-D9ED3DCF73CD}"/>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0" name="Slide Number Placeholder 5">
            <a:extLst>
              <a:ext uri="{FF2B5EF4-FFF2-40B4-BE49-F238E27FC236}">
                <a16:creationId xmlns:a16="http://schemas.microsoft.com/office/drawing/2014/main" id="{6ABA7118-5132-9C47-B7A5-0483B9113093}"/>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7392516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ido No. 28">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70770B-8A8F-9B44-BD5F-A51EE3481A3F}"/>
              </a:ext>
            </a:extLst>
          </p:cNvPr>
          <p:cNvSpPr/>
          <p:nvPr userDrawn="1"/>
        </p:nvSpPr>
        <p:spPr>
          <a:xfrm>
            <a:off x="7968329" y="6309320"/>
            <a:ext cx="124925"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T" sz="900">
              <a:latin typeface="Century Gothic" panose="020B0502020202020204" pitchFamily="34" charset="0"/>
            </a:endParaRPr>
          </a:p>
        </p:txBody>
      </p:sp>
      <p:sp>
        <p:nvSpPr>
          <p:cNvPr id="16" name="Rectángulo 15">
            <a:extLst>
              <a:ext uri="{FF2B5EF4-FFF2-40B4-BE49-F238E27FC236}">
                <a16:creationId xmlns:a16="http://schemas.microsoft.com/office/drawing/2014/main" id="{6E9A75ED-FB1B-C441-8D4F-271E5F83BD90}"/>
              </a:ext>
            </a:extLst>
          </p:cNvPr>
          <p:cNvSpPr/>
          <p:nvPr userDrawn="1"/>
        </p:nvSpPr>
        <p:spPr>
          <a:xfrm>
            <a:off x="-1" y="0"/>
            <a:ext cx="796833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18" name="Slide Number Placeholder 5">
            <a:extLst>
              <a:ext uri="{FF2B5EF4-FFF2-40B4-BE49-F238E27FC236}">
                <a16:creationId xmlns:a16="http://schemas.microsoft.com/office/drawing/2014/main" id="{D80A1996-0FD9-E247-A333-C2DF212D8F05}"/>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bg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24" name="Marcador de posición de imagen 42">
            <a:extLst>
              <a:ext uri="{FF2B5EF4-FFF2-40B4-BE49-F238E27FC236}">
                <a16:creationId xmlns:a16="http://schemas.microsoft.com/office/drawing/2014/main" id="{71F06168-8543-D344-87C5-5DAC853AA56E}"/>
              </a:ext>
            </a:extLst>
          </p:cNvPr>
          <p:cNvSpPr>
            <a:spLocks noGrp="1"/>
          </p:cNvSpPr>
          <p:nvPr>
            <p:ph type="pic" sz="quarter" idx="15"/>
          </p:nvPr>
        </p:nvSpPr>
        <p:spPr>
          <a:xfrm>
            <a:off x="375974" y="4642149"/>
            <a:ext cx="1758886" cy="1593503"/>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5" name="Marcador de posición de imagen 42">
            <a:extLst>
              <a:ext uri="{FF2B5EF4-FFF2-40B4-BE49-F238E27FC236}">
                <a16:creationId xmlns:a16="http://schemas.microsoft.com/office/drawing/2014/main" id="{0B5C8BE9-DD95-494C-ABF4-09445293FA71}"/>
              </a:ext>
            </a:extLst>
          </p:cNvPr>
          <p:cNvSpPr>
            <a:spLocks noGrp="1"/>
          </p:cNvSpPr>
          <p:nvPr>
            <p:ph type="pic" sz="quarter" idx="19"/>
          </p:nvPr>
        </p:nvSpPr>
        <p:spPr>
          <a:xfrm>
            <a:off x="2260453" y="4642149"/>
            <a:ext cx="1758886" cy="1593503"/>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6" name="Marcador de posición de imagen 42">
            <a:extLst>
              <a:ext uri="{FF2B5EF4-FFF2-40B4-BE49-F238E27FC236}">
                <a16:creationId xmlns:a16="http://schemas.microsoft.com/office/drawing/2014/main" id="{1A45634A-5B25-434F-86B5-5782732C3B34}"/>
              </a:ext>
            </a:extLst>
          </p:cNvPr>
          <p:cNvSpPr>
            <a:spLocks noGrp="1"/>
          </p:cNvSpPr>
          <p:nvPr>
            <p:ph type="pic" sz="quarter" idx="20"/>
          </p:nvPr>
        </p:nvSpPr>
        <p:spPr>
          <a:xfrm>
            <a:off x="4144933" y="4642149"/>
            <a:ext cx="1758886" cy="1593503"/>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7" name="Marcador de posición de imagen 42">
            <a:extLst>
              <a:ext uri="{FF2B5EF4-FFF2-40B4-BE49-F238E27FC236}">
                <a16:creationId xmlns:a16="http://schemas.microsoft.com/office/drawing/2014/main" id="{68734F7C-EAB9-FD4D-BCCF-8A28F5E6F4A6}"/>
              </a:ext>
            </a:extLst>
          </p:cNvPr>
          <p:cNvSpPr>
            <a:spLocks noGrp="1"/>
          </p:cNvSpPr>
          <p:nvPr>
            <p:ph type="pic" sz="quarter" idx="21"/>
          </p:nvPr>
        </p:nvSpPr>
        <p:spPr>
          <a:xfrm>
            <a:off x="6029412" y="4642149"/>
            <a:ext cx="1758886" cy="1593503"/>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8" name="Title 1">
            <a:extLst>
              <a:ext uri="{FF2B5EF4-FFF2-40B4-BE49-F238E27FC236}">
                <a16:creationId xmlns:a16="http://schemas.microsoft.com/office/drawing/2014/main" id="{89FA69DB-300E-7F48-9B50-5DAFFFA8CCA4}"/>
              </a:ext>
            </a:extLst>
          </p:cNvPr>
          <p:cNvSpPr>
            <a:spLocks noGrp="1"/>
          </p:cNvSpPr>
          <p:nvPr>
            <p:ph type="title"/>
          </p:nvPr>
        </p:nvSpPr>
        <p:spPr>
          <a:xfrm>
            <a:off x="386495" y="462793"/>
            <a:ext cx="7401803" cy="193899"/>
          </a:xfrm>
          <a:prstGeom prst="rect">
            <a:avLst/>
          </a:prstGeom>
        </p:spPr>
        <p:txBody>
          <a:bodyPr wrap="square" lIns="0" tIns="0" rIns="0" bIns="0" anchor="t">
            <a:spAutoFit/>
          </a:bodyPr>
          <a:lstStyle>
            <a:lvl1pPr>
              <a:defRPr sz="1400">
                <a:solidFill>
                  <a:schemeClr val="bg1"/>
                </a:solidFill>
                <a:latin typeface="Century Gothic" panose="020B0502020202020204" pitchFamily="34" charset="0"/>
              </a:defRPr>
            </a:lvl1pPr>
          </a:lstStyle>
          <a:p>
            <a:r>
              <a:rPr lang="es-MX"/>
              <a:t>Haz clic para modificar el estilo de título del patrón</a:t>
            </a:r>
            <a:endParaRPr lang="en-US"/>
          </a:p>
        </p:txBody>
      </p:sp>
      <p:sp>
        <p:nvSpPr>
          <p:cNvPr id="29" name="Marcador de texto 15">
            <a:extLst>
              <a:ext uri="{FF2B5EF4-FFF2-40B4-BE49-F238E27FC236}">
                <a16:creationId xmlns:a16="http://schemas.microsoft.com/office/drawing/2014/main" id="{496D9649-1AEA-F54F-80F1-49E7FA0A52FF}"/>
              </a:ext>
            </a:extLst>
          </p:cNvPr>
          <p:cNvSpPr>
            <a:spLocks noGrp="1"/>
          </p:cNvSpPr>
          <p:nvPr>
            <p:ph type="body" sz="quarter" idx="10"/>
          </p:nvPr>
        </p:nvSpPr>
        <p:spPr>
          <a:xfrm>
            <a:off x="370705" y="764704"/>
            <a:ext cx="7417593" cy="457200"/>
          </a:xfrm>
          <a:prstGeom prst="rect">
            <a:avLst/>
          </a:prstGeom>
        </p:spPr>
        <p:txBody>
          <a:bodyPr anchor="t"/>
          <a:lstStyle>
            <a:lvl1pPr marL="0" indent="0">
              <a:buNone/>
              <a:defRPr sz="33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1" name="Marcador de texto 45">
            <a:extLst>
              <a:ext uri="{FF2B5EF4-FFF2-40B4-BE49-F238E27FC236}">
                <a16:creationId xmlns:a16="http://schemas.microsoft.com/office/drawing/2014/main" id="{8AFF2567-FBB6-4D45-815A-F9CAD21BA013}"/>
              </a:ext>
            </a:extLst>
          </p:cNvPr>
          <p:cNvSpPr>
            <a:spLocks noGrp="1"/>
          </p:cNvSpPr>
          <p:nvPr>
            <p:ph type="body" sz="quarter" idx="16" hasCustomPrompt="1"/>
          </p:nvPr>
        </p:nvSpPr>
        <p:spPr>
          <a:xfrm>
            <a:off x="8093254" y="1229774"/>
            <a:ext cx="3728041"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2" name="Marcador de texto 45">
            <a:extLst>
              <a:ext uri="{FF2B5EF4-FFF2-40B4-BE49-F238E27FC236}">
                <a16:creationId xmlns:a16="http://schemas.microsoft.com/office/drawing/2014/main" id="{5A9367EC-E98D-5A45-8771-D9138EFA1A3A}"/>
              </a:ext>
            </a:extLst>
          </p:cNvPr>
          <p:cNvSpPr>
            <a:spLocks noGrp="1"/>
          </p:cNvSpPr>
          <p:nvPr>
            <p:ph type="body" sz="quarter" idx="17" hasCustomPrompt="1"/>
          </p:nvPr>
        </p:nvSpPr>
        <p:spPr>
          <a:xfrm>
            <a:off x="8093254" y="1643801"/>
            <a:ext cx="3728041"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3" name="Marcador de texto 45">
            <a:extLst>
              <a:ext uri="{FF2B5EF4-FFF2-40B4-BE49-F238E27FC236}">
                <a16:creationId xmlns:a16="http://schemas.microsoft.com/office/drawing/2014/main" id="{B640D1EA-3D70-694B-B10A-6A6780E37FFF}"/>
              </a:ext>
            </a:extLst>
          </p:cNvPr>
          <p:cNvSpPr>
            <a:spLocks noGrp="1"/>
          </p:cNvSpPr>
          <p:nvPr>
            <p:ph type="body" sz="quarter" idx="18" hasCustomPrompt="1"/>
          </p:nvPr>
        </p:nvSpPr>
        <p:spPr>
          <a:xfrm>
            <a:off x="8093255" y="1978428"/>
            <a:ext cx="3728040" cy="769442"/>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a:t>
            </a:r>
          </a:p>
        </p:txBody>
      </p:sp>
      <p:sp>
        <p:nvSpPr>
          <p:cNvPr id="37" name="Marcador de texto 45">
            <a:extLst>
              <a:ext uri="{FF2B5EF4-FFF2-40B4-BE49-F238E27FC236}">
                <a16:creationId xmlns:a16="http://schemas.microsoft.com/office/drawing/2014/main" id="{31229D88-E5A2-4E44-A3C8-3625F20835BD}"/>
              </a:ext>
            </a:extLst>
          </p:cNvPr>
          <p:cNvSpPr>
            <a:spLocks noGrp="1"/>
          </p:cNvSpPr>
          <p:nvPr>
            <p:ph type="body" sz="quarter" idx="22" hasCustomPrompt="1"/>
          </p:nvPr>
        </p:nvSpPr>
        <p:spPr>
          <a:xfrm>
            <a:off x="8093254" y="2967134"/>
            <a:ext cx="3728041"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8" name="Marcador de texto 45">
            <a:extLst>
              <a:ext uri="{FF2B5EF4-FFF2-40B4-BE49-F238E27FC236}">
                <a16:creationId xmlns:a16="http://schemas.microsoft.com/office/drawing/2014/main" id="{7AAF1211-93C3-9241-9D11-A3D603474B5F}"/>
              </a:ext>
            </a:extLst>
          </p:cNvPr>
          <p:cNvSpPr>
            <a:spLocks noGrp="1"/>
          </p:cNvSpPr>
          <p:nvPr>
            <p:ph type="body" sz="quarter" idx="23" hasCustomPrompt="1"/>
          </p:nvPr>
        </p:nvSpPr>
        <p:spPr>
          <a:xfrm>
            <a:off x="8093254" y="3381160"/>
            <a:ext cx="3728041"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9" name="Marcador de texto 45">
            <a:extLst>
              <a:ext uri="{FF2B5EF4-FFF2-40B4-BE49-F238E27FC236}">
                <a16:creationId xmlns:a16="http://schemas.microsoft.com/office/drawing/2014/main" id="{59C23C7D-821B-8F42-BE02-E2F33CBC97B2}"/>
              </a:ext>
            </a:extLst>
          </p:cNvPr>
          <p:cNvSpPr>
            <a:spLocks noGrp="1"/>
          </p:cNvSpPr>
          <p:nvPr>
            <p:ph type="body" sz="quarter" idx="24" hasCustomPrompt="1"/>
          </p:nvPr>
        </p:nvSpPr>
        <p:spPr>
          <a:xfrm>
            <a:off x="8093255" y="3715788"/>
            <a:ext cx="3728040" cy="769442"/>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a:t>
            </a:r>
          </a:p>
        </p:txBody>
      </p:sp>
      <p:sp>
        <p:nvSpPr>
          <p:cNvPr id="40" name="Marcador de texto 45">
            <a:extLst>
              <a:ext uri="{FF2B5EF4-FFF2-40B4-BE49-F238E27FC236}">
                <a16:creationId xmlns:a16="http://schemas.microsoft.com/office/drawing/2014/main" id="{156C06E7-20D5-B34A-A1A0-A13D864BBA7F}"/>
              </a:ext>
            </a:extLst>
          </p:cNvPr>
          <p:cNvSpPr>
            <a:spLocks noGrp="1"/>
          </p:cNvSpPr>
          <p:nvPr>
            <p:ph type="body" sz="quarter" idx="25" hasCustomPrompt="1"/>
          </p:nvPr>
        </p:nvSpPr>
        <p:spPr>
          <a:xfrm>
            <a:off x="8093254" y="4717557"/>
            <a:ext cx="3728041"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1" name="Marcador de texto 45">
            <a:extLst>
              <a:ext uri="{FF2B5EF4-FFF2-40B4-BE49-F238E27FC236}">
                <a16:creationId xmlns:a16="http://schemas.microsoft.com/office/drawing/2014/main" id="{EEBB6F85-F764-1241-A88B-2F3870B7E3E7}"/>
              </a:ext>
            </a:extLst>
          </p:cNvPr>
          <p:cNvSpPr>
            <a:spLocks noGrp="1"/>
          </p:cNvSpPr>
          <p:nvPr>
            <p:ph type="body" sz="quarter" idx="26" hasCustomPrompt="1"/>
          </p:nvPr>
        </p:nvSpPr>
        <p:spPr>
          <a:xfrm>
            <a:off x="8093254" y="5131584"/>
            <a:ext cx="3728041"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2" name="Marcador de texto 45">
            <a:extLst>
              <a:ext uri="{FF2B5EF4-FFF2-40B4-BE49-F238E27FC236}">
                <a16:creationId xmlns:a16="http://schemas.microsoft.com/office/drawing/2014/main" id="{7049830B-1FB2-3F4B-A84E-FF60E413D6AA}"/>
              </a:ext>
            </a:extLst>
          </p:cNvPr>
          <p:cNvSpPr>
            <a:spLocks noGrp="1"/>
          </p:cNvSpPr>
          <p:nvPr>
            <p:ph type="body" sz="quarter" idx="27" hasCustomPrompt="1"/>
          </p:nvPr>
        </p:nvSpPr>
        <p:spPr>
          <a:xfrm>
            <a:off x="8093255" y="5466211"/>
            <a:ext cx="3728040" cy="769442"/>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a:t>
            </a:r>
          </a:p>
        </p:txBody>
      </p:sp>
      <p:pic>
        <p:nvPicPr>
          <p:cNvPr id="19" name="Imagen 19">
            <a:extLst>
              <a:ext uri="{FF2B5EF4-FFF2-40B4-BE49-F238E27FC236}">
                <a16:creationId xmlns:a16="http://schemas.microsoft.com/office/drawing/2014/main" id="{C1C3ACE3-818E-AD40-973F-F393B9607B81}"/>
              </a:ext>
            </a:extLst>
          </p:cNvPr>
          <p:cNvPicPr>
            <a:picLocks noChangeAspect="1"/>
          </p:cNvPicPr>
          <p:nvPr userDrawn="1"/>
        </p:nvPicPr>
        <p:blipFill>
          <a:blip r:embed="rId2"/>
          <a:srcRect/>
          <a:stretch/>
        </p:blipFill>
        <p:spPr>
          <a:xfrm>
            <a:off x="8093254" y="495167"/>
            <a:ext cx="415508" cy="225637"/>
          </a:xfrm>
          <a:prstGeom prst="rect">
            <a:avLst/>
          </a:prstGeom>
        </p:spPr>
      </p:pic>
      <p:sp>
        <p:nvSpPr>
          <p:cNvPr id="20" name="Line">
            <a:extLst>
              <a:ext uri="{FF2B5EF4-FFF2-40B4-BE49-F238E27FC236}">
                <a16:creationId xmlns:a16="http://schemas.microsoft.com/office/drawing/2014/main" id="{0E672D83-22C7-D341-8346-37EBF0C5C160}"/>
              </a:ext>
            </a:extLst>
          </p:cNvPr>
          <p:cNvSpPr/>
          <p:nvPr userDrawn="1"/>
        </p:nvSpPr>
        <p:spPr>
          <a:xfrm>
            <a:off x="8093254" y="980728"/>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Tree>
    <p:extLst>
      <p:ext uri="{BB962C8B-B14F-4D97-AF65-F5344CB8AC3E}">
        <p14:creationId xmlns:p14="http://schemas.microsoft.com/office/powerpoint/2010/main" val="400789764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martArt 01">
    <p:spTree>
      <p:nvGrpSpPr>
        <p:cNvPr id="1" name=""/>
        <p:cNvGrpSpPr/>
        <p:nvPr/>
      </p:nvGrpSpPr>
      <p:grpSpPr>
        <a:xfrm>
          <a:off x="0" y="0"/>
          <a:ext cx="0" cy="0"/>
          <a:chOff x="0" y="0"/>
          <a:chExt cx="0" cy="0"/>
        </a:xfrm>
      </p:grpSpPr>
      <p:sp>
        <p:nvSpPr>
          <p:cNvPr id="43" name="Marcador de posición de imagen 42">
            <a:extLst>
              <a:ext uri="{FF2B5EF4-FFF2-40B4-BE49-F238E27FC236}">
                <a16:creationId xmlns:a16="http://schemas.microsoft.com/office/drawing/2014/main" id="{0848F1A1-CD2F-3142-A9D9-577E5B17E6CF}"/>
              </a:ext>
            </a:extLst>
          </p:cNvPr>
          <p:cNvSpPr>
            <a:spLocks noGrp="1"/>
          </p:cNvSpPr>
          <p:nvPr>
            <p:ph type="pic" sz="quarter" idx="15"/>
          </p:nvPr>
        </p:nvSpPr>
        <p:spPr>
          <a:xfrm>
            <a:off x="386495" y="1700808"/>
            <a:ext cx="4500793" cy="4501554"/>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5231847" y="1971242"/>
            <a:ext cx="2736483"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5231847" y="2385269"/>
            <a:ext cx="2736483"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5231848" y="2719896"/>
            <a:ext cx="2736482" cy="1384995"/>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14" name="Line">
            <a:extLst>
              <a:ext uri="{FF2B5EF4-FFF2-40B4-BE49-F238E27FC236}">
                <a16:creationId xmlns:a16="http://schemas.microsoft.com/office/drawing/2014/main" id="{867AEB58-3827-DD47-9E28-77DB2A74F0D8}"/>
              </a:ext>
            </a:extLst>
          </p:cNvPr>
          <p:cNvSpPr/>
          <p:nvPr userDrawn="1"/>
        </p:nvSpPr>
        <p:spPr>
          <a:xfrm>
            <a:off x="8076349" y="1458298"/>
            <a:ext cx="0" cy="4755437"/>
          </a:xfrm>
          <a:prstGeom prst="line">
            <a:avLst/>
          </a:prstGeom>
          <a:ln w="12700">
            <a:solidFill>
              <a:schemeClr val="tx2">
                <a:lumMod val="60000"/>
                <a:lumOff val="40000"/>
              </a:schemeClr>
            </a:solidFill>
            <a:prstDash val="solid"/>
          </a:ln>
        </p:spPr>
        <p:txBody>
          <a:bodyPr lIns="60960" tIns="60960" rIns="60960" bIns="60960" anchor="t"/>
          <a:lstStyle/>
          <a:p>
            <a:endParaRPr sz="900">
              <a:latin typeface="Century Gothic" panose="020B0502020202020204" pitchFamily="34" charset="0"/>
            </a:endParaRPr>
          </a:p>
        </p:txBody>
      </p:sp>
      <p:sp>
        <p:nvSpPr>
          <p:cNvPr id="3" name="Marcador de SmartArt 2">
            <a:extLst>
              <a:ext uri="{FF2B5EF4-FFF2-40B4-BE49-F238E27FC236}">
                <a16:creationId xmlns:a16="http://schemas.microsoft.com/office/drawing/2014/main" id="{6AAE69A1-7983-8642-9FD3-A474F1087BE2}"/>
              </a:ext>
            </a:extLst>
          </p:cNvPr>
          <p:cNvSpPr>
            <a:spLocks noGrp="1"/>
          </p:cNvSpPr>
          <p:nvPr>
            <p:ph type="dgm" sz="quarter" idx="19"/>
          </p:nvPr>
        </p:nvSpPr>
        <p:spPr>
          <a:xfrm>
            <a:off x="8220610" y="2719896"/>
            <a:ext cx="3456212" cy="3482466"/>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17" name="Marcador de texto 45">
            <a:extLst>
              <a:ext uri="{FF2B5EF4-FFF2-40B4-BE49-F238E27FC236}">
                <a16:creationId xmlns:a16="http://schemas.microsoft.com/office/drawing/2014/main" id="{B3A296B9-8BB8-1141-920A-CBB6DB5F17E1}"/>
              </a:ext>
            </a:extLst>
          </p:cNvPr>
          <p:cNvSpPr>
            <a:spLocks noGrp="1"/>
          </p:cNvSpPr>
          <p:nvPr>
            <p:ph type="body" sz="quarter" idx="20" hasCustomPrompt="1"/>
          </p:nvPr>
        </p:nvSpPr>
        <p:spPr>
          <a:xfrm>
            <a:off x="8229968" y="1971242"/>
            <a:ext cx="2736483"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8" name="Marcador de texto 45">
            <a:extLst>
              <a:ext uri="{FF2B5EF4-FFF2-40B4-BE49-F238E27FC236}">
                <a16:creationId xmlns:a16="http://schemas.microsoft.com/office/drawing/2014/main" id="{D42A6823-7C0A-204A-A210-0CBECBA9CCBB}"/>
              </a:ext>
            </a:extLst>
          </p:cNvPr>
          <p:cNvSpPr>
            <a:spLocks noGrp="1"/>
          </p:cNvSpPr>
          <p:nvPr>
            <p:ph type="body" sz="quarter" idx="21" hasCustomPrompt="1"/>
          </p:nvPr>
        </p:nvSpPr>
        <p:spPr>
          <a:xfrm>
            <a:off x="8229968" y="2385269"/>
            <a:ext cx="2736483"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3" name="Line">
            <a:extLst>
              <a:ext uri="{FF2B5EF4-FFF2-40B4-BE49-F238E27FC236}">
                <a16:creationId xmlns:a16="http://schemas.microsoft.com/office/drawing/2014/main" id="{377F1108-556A-3E43-9812-760B026D8D45}"/>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5" name="Marcador de texto 15">
            <a:extLst>
              <a:ext uri="{FF2B5EF4-FFF2-40B4-BE49-F238E27FC236}">
                <a16:creationId xmlns:a16="http://schemas.microsoft.com/office/drawing/2014/main" id="{04FAEAFA-D5C9-A140-B91C-B491D1008239}"/>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0" name="Slide Number Placeholder 5">
            <a:extLst>
              <a:ext uri="{FF2B5EF4-FFF2-40B4-BE49-F238E27FC236}">
                <a16:creationId xmlns:a16="http://schemas.microsoft.com/office/drawing/2014/main" id="{A8A97827-0884-C541-AFDC-DD0B39D98AA2}"/>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2661377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martArt 02">
    <p:spTree>
      <p:nvGrpSpPr>
        <p:cNvPr id="1" name=""/>
        <p:cNvGrpSpPr/>
        <p:nvPr/>
      </p:nvGrpSpPr>
      <p:grpSpPr>
        <a:xfrm>
          <a:off x="0" y="0"/>
          <a:ext cx="0" cy="0"/>
          <a:chOff x="0" y="0"/>
          <a:chExt cx="0" cy="0"/>
        </a:xfrm>
      </p:grpSpPr>
      <p:sp>
        <p:nvSpPr>
          <p:cNvPr id="43" name="Marcador de posición de imagen 42">
            <a:extLst>
              <a:ext uri="{FF2B5EF4-FFF2-40B4-BE49-F238E27FC236}">
                <a16:creationId xmlns:a16="http://schemas.microsoft.com/office/drawing/2014/main" id="{0848F1A1-CD2F-3142-A9D9-577E5B17E6CF}"/>
              </a:ext>
            </a:extLst>
          </p:cNvPr>
          <p:cNvSpPr>
            <a:spLocks noGrp="1"/>
          </p:cNvSpPr>
          <p:nvPr>
            <p:ph type="pic" sz="quarter" idx="15"/>
          </p:nvPr>
        </p:nvSpPr>
        <p:spPr>
          <a:xfrm>
            <a:off x="386495" y="1700808"/>
            <a:ext cx="4500793" cy="4501554"/>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5231847" y="2042908"/>
            <a:ext cx="5616989"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5231847" y="2456935"/>
            <a:ext cx="5616989"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5231848" y="2791562"/>
            <a:ext cx="5616989" cy="769442"/>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 name="Marcador de SmartArt 2">
            <a:extLst>
              <a:ext uri="{FF2B5EF4-FFF2-40B4-BE49-F238E27FC236}">
                <a16:creationId xmlns:a16="http://schemas.microsoft.com/office/drawing/2014/main" id="{6AAE69A1-7983-8642-9FD3-A474F1087BE2}"/>
              </a:ext>
            </a:extLst>
          </p:cNvPr>
          <p:cNvSpPr>
            <a:spLocks noGrp="1"/>
          </p:cNvSpPr>
          <p:nvPr>
            <p:ph type="dgm" sz="quarter" idx="19"/>
          </p:nvPr>
        </p:nvSpPr>
        <p:spPr>
          <a:xfrm>
            <a:off x="5195841" y="3753036"/>
            <a:ext cx="1800317" cy="1813992"/>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13" name="Marcador de SmartArt 2">
            <a:extLst>
              <a:ext uri="{FF2B5EF4-FFF2-40B4-BE49-F238E27FC236}">
                <a16:creationId xmlns:a16="http://schemas.microsoft.com/office/drawing/2014/main" id="{8B14FB24-BF33-CA40-96E1-17938F2F4420}"/>
              </a:ext>
            </a:extLst>
          </p:cNvPr>
          <p:cNvSpPr>
            <a:spLocks noGrp="1"/>
          </p:cNvSpPr>
          <p:nvPr>
            <p:ph type="dgm" sz="quarter" idx="20"/>
          </p:nvPr>
        </p:nvSpPr>
        <p:spPr>
          <a:xfrm>
            <a:off x="7122738" y="3753036"/>
            <a:ext cx="1800317" cy="1813992"/>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15" name="Marcador de SmartArt 2">
            <a:extLst>
              <a:ext uri="{FF2B5EF4-FFF2-40B4-BE49-F238E27FC236}">
                <a16:creationId xmlns:a16="http://schemas.microsoft.com/office/drawing/2014/main" id="{35749946-1738-C341-A58E-5F881EE9A760}"/>
              </a:ext>
            </a:extLst>
          </p:cNvPr>
          <p:cNvSpPr>
            <a:spLocks noGrp="1"/>
          </p:cNvSpPr>
          <p:nvPr>
            <p:ph type="dgm" sz="quarter" idx="21"/>
          </p:nvPr>
        </p:nvSpPr>
        <p:spPr>
          <a:xfrm>
            <a:off x="9049635" y="3753036"/>
            <a:ext cx="1800317" cy="1813992"/>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20" name="Marcador de texto 45">
            <a:extLst>
              <a:ext uri="{FF2B5EF4-FFF2-40B4-BE49-F238E27FC236}">
                <a16:creationId xmlns:a16="http://schemas.microsoft.com/office/drawing/2014/main" id="{0017A4EF-23A5-8741-8808-3D840DB6E1AB}"/>
              </a:ext>
            </a:extLst>
          </p:cNvPr>
          <p:cNvSpPr>
            <a:spLocks noGrp="1"/>
          </p:cNvSpPr>
          <p:nvPr>
            <p:ph type="body" sz="quarter" idx="22" hasCustomPrompt="1"/>
          </p:nvPr>
        </p:nvSpPr>
        <p:spPr>
          <a:xfrm>
            <a:off x="5195842" y="5657335"/>
            <a:ext cx="1800317" cy="243632"/>
          </a:xfrm>
          <a:prstGeom prst="rect">
            <a:avLst/>
          </a:prstGeom>
        </p:spPr>
        <p:txBody>
          <a:bodyPr lIns="0" tIns="0" rIns="0" bIns="0" anchor="t"/>
          <a:lstStyle>
            <a:lvl1pPr marL="0" indent="0" algn="ctr">
              <a:buNone/>
              <a:defRPr sz="9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2" name="Marcador de texto 45">
            <a:extLst>
              <a:ext uri="{FF2B5EF4-FFF2-40B4-BE49-F238E27FC236}">
                <a16:creationId xmlns:a16="http://schemas.microsoft.com/office/drawing/2014/main" id="{3B0B4840-EF29-5741-B787-D775188832DE}"/>
              </a:ext>
            </a:extLst>
          </p:cNvPr>
          <p:cNvSpPr>
            <a:spLocks noGrp="1"/>
          </p:cNvSpPr>
          <p:nvPr>
            <p:ph type="body" sz="quarter" idx="23" hasCustomPrompt="1"/>
          </p:nvPr>
        </p:nvSpPr>
        <p:spPr>
          <a:xfrm>
            <a:off x="7119553" y="5657335"/>
            <a:ext cx="1803502" cy="243632"/>
          </a:xfrm>
          <a:prstGeom prst="rect">
            <a:avLst/>
          </a:prstGeom>
        </p:spPr>
        <p:txBody>
          <a:bodyPr lIns="0" tIns="0" rIns="0" bIns="0" anchor="t"/>
          <a:lstStyle>
            <a:lvl1pPr marL="0" indent="0" algn="ctr">
              <a:buNone/>
              <a:defRPr sz="9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3" name="Marcador de texto 45">
            <a:extLst>
              <a:ext uri="{FF2B5EF4-FFF2-40B4-BE49-F238E27FC236}">
                <a16:creationId xmlns:a16="http://schemas.microsoft.com/office/drawing/2014/main" id="{756A83E6-A741-C841-84D5-0AF28AF7BEEF}"/>
              </a:ext>
            </a:extLst>
          </p:cNvPr>
          <p:cNvSpPr>
            <a:spLocks noGrp="1"/>
          </p:cNvSpPr>
          <p:nvPr>
            <p:ph type="body" sz="quarter" idx="24" hasCustomPrompt="1"/>
          </p:nvPr>
        </p:nvSpPr>
        <p:spPr>
          <a:xfrm>
            <a:off x="9052982" y="5657335"/>
            <a:ext cx="1803502" cy="243632"/>
          </a:xfrm>
          <a:prstGeom prst="rect">
            <a:avLst/>
          </a:prstGeom>
        </p:spPr>
        <p:txBody>
          <a:bodyPr lIns="0" tIns="0" rIns="0" bIns="0" anchor="t"/>
          <a:lstStyle>
            <a:lvl1pPr marL="0" indent="0" algn="ctr">
              <a:buNone/>
              <a:defRPr sz="9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7" name="Line">
            <a:extLst>
              <a:ext uri="{FF2B5EF4-FFF2-40B4-BE49-F238E27FC236}">
                <a16:creationId xmlns:a16="http://schemas.microsoft.com/office/drawing/2014/main" id="{213B1AED-15DF-8743-A550-ECA0A188C27C}"/>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8" name="Marcador de texto 15">
            <a:extLst>
              <a:ext uri="{FF2B5EF4-FFF2-40B4-BE49-F238E27FC236}">
                <a16:creationId xmlns:a16="http://schemas.microsoft.com/office/drawing/2014/main" id="{B03B36B3-0136-B846-928D-31DAFA4EBB57}"/>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4" name="Slide Number Placeholder 5">
            <a:extLst>
              <a:ext uri="{FF2B5EF4-FFF2-40B4-BE49-F238E27FC236}">
                <a16:creationId xmlns:a16="http://schemas.microsoft.com/office/drawing/2014/main" id="{EAFE9707-5763-D54D-B99E-69B8C49DB749}"/>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39546195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martArt 03">
    <p:spTree>
      <p:nvGrpSpPr>
        <p:cNvPr id="1" name=""/>
        <p:cNvGrpSpPr/>
        <p:nvPr/>
      </p:nvGrpSpPr>
      <p:grpSpPr>
        <a:xfrm>
          <a:off x="0" y="0"/>
          <a:ext cx="0" cy="0"/>
          <a:chOff x="0" y="0"/>
          <a:chExt cx="0" cy="0"/>
        </a:xfrm>
      </p:grpSpPr>
      <p:sp>
        <p:nvSpPr>
          <p:cNvPr id="25" name="Marcador de posición de imagen 42">
            <a:extLst>
              <a:ext uri="{FF2B5EF4-FFF2-40B4-BE49-F238E27FC236}">
                <a16:creationId xmlns:a16="http://schemas.microsoft.com/office/drawing/2014/main" id="{AFDFB780-0B3E-EF47-BC93-C2B1EB4F956B}"/>
              </a:ext>
            </a:extLst>
          </p:cNvPr>
          <p:cNvSpPr>
            <a:spLocks noGrp="1"/>
          </p:cNvSpPr>
          <p:nvPr>
            <p:ph type="pic" sz="quarter" idx="15"/>
          </p:nvPr>
        </p:nvSpPr>
        <p:spPr>
          <a:xfrm>
            <a:off x="0" y="1862156"/>
            <a:ext cx="6039220" cy="3898353"/>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6201805" y="1902450"/>
            <a:ext cx="5616989"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6201805" y="2316477"/>
            <a:ext cx="5616989"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6201806" y="2651104"/>
            <a:ext cx="5616989" cy="769442"/>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 name="Marcador de SmartArt 2">
            <a:extLst>
              <a:ext uri="{FF2B5EF4-FFF2-40B4-BE49-F238E27FC236}">
                <a16:creationId xmlns:a16="http://schemas.microsoft.com/office/drawing/2014/main" id="{6AAE69A1-7983-8642-9FD3-A474F1087BE2}"/>
              </a:ext>
            </a:extLst>
          </p:cNvPr>
          <p:cNvSpPr>
            <a:spLocks noGrp="1"/>
          </p:cNvSpPr>
          <p:nvPr>
            <p:ph type="dgm" sz="quarter" idx="19"/>
          </p:nvPr>
        </p:nvSpPr>
        <p:spPr>
          <a:xfrm>
            <a:off x="6165800" y="3612579"/>
            <a:ext cx="5644276" cy="1813992"/>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20" name="Marcador de texto 45">
            <a:extLst>
              <a:ext uri="{FF2B5EF4-FFF2-40B4-BE49-F238E27FC236}">
                <a16:creationId xmlns:a16="http://schemas.microsoft.com/office/drawing/2014/main" id="{0017A4EF-23A5-8741-8808-3D840DB6E1AB}"/>
              </a:ext>
            </a:extLst>
          </p:cNvPr>
          <p:cNvSpPr>
            <a:spLocks noGrp="1"/>
          </p:cNvSpPr>
          <p:nvPr>
            <p:ph type="body" sz="quarter" idx="22" hasCustomPrompt="1"/>
          </p:nvPr>
        </p:nvSpPr>
        <p:spPr>
          <a:xfrm>
            <a:off x="6165800" y="5516877"/>
            <a:ext cx="5652994" cy="243632"/>
          </a:xfrm>
          <a:prstGeom prst="rect">
            <a:avLst/>
          </a:prstGeom>
        </p:spPr>
        <p:txBody>
          <a:bodyPr lIns="0" tIns="0" rIns="0" bIns="0" anchor="t"/>
          <a:lstStyle>
            <a:lvl1pPr marL="0" indent="0" algn="ctr">
              <a:buNone/>
              <a:defRPr sz="9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8" name="Marcador de texto 45">
            <a:extLst>
              <a:ext uri="{FF2B5EF4-FFF2-40B4-BE49-F238E27FC236}">
                <a16:creationId xmlns:a16="http://schemas.microsoft.com/office/drawing/2014/main" id="{16D9C35F-575A-F142-B25B-4DC9198ACED1}"/>
              </a:ext>
            </a:extLst>
          </p:cNvPr>
          <p:cNvSpPr>
            <a:spLocks noGrp="1"/>
          </p:cNvSpPr>
          <p:nvPr>
            <p:ph type="body" sz="quarter" idx="26" hasCustomPrompt="1"/>
          </p:nvPr>
        </p:nvSpPr>
        <p:spPr>
          <a:xfrm>
            <a:off x="381924" y="4008623"/>
            <a:ext cx="5318006" cy="395846"/>
          </a:xfrm>
          <a:prstGeom prst="rect">
            <a:avLst/>
          </a:prstGeom>
        </p:spPr>
        <p:txBody>
          <a:bodyPr lIns="0" tIns="0" rIns="0" bIns="0" anchor="t"/>
          <a:lstStyle>
            <a:lvl1pPr marL="0" indent="0" algn="l">
              <a:buNone/>
              <a:defRPr sz="200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4" name="Marcador de texto 45">
            <a:extLst>
              <a:ext uri="{FF2B5EF4-FFF2-40B4-BE49-F238E27FC236}">
                <a16:creationId xmlns:a16="http://schemas.microsoft.com/office/drawing/2014/main" id="{A480AD33-F6C7-DD4A-9C7F-AEDF17F14BC3}"/>
              </a:ext>
            </a:extLst>
          </p:cNvPr>
          <p:cNvSpPr>
            <a:spLocks noGrp="1"/>
          </p:cNvSpPr>
          <p:nvPr>
            <p:ph type="body" sz="quarter" idx="27" hasCustomPrompt="1"/>
          </p:nvPr>
        </p:nvSpPr>
        <p:spPr>
          <a:xfrm>
            <a:off x="381924" y="4422650"/>
            <a:ext cx="5318006" cy="243632"/>
          </a:xfrm>
          <a:prstGeom prst="rect">
            <a:avLst/>
          </a:prstGeom>
        </p:spPr>
        <p:txBody>
          <a:bodyPr lIns="0" tIns="0" rIns="0" bIns="0" anchor="t"/>
          <a:lstStyle>
            <a:lvl1pPr marL="0" indent="0" algn="l">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3" name="Line">
            <a:extLst>
              <a:ext uri="{FF2B5EF4-FFF2-40B4-BE49-F238E27FC236}">
                <a16:creationId xmlns:a16="http://schemas.microsoft.com/office/drawing/2014/main" id="{8DCA5C31-1909-0042-9FB3-8571C0661506}"/>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4" name="Marcador de texto 15">
            <a:extLst>
              <a:ext uri="{FF2B5EF4-FFF2-40B4-BE49-F238E27FC236}">
                <a16:creationId xmlns:a16="http://schemas.microsoft.com/office/drawing/2014/main" id="{58114500-1EC9-F345-8E40-AB426494445E}"/>
              </a:ext>
            </a:extLst>
          </p:cNvPr>
          <p:cNvSpPr>
            <a:spLocks noGrp="1"/>
          </p:cNvSpPr>
          <p:nvPr>
            <p:ph type="body" sz="quarter" idx="10"/>
          </p:nvPr>
        </p:nvSpPr>
        <p:spPr>
          <a:xfrm>
            <a:off x="370705" y="764704"/>
            <a:ext cx="11522316" cy="457200"/>
          </a:xfrm>
          <a:prstGeom prst="rect">
            <a:avLst/>
          </a:prstGeom>
        </p:spPr>
        <p:txBody>
          <a:bodyPr anchor="t"/>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15" name="Slide Number Placeholder 5">
            <a:extLst>
              <a:ext uri="{FF2B5EF4-FFF2-40B4-BE49-F238E27FC236}">
                <a16:creationId xmlns:a16="http://schemas.microsoft.com/office/drawing/2014/main" id="{2BBA2188-F5FB-6441-81C6-0CC64A5897FA}"/>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406053468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martArt 04">
    <p:spTree>
      <p:nvGrpSpPr>
        <p:cNvPr id="1" name=""/>
        <p:cNvGrpSpPr/>
        <p:nvPr/>
      </p:nvGrpSpPr>
      <p:grpSpPr>
        <a:xfrm>
          <a:off x="0" y="0"/>
          <a:ext cx="0" cy="0"/>
          <a:chOff x="0" y="0"/>
          <a:chExt cx="0" cy="0"/>
        </a:xfrm>
      </p:grpSpPr>
      <p:sp>
        <p:nvSpPr>
          <p:cNvPr id="30" name="Marcador de posición de imagen 42">
            <a:extLst>
              <a:ext uri="{FF2B5EF4-FFF2-40B4-BE49-F238E27FC236}">
                <a16:creationId xmlns:a16="http://schemas.microsoft.com/office/drawing/2014/main" id="{8E8AACDE-108C-FF42-BF8F-12E3DF124DF6}"/>
              </a:ext>
            </a:extLst>
          </p:cNvPr>
          <p:cNvSpPr>
            <a:spLocks noGrp="1"/>
          </p:cNvSpPr>
          <p:nvPr>
            <p:ph type="pic" sz="quarter" idx="15"/>
          </p:nvPr>
        </p:nvSpPr>
        <p:spPr>
          <a:xfrm>
            <a:off x="0" y="0"/>
            <a:ext cx="6059993" cy="685800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8" name="Title 1">
            <a:extLst>
              <a:ext uri="{FF2B5EF4-FFF2-40B4-BE49-F238E27FC236}">
                <a16:creationId xmlns:a16="http://schemas.microsoft.com/office/drawing/2014/main" id="{B7A64475-28DF-0C4E-B845-BD853510D142}"/>
              </a:ext>
            </a:extLst>
          </p:cNvPr>
          <p:cNvSpPr>
            <a:spLocks noGrp="1"/>
          </p:cNvSpPr>
          <p:nvPr>
            <p:ph type="title" hasCustomPrompt="1"/>
          </p:nvPr>
        </p:nvSpPr>
        <p:spPr>
          <a:xfrm>
            <a:off x="6168013" y="1074861"/>
            <a:ext cx="5637492"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título</a:t>
            </a:r>
            <a:endParaRPr lang="en-US"/>
          </a:p>
        </p:txBody>
      </p:sp>
      <p:sp>
        <p:nvSpPr>
          <p:cNvPr id="10" name="Marcador de texto 15">
            <a:extLst>
              <a:ext uri="{FF2B5EF4-FFF2-40B4-BE49-F238E27FC236}">
                <a16:creationId xmlns:a16="http://schemas.microsoft.com/office/drawing/2014/main" id="{5417A168-7D3D-7C47-BB98-213A34325331}"/>
              </a:ext>
            </a:extLst>
          </p:cNvPr>
          <p:cNvSpPr>
            <a:spLocks noGrp="1"/>
          </p:cNvSpPr>
          <p:nvPr>
            <p:ph type="body" sz="quarter" idx="10"/>
          </p:nvPr>
        </p:nvSpPr>
        <p:spPr>
          <a:xfrm>
            <a:off x="6168013" y="1340768"/>
            <a:ext cx="5637492" cy="1463478"/>
          </a:xfrm>
          <a:prstGeom prst="rect">
            <a:avLst/>
          </a:prstGeom>
        </p:spPr>
        <p:txBody>
          <a:bodyPr wrap="square" anchor="t">
            <a:spAutoFit/>
          </a:bodyPr>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12" name="Marcador de texto 45">
            <a:extLst>
              <a:ext uri="{FF2B5EF4-FFF2-40B4-BE49-F238E27FC236}">
                <a16:creationId xmlns:a16="http://schemas.microsoft.com/office/drawing/2014/main" id="{64D5BEEA-E852-7B4D-AE5C-B9A1B2B0BE36}"/>
              </a:ext>
            </a:extLst>
          </p:cNvPr>
          <p:cNvSpPr>
            <a:spLocks noGrp="1"/>
          </p:cNvSpPr>
          <p:nvPr>
            <p:ph type="body" sz="quarter" idx="17" hasCustomPrompt="1"/>
          </p:nvPr>
        </p:nvSpPr>
        <p:spPr>
          <a:xfrm>
            <a:off x="6168013" y="2231264"/>
            <a:ext cx="5612044"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5" name="Marcador de texto 45">
            <a:extLst>
              <a:ext uri="{FF2B5EF4-FFF2-40B4-BE49-F238E27FC236}">
                <a16:creationId xmlns:a16="http://schemas.microsoft.com/office/drawing/2014/main" id="{5A5A592B-66EC-254C-9AA3-7180532DACC9}"/>
              </a:ext>
            </a:extLst>
          </p:cNvPr>
          <p:cNvSpPr>
            <a:spLocks noGrp="1"/>
          </p:cNvSpPr>
          <p:nvPr>
            <p:ph type="body" sz="quarter" idx="20" hasCustomPrompt="1"/>
          </p:nvPr>
        </p:nvSpPr>
        <p:spPr>
          <a:xfrm>
            <a:off x="6168013" y="5755395"/>
            <a:ext cx="1800317" cy="243632"/>
          </a:xfrm>
          <a:prstGeom prst="rect">
            <a:avLst/>
          </a:prstGeom>
        </p:spPr>
        <p:txBody>
          <a:bodyPr lIns="0" tIns="0" rIns="0" bIns="0" anchor="t"/>
          <a:lstStyle>
            <a:lvl1pPr marL="0" indent="0" algn="ctr">
              <a:buNone/>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6" name="Line">
            <a:extLst>
              <a:ext uri="{FF2B5EF4-FFF2-40B4-BE49-F238E27FC236}">
                <a16:creationId xmlns:a16="http://schemas.microsoft.com/office/drawing/2014/main" id="{74C3C194-E471-994B-A2B8-1A27CDD2A3EA}"/>
              </a:ext>
            </a:extLst>
          </p:cNvPr>
          <p:cNvSpPr/>
          <p:nvPr userDrawn="1"/>
        </p:nvSpPr>
        <p:spPr>
          <a:xfrm>
            <a:off x="6168013" y="198884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8" name="Marcador de texto 45">
            <a:extLst>
              <a:ext uri="{FF2B5EF4-FFF2-40B4-BE49-F238E27FC236}">
                <a16:creationId xmlns:a16="http://schemas.microsoft.com/office/drawing/2014/main" id="{5BA70444-DAA6-3846-A095-E49BC2386A44}"/>
              </a:ext>
            </a:extLst>
          </p:cNvPr>
          <p:cNvSpPr>
            <a:spLocks noGrp="1"/>
          </p:cNvSpPr>
          <p:nvPr>
            <p:ph type="body" sz="quarter" idx="18" hasCustomPrompt="1"/>
          </p:nvPr>
        </p:nvSpPr>
        <p:spPr>
          <a:xfrm>
            <a:off x="6168013" y="2581976"/>
            <a:ext cx="5637492" cy="769442"/>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19" name="Marcador de texto 45">
            <a:extLst>
              <a:ext uri="{FF2B5EF4-FFF2-40B4-BE49-F238E27FC236}">
                <a16:creationId xmlns:a16="http://schemas.microsoft.com/office/drawing/2014/main" id="{41AAD27F-A744-654E-ACD4-F892583D6C0B}"/>
              </a:ext>
            </a:extLst>
          </p:cNvPr>
          <p:cNvSpPr>
            <a:spLocks noGrp="1"/>
          </p:cNvSpPr>
          <p:nvPr>
            <p:ph type="body" sz="quarter" idx="21" hasCustomPrompt="1"/>
          </p:nvPr>
        </p:nvSpPr>
        <p:spPr>
          <a:xfrm>
            <a:off x="8088378" y="5755395"/>
            <a:ext cx="1800317" cy="243632"/>
          </a:xfrm>
          <a:prstGeom prst="rect">
            <a:avLst/>
          </a:prstGeom>
        </p:spPr>
        <p:txBody>
          <a:bodyPr lIns="0" tIns="0" rIns="0" bIns="0" anchor="t"/>
          <a:lstStyle>
            <a:lvl1pPr marL="0" indent="0" algn="ctr">
              <a:buNone/>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0" name="Marcador de texto 45">
            <a:extLst>
              <a:ext uri="{FF2B5EF4-FFF2-40B4-BE49-F238E27FC236}">
                <a16:creationId xmlns:a16="http://schemas.microsoft.com/office/drawing/2014/main" id="{B88AD13E-B36C-684A-8B56-2722EB6D21B8}"/>
              </a:ext>
            </a:extLst>
          </p:cNvPr>
          <p:cNvSpPr>
            <a:spLocks noGrp="1"/>
          </p:cNvSpPr>
          <p:nvPr>
            <p:ph type="body" sz="quarter" idx="22" hasCustomPrompt="1"/>
          </p:nvPr>
        </p:nvSpPr>
        <p:spPr>
          <a:xfrm>
            <a:off x="10015275" y="5755395"/>
            <a:ext cx="1800317" cy="243632"/>
          </a:xfrm>
          <a:prstGeom prst="rect">
            <a:avLst/>
          </a:prstGeom>
        </p:spPr>
        <p:txBody>
          <a:bodyPr lIns="0" tIns="0" rIns="0" bIns="0" anchor="t"/>
          <a:lstStyle>
            <a:lvl1pPr marL="0" indent="0" algn="ctr">
              <a:buNone/>
              <a:defRPr sz="1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2" name="Marcador de SmartArt 2">
            <a:extLst>
              <a:ext uri="{FF2B5EF4-FFF2-40B4-BE49-F238E27FC236}">
                <a16:creationId xmlns:a16="http://schemas.microsoft.com/office/drawing/2014/main" id="{A2186CBB-4E60-CD43-B869-2C48A9A93A53}"/>
              </a:ext>
            </a:extLst>
          </p:cNvPr>
          <p:cNvSpPr>
            <a:spLocks noGrp="1"/>
          </p:cNvSpPr>
          <p:nvPr>
            <p:ph type="dgm" sz="quarter" idx="19"/>
          </p:nvPr>
        </p:nvSpPr>
        <p:spPr>
          <a:xfrm>
            <a:off x="6168013" y="3717032"/>
            <a:ext cx="1800317" cy="1902637"/>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23" name="Marcador de SmartArt 2">
            <a:extLst>
              <a:ext uri="{FF2B5EF4-FFF2-40B4-BE49-F238E27FC236}">
                <a16:creationId xmlns:a16="http://schemas.microsoft.com/office/drawing/2014/main" id="{52BDFDFD-2CDE-934F-9CDF-E01F978A33C1}"/>
              </a:ext>
            </a:extLst>
          </p:cNvPr>
          <p:cNvSpPr>
            <a:spLocks noGrp="1"/>
          </p:cNvSpPr>
          <p:nvPr>
            <p:ph type="dgm" sz="quarter" idx="23"/>
          </p:nvPr>
        </p:nvSpPr>
        <p:spPr>
          <a:xfrm>
            <a:off x="8075314" y="3717032"/>
            <a:ext cx="1800317" cy="1902637"/>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24" name="Marcador de SmartArt 2">
            <a:extLst>
              <a:ext uri="{FF2B5EF4-FFF2-40B4-BE49-F238E27FC236}">
                <a16:creationId xmlns:a16="http://schemas.microsoft.com/office/drawing/2014/main" id="{46AE874B-09D5-FD4C-B05E-E27357591169}"/>
              </a:ext>
            </a:extLst>
          </p:cNvPr>
          <p:cNvSpPr>
            <a:spLocks noGrp="1"/>
          </p:cNvSpPr>
          <p:nvPr>
            <p:ph type="dgm" sz="quarter" idx="24"/>
          </p:nvPr>
        </p:nvSpPr>
        <p:spPr>
          <a:xfrm>
            <a:off x="10008742" y="3717032"/>
            <a:ext cx="1800317" cy="1902637"/>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pic>
        <p:nvPicPr>
          <p:cNvPr id="17" name="Imagen 19">
            <a:extLst>
              <a:ext uri="{FF2B5EF4-FFF2-40B4-BE49-F238E27FC236}">
                <a16:creationId xmlns:a16="http://schemas.microsoft.com/office/drawing/2014/main" id="{E1EE8345-FFE5-5E4F-8EF4-6E452CA76ED0}"/>
              </a:ext>
            </a:extLst>
          </p:cNvPr>
          <p:cNvPicPr>
            <a:picLocks noChangeAspect="1"/>
          </p:cNvPicPr>
          <p:nvPr userDrawn="1"/>
        </p:nvPicPr>
        <p:blipFill>
          <a:blip r:embed="rId2"/>
          <a:srcRect/>
          <a:stretch/>
        </p:blipFill>
        <p:spPr>
          <a:xfrm>
            <a:off x="6168012" y="461859"/>
            <a:ext cx="415508" cy="225637"/>
          </a:xfrm>
          <a:prstGeom prst="rect">
            <a:avLst/>
          </a:prstGeom>
        </p:spPr>
      </p:pic>
      <p:sp>
        <p:nvSpPr>
          <p:cNvPr id="2" name="Rectangle 1">
            <a:extLst>
              <a:ext uri="{FF2B5EF4-FFF2-40B4-BE49-F238E27FC236}">
                <a16:creationId xmlns:a16="http://schemas.microsoft.com/office/drawing/2014/main" id="{C4E5F4CD-B410-544B-AA08-203F3F1F7735}"/>
              </a:ext>
            </a:extLst>
          </p:cNvPr>
          <p:cNvSpPr/>
          <p:nvPr userDrawn="1"/>
        </p:nvSpPr>
        <p:spPr>
          <a:xfrm>
            <a:off x="6059993" y="6201308"/>
            <a:ext cx="108019" cy="504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T" sz="900">
              <a:latin typeface="Century Gothic" panose="020B0502020202020204" pitchFamily="34" charset="0"/>
            </a:endParaRPr>
          </a:p>
        </p:txBody>
      </p:sp>
    </p:spTree>
    <p:extLst>
      <p:ext uri="{BB962C8B-B14F-4D97-AF65-F5344CB8AC3E}">
        <p14:creationId xmlns:p14="http://schemas.microsoft.com/office/powerpoint/2010/main" val="212079901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martArt 0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370705" y="764704"/>
            <a:ext cx="11453608"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386495" y="1808820"/>
            <a:ext cx="2756985"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386495" y="2222847"/>
            <a:ext cx="2756985"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386496" y="2557474"/>
            <a:ext cx="2756984" cy="1384995"/>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15" name="Marcador de texto 45">
            <a:extLst>
              <a:ext uri="{FF2B5EF4-FFF2-40B4-BE49-F238E27FC236}">
                <a16:creationId xmlns:a16="http://schemas.microsoft.com/office/drawing/2014/main" id="{003C24F2-EB1D-8B44-BFCC-92E66A7EA915}"/>
              </a:ext>
            </a:extLst>
          </p:cNvPr>
          <p:cNvSpPr>
            <a:spLocks noGrp="1"/>
          </p:cNvSpPr>
          <p:nvPr>
            <p:ph type="body" sz="quarter" idx="28" hasCustomPrompt="1"/>
          </p:nvPr>
        </p:nvSpPr>
        <p:spPr>
          <a:xfrm>
            <a:off x="9067328" y="1808820"/>
            <a:ext cx="2756985" cy="395846"/>
          </a:xfrm>
          <a:prstGeom prst="rect">
            <a:avLst/>
          </a:prstGeom>
        </p:spPr>
        <p:txBody>
          <a:bodyPr lIns="0" tIns="0" rIns="0" bIns="0" anchor="t"/>
          <a:lstStyle>
            <a:lvl1pPr marL="0" indent="0" algn="r">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7" name="Marcador de texto 45">
            <a:extLst>
              <a:ext uri="{FF2B5EF4-FFF2-40B4-BE49-F238E27FC236}">
                <a16:creationId xmlns:a16="http://schemas.microsoft.com/office/drawing/2014/main" id="{079A3365-63A7-E14B-BE61-9368A18400A8}"/>
              </a:ext>
            </a:extLst>
          </p:cNvPr>
          <p:cNvSpPr>
            <a:spLocks noGrp="1"/>
          </p:cNvSpPr>
          <p:nvPr>
            <p:ph type="body" sz="quarter" idx="29" hasCustomPrompt="1"/>
          </p:nvPr>
        </p:nvSpPr>
        <p:spPr>
          <a:xfrm>
            <a:off x="9067328" y="2222847"/>
            <a:ext cx="2756985" cy="243632"/>
          </a:xfrm>
          <a:prstGeom prst="rect">
            <a:avLst/>
          </a:prstGeom>
        </p:spPr>
        <p:txBody>
          <a:bodyPr lIns="0" tIns="0" rIns="0" bIns="0" anchor="t"/>
          <a:lstStyle>
            <a:lvl1pPr marL="0" indent="0" algn="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8" name="Marcador de texto 45">
            <a:extLst>
              <a:ext uri="{FF2B5EF4-FFF2-40B4-BE49-F238E27FC236}">
                <a16:creationId xmlns:a16="http://schemas.microsoft.com/office/drawing/2014/main" id="{6AFDF805-8D79-164F-A2DA-BB45CA64F9D8}"/>
              </a:ext>
            </a:extLst>
          </p:cNvPr>
          <p:cNvSpPr>
            <a:spLocks noGrp="1"/>
          </p:cNvSpPr>
          <p:nvPr>
            <p:ph type="body" sz="quarter" idx="30" hasCustomPrompt="1"/>
          </p:nvPr>
        </p:nvSpPr>
        <p:spPr>
          <a:xfrm>
            <a:off x="9067329" y="2557474"/>
            <a:ext cx="2756984" cy="1384995"/>
          </a:xfrm>
          <a:prstGeom prst="rect">
            <a:avLst/>
          </a:prstGeom>
        </p:spPr>
        <p:txBody>
          <a:bodyPr wrap="square" lIns="0" tIns="0" rIns="0" bIns="0" anchor="t">
            <a:spAutoFit/>
          </a:bodyPr>
          <a:lstStyle>
            <a:lvl1pPr marL="0" indent="0" algn="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24" name="Marcador de SmartArt 2">
            <a:extLst>
              <a:ext uri="{FF2B5EF4-FFF2-40B4-BE49-F238E27FC236}">
                <a16:creationId xmlns:a16="http://schemas.microsoft.com/office/drawing/2014/main" id="{0E6928BE-8336-FA49-9E40-60AE8F1FCBD2}"/>
              </a:ext>
            </a:extLst>
          </p:cNvPr>
          <p:cNvSpPr>
            <a:spLocks noGrp="1"/>
          </p:cNvSpPr>
          <p:nvPr>
            <p:ph type="dgm" sz="quarter" idx="19"/>
          </p:nvPr>
        </p:nvSpPr>
        <p:spPr>
          <a:xfrm>
            <a:off x="3251499" y="1412777"/>
            <a:ext cx="5689002" cy="4896743"/>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12" name="Line">
            <a:extLst>
              <a:ext uri="{FF2B5EF4-FFF2-40B4-BE49-F238E27FC236}">
                <a16:creationId xmlns:a16="http://schemas.microsoft.com/office/drawing/2014/main" id="{CB4C5593-3850-174A-8508-EDC4AC25C0EC}"/>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Tree>
    <p:extLst>
      <p:ext uri="{BB962C8B-B14F-4D97-AF65-F5344CB8AC3E}">
        <p14:creationId xmlns:p14="http://schemas.microsoft.com/office/powerpoint/2010/main" val="7767587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martArt 06">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370705" y="764704"/>
            <a:ext cx="11444975"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15" name="Marcador de texto 45">
            <a:extLst>
              <a:ext uri="{FF2B5EF4-FFF2-40B4-BE49-F238E27FC236}">
                <a16:creationId xmlns:a16="http://schemas.microsoft.com/office/drawing/2014/main" id="{003C24F2-EB1D-8B44-BFCC-92E66A7EA915}"/>
              </a:ext>
            </a:extLst>
          </p:cNvPr>
          <p:cNvSpPr>
            <a:spLocks noGrp="1"/>
          </p:cNvSpPr>
          <p:nvPr>
            <p:ph type="body" sz="quarter" idx="28" hasCustomPrompt="1"/>
          </p:nvPr>
        </p:nvSpPr>
        <p:spPr>
          <a:xfrm>
            <a:off x="7140184" y="1808820"/>
            <a:ext cx="4675498"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7" name="Marcador de texto 45">
            <a:extLst>
              <a:ext uri="{FF2B5EF4-FFF2-40B4-BE49-F238E27FC236}">
                <a16:creationId xmlns:a16="http://schemas.microsoft.com/office/drawing/2014/main" id="{079A3365-63A7-E14B-BE61-9368A18400A8}"/>
              </a:ext>
            </a:extLst>
          </p:cNvPr>
          <p:cNvSpPr>
            <a:spLocks noGrp="1"/>
          </p:cNvSpPr>
          <p:nvPr>
            <p:ph type="body" sz="quarter" idx="29" hasCustomPrompt="1"/>
          </p:nvPr>
        </p:nvSpPr>
        <p:spPr>
          <a:xfrm>
            <a:off x="7140184" y="2222847"/>
            <a:ext cx="4675498"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8" name="Marcador de texto 45">
            <a:extLst>
              <a:ext uri="{FF2B5EF4-FFF2-40B4-BE49-F238E27FC236}">
                <a16:creationId xmlns:a16="http://schemas.microsoft.com/office/drawing/2014/main" id="{6AFDF805-8D79-164F-A2DA-BB45CA64F9D8}"/>
              </a:ext>
            </a:extLst>
          </p:cNvPr>
          <p:cNvSpPr>
            <a:spLocks noGrp="1"/>
          </p:cNvSpPr>
          <p:nvPr>
            <p:ph type="body" sz="quarter" idx="30" hasCustomPrompt="1"/>
          </p:nvPr>
        </p:nvSpPr>
        <p:spPr>
          <a:xfrm>
            <a:off x="7140183" y="2557474"/>
            <a:ext cx="4675497" cy="923330"/>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24" name="Marcador de SmartArt 2">
            <a:extLst>
              <a:ext uri="{FF2B5EF4-FFF2-40B4-BE49-F238E27FC236}">
                <a16:creationId xmlns:a16="http://schemas.microsoft.com/office/drawing/2014/main" id="{0E6928BE-8336-FA49-9E40-60AE8F1FCBD2}"/>
              </a:ext>
            </a:extLst>
          </p:cNvPr>
          <p:cNvSpPr>
            <a:spLocks noGrp="1"/>
          </p:cNvSpPr>
          <p:nvPr>
            <p:ph type="dgm" sz="quarter" idx="19"/>
          </p:nvPr>
        </p:nvSpPr>
        <p:spPr>
          <a:xfrm>
            <a:off x="376320" y="1628799"/>
            <a:ext cx="6619838" cy="4680720"/>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12" name="Marcador de texto 45">
            <a:extLst>
              <a:ext uri="{FF2B5EF4-FFF2-40B4-BE49-F238E27FC236}">
                <a16:creationId xmlns:a16="http://schemas.microsoft.com/office/drawing/2014/main" id="{7CC7F744-88D7-994E-8C98-DF9689E773FA}"/>
              </a:ext>
            </a:extLst>
          </p:cNvPr>
          <p:cNvSpPr>
            <a:spLocks noGrp="1"/>
          </p:cNvSpPr>
          <p:nvPr>
            <p:ph type="body" sz="quarter" idx="31" hasCustomPrompt="1"/>
          </p:nvPr>
        </p:nvSpPr>
        <p:spPr>
          <a:xfrm>
            <a:off x="7140184" y="3777327"/>
            <a:ext cx="4675498"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3" name="Marcador de texto 45">
            <a:extLst>
              <a:ext uri="{FF2B5EF4-FFF2-40B4-BE49-F238E27FC236}">
                <a16:creationId xmlns:a16="http://schemas.microsoft.com/office/drawing/2014/main" id="{38E5079D-D699-384B-A849-333D6AC7D741}"/>
              </a:ext>
            </a:extLst>
          </p:cNvPr>
          <p:cNvSpPr>
            <a:spLocks noGrp="1"/>
          </p:cNvSpPr>
          <p:nvPr>
            <p:ph type="body" sz="quarter" idx="32" hasCustomPrompt="1"/>
          </p:nvPr>
        </p:nvSpPr>
        <p:spPr>
          <a:xfrm>
            <a:off x="7140183" y="4111954"/>
            <a:ext cx="4675497" cy="923330"/>
          </a:xfrm>
          <a:prstGeom prst="rect">
            <a:avLst/>
          </a:prstGeom>
        </p:spPr>
        <p:txBody>
          <a:bodyPr wrap="square" lIns="0" tIns="0" rIns="0" bIns="0" anchor="t">
            <a:spAutoFit/>
          </a:bodyPr>
          <a:lstStyle>
            <a:lvl1pPr marL="171450" indent="-171450" algn="l">
              <a:lnSpc>
                <a:spcPct val="100000"/>
              </a:lnSpc>
              <a:buClr>
                <a:schemeClr val="accent3"/>
              </a:buClr>
              <a:buFont typeface="Arial" panose="020B0604020202020204" pitchFamily="34" charset="0"/>
              <a:buChar char="•"/>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11" name="Line">
            <a:extLst>
              <a:ext uri="{FF2B5EF4-FFF2-40B4-BE49-F238E27FC236}">
                <a16:creationId xmlns:a16="http://schemas.microsoft.com/office/drawing/2014/main" id="{FAB0E07B-42D4-104E-AE44-97299E157357}"/>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Tree>
    <p:extLst>
      <p:ext uri="{BB962C8B-B14F-4D97-AF65-F5344CB8AC3E}">
        <p14:creationId xmlns:p14="http://schemas.microsoft.com/office/powerpoint/2010/main" val="324225644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martArt 0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370705" y="764704"/>
            <a:ext cx="11444975"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15" name="Marcador de texto 45">
            <a:extLst>
              <a:ext uri="{FF2B5EF4-FFF2-40B4-BE49-F238E27FC236}">
                <a16:creationId xmlns:a16="http://schemas.microsoft.com/office/drawing/2014/main" id="{003C24F2-EB1D-8B44-BFCC-92E66A7EA915}"/>
              </a:ext>
            </a:extLst>
          </p:cNvPr>
          <p:cNvSpPr>
            <a:spLocks noGrp="1"/>
          </p:cNvSpPr>
          <p:nvPr>
            <p:ph type="body" sz="quarter" idx="28" hasCustomPrompt="1"/>
          </p:nvPr>
        </p:nvSpPr>
        <p:spPr>
          <a:xfrm>
            <a:off x="368632" y="1628800"/>
            <a:ext cx="2767162"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7" name="Marcador de texto 45">
            <a:extLst>
              <a:ext uri="{FF2B5EF4-FFF2-40B4-BE49-F238E27FC236}">
                <a16:creationId xmlns:a16="http://schemas.microsoft.com/office/drawing/2014/main" id="{079A3365-63A7-E14B-BE61-9368A18400A8}"/>
              </a:ext>
            </a:extLst>
          </p:cNvPr>
          <p:cNvSpPr>
            <a:spLocks noGrp="1"/>
          </p:cNvSpPr>
          <p:nvPr>
            <p:ph type="body" sz="quarter" idx="29" hasCustomPrompt="1"/>
          </p:nvPr>
        </p:nvSpPr>
        <p:spPr>
          <a:xfrm>
            <a:off x="368632" y="2042827"/>
            <a:ext cx="2767162"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8" name="Marcador de texto 45">
            <a:extLst>
              <a:ext uri="{FF2B5EF4-FFF2-40B4-BE49-F238E27FC236}">
                <a16:creationId xmlns:a16="http://schemas.microsoft.com/office/drawing/2014/main" id="{6AFDF805-8D79-164F-A2DA-BB45CA64F9D8}"/>
              </a:ext>
            </a:extLst>
          </p:cNvPr>
          <p:cNvSpPr>
            <a:spLocks noGrp="1"/>
          </p:cNvSpPr>
          <p:nvPr>
            <p:ph type="body" sz="quarter" idx="30" hasCustomPrompt="1"/>
          </p:nvPr>
        </p:nvSpPr>
        <p:spPr>
          <a:xfrm>
            <a:off x="368631" y="2377454"/>
            <a:ext cx="2767161" cy="2898229"/>
          </a:xfrm>
          <a:prstGeom prst="rect">
            <a:avLst/>
          </a:prstGeom>
        </p:spPr>
        <p:txBody>
          <a:bodyPr wrap="square" lIns="0" tIns="0" rIns="0" bIns="0" anchor="t">
            <a:spAutoFit/>
          </a:bodyPr>
          <a:lstStyle>
            <a:lvl1pPr marL="0" marR="0" indent="0" algn="l" defTabSz="914355" rtl="0" eaLnBrk="1" fontAlgn="auto" latinLnBrk="0" hangingPunct="1">
              <a:lnSpc>
                <a:spcPct val="100000"/>
              </a:lnSpc>
              <a:spcBef>
                <a:spcPts val="1000"/>
              </a:spcBef>
              <a:spcAft>
                <a:spcPts val="0"/>
              </a:spcAft>
              <a:buClrTx/>
              <a:buSzTx/>
              <a:buFont typeface="Arial" panose="020B0604020202020204" pitchFamily="34" charset="0"/>
              <a:buNone/>
              <a:tabLst/>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pPr marL="0" marR="0" lvl="0" indent="0" algn="l" defTabSz="914355" rtl="0" eaLnBrk="1" fontAlgn="auto" latinLnBrk="0" hangingPunct="1">
              <a:lnSpc>
                <a:spcPct val="100000"/>
              </a:lnSpc>
              <a:spcBef>
                <a:spcPts val="1000"/>
              </a:spcBef>
              <a:spcAft>
                <a:spcPts val="0"/>
              </a:spcAft>
              <a:buClrTx/>
              <a:buSzTx/>
              <a:buFont typeface="Arial" panose="020B0604020202020204" pitchFamily="34" charset="0"/>
              <a:buNone/>
              <a:tabLst/>
              <a:defRPr/>
            </a:pPr>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24" name="Marcador de SmartArt 2">
            <a:extLst>
              <a:ext uri="{FF2B5EF4-FFF2-40B4-BE49-F238E27FC236}">
                <a16:creationId xmlns:a16="http://schemas.microsoft.com/office/drawing/2014/main" id="{0E6928BE-8336-FA49-9E40-60AE8F1FCBD2}"/>
              </a:ext>
            </a:extLst>
          </p:cNvPr>
          <p:cNvSpPr>
            <a:spLocks noGrp="1"/>
          </p:cNvSpPr>
          <p:nvPr>
            <p:ph type="dgm" sz="quarter" idx="19"/>
          </p:nvPr>
        </p:nvSpPr>
        <p:spPr>
          <a:xfrm>
            <a:off x="3282177" y="1628799"/>
            <a:ext cx="5653302" cy="4680720"/>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12" name="Marcador de texto 45">
            <a:extLst>
              <a:ext uri="{FF2B5EF4-FFF2-40B4-BE49-F238E27FC236}">
                <a16:creationId xmlns:a16="http://schemas.microsoft.com/office/drawing/2014/main" id="{7CC7F744-88D7-994E-8C98-DF9689E773FA}"/>
              </a:ext>
            </a:extLst>
          </p:cNvPr>
          <p:cNvSpPr>
            <a:spLocks noGrp="1"/>
          </p:cNvSpPr>
          <p:nvPr>
            <p:ph type="body" sz="quarter" idx="31" hasCustomPrompt="1"/>
          </p:nvPr>
        </p:nvSpPr>
        <p:spPr>
          <a:xfrm>
            <a:off x="9657434" y="1628800"/>
            <a:ext cx="2158247" cy="243632"/>
          </a:xfrm>
          <a:prstGeom prst="rect">
            <a:avLst/>
          </a:prstGeom>
        </p:spPr>
        <p:txBody>
          <a:bodyPr lIns="0" tIns="0" rIns="0" bIns="0" anchor="t"/>
          <a:lstStyle>
            <a:lvl1pPr marL="0" indent="0" algn="l">
              <a:buFont typeface="Arial" panose="020B0604020202020204" pitchFamily="34" charset="0"/>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3" name="Marcador de texto 45">
            <a:extLst>
              <a:ext uri="{FF2B5EF4-FFF2-40B4-BE49-F238E27FC236}">
                <a16:creationId xmlns:a16="http://schemas.microsoft.com/office/drawing/2014/main" id="{38E5079D-D699-384B-A849-333D6AC7D741}"/>
              </a:ext>
            </a:extLst>
          </p:cNvPr>
          <p:cNvSpPr>
            <a:spLocks noGrp="1"/>
          </p:cNvSpPr>
          <p:nvPr>
            <p:ph type="body" sz="quarter" idx="32" hasCustomPrompt="1"/>
          </p:nvPr>
        </p:nvSpPr>
        <p:spPr>
          <a:xfrm>
            <a:off x="9657433" y="1963427"/>
            <a:ext cx="2158247" cy="461665"/>
          </a:xfrm>
          <a:prstGeom prst="rect">
            <a:avLst/>
          </a:prstGeom>
        </p:spPr>
        <p:txBody>
          <a:bodyPr wrap="square" lIns="0" tIns="0" rIns="0" bIns="0" anchor="t">
            <a:spAutoFit/>
          </a:bodyPr>
          <a:lstStyle>
            <a:lvl1pPr marL="0" indent="0" algn="l">
              <a:lnSpc>
                <a:spcPct val="100000"/>
              </a:lnSpc>
              <a:buClr>
                <a:schemeClr val="accent3"/>
              </a:buClr>
              <a:buFont typeface="Arial" panose="020B0604020202020204" pitchFamily="34" charse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2" name="Rectángulo 1">
            <a:extLst>
              <a:ext uri="{FF2B5EF4-FFF2-40B4-BE49-F238E27FC236}">
                <a16:creationId xmlns:a16="http://schemas.microsoft.com/office/drawing/2014/main" id="{A035D0A9-6DA8-204B-B8E7-6D9BB9F49778}"/>
              </a:ext>
            </a:extLst>
          </p:cNvPr>
          <p:cNvSpPr/>
          <p:nvPr userDrawn="1"/>
        </p:nvSpPr>
        <p:spPr>
          <a:xfrm>
            <a:off x="9067841" y="1628799"/>
            <a:ext cx="45723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14" name="Marcador de texto 45">
            <a:extLst>
              <a:ext uri="{FF2B5EF4-FFF2-40B4-BE49-F238E27FC236}">
                <a16:creationId xmlns:a16="http://schemas.microsoft.com/office/drawing/2014/main" id="{CDC2DDC6-0C87-C441-BF3D-7E37F9613C4D}"/>
              </a:ext>
            </a:extLst>
          </p:cNvPr>
          <p:cNvSpPr>
            <a:spLocks noGrp="1"/>
          </p:cNvSpPr>
          <p:nvPr>
            <p:ph type="body" sz="quarter" idx="33" hasCustomPrompt="1"/>
          </p:nvPr>
        </p:nvSpPr>
        <p:spPr>
          <a:xfrm>
            <a:off x="9657434" y="2856708"/>
            <a:ext cx="2158247" cy="243632"/>
          </a:xfrm>
          <a:prstGeom prst="rect">
            <a:avLst/>
          </a:prstGeom>
        </p:spPr>
        <p:txBody>
          <a:bodyPr lIns="0" tIns="0" rIns="0" bIns="0" anchor="t"/>
          <a:lstStyle>
            <a:lvl1pPr marL="0" indent="0" algn="l">
              <a:buFont typeface="Arial" panose="020B0604020202020204" pitchFamily="34" charset="0"/>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BF2ED70D-0E05-1F43-ACBE-16239F83BD40}"/>
              </a:ext>
            </a:extLst>
          </p:cNvPr>
          <p:cNvSpPr>
            <a:spLocks noGrp="1"/>
          </p:cNvSpPr>
          <p:nvPr>
            <p:ph type="body" sz="quarter" idx="34" hasCustomPrompt="1"/>
          </p:nvPr>
        </p:nvSpPr>
        <p:spPr>
          <a:xfrm>
            <a:off x="9657433" y="3191335"/>
            <a:ext cx="2158247" cy="461665"/>
          </a:xfrm>
          <a:prstGeom prst="rect">
            <a:avLst/>
          </a:prstGeom>
        </p:spPr>
        <p:txBody>
          <a:bodyPr wrap="square" lIns="0" tIns="0" rIns="0" bIns="0" anchor="t">
            <a:spAutoFit/>
          </a:bodyPr>
          <a:lstStyle>
            <a:lvl1pPr marL="0" indent="0" algn="l">
              <a:lnSpc>
                <a:spcPct val="100000"/>
              </a:lnSpc>
              <a:buClr>
                <a:schemeClr val="accent3"/>
              </a:buClr>
              <a:buFont typeface="Arial" panose="020B0604020202020204" pitchFamily="34" charse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20" name="Rectángulo 19">
            <a:extLst>
              <a:ext uri="{FF2B5EF4-FFF2-40B4-BE49-F238E27FC236}">
                <a16:creationId xmlns:a16="http://schemas.microsoft.com/office/drawing/2014/main" id="{ADD0D574-CBB8-824B-BC3A-51B558AA3EC9}"/>
              </a:ext>
            </a:extLst>
          </p:cNvPr>
          <p:cNvSpPr/>
          <p:nvPr userDrawn="1"/>
        </p:nvSpPr>
        <p:spPr>
          <a:xfrm>
            <a:off x="9067841" y="2856708"/>
            <a:ext cx="45723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2" name="Marcador de texto 45">
            <a:extLst>
              <a:ext uri="{FF2B5EF4-FFF2-40B4-BE49-F238E27FC236}">
                <a16:creationId xmlns:a16="http://schemas.microsoft.com/office/drawing/2014/main" id="{BE73F1E5-77D1-DF4D-A873-60AA2E35A0A3}"/>
              </a:ext>
            </a:extLst>
          </p:cNvPr>
          <p:cNvSpPr>
            <a:spLocks noGrp="1"/>
          </p:cNvSpPr>
          <p:nvPr>
            <p:ph type="body" sz="quarter" idx="35" hasCustomPrompt="1"/>
          </p:nvPr>
        </p:nvSpPr>
        <p:spPr>
          <a:xfrm>
            <a:off x="9657434" y="4117274"/>
            <a:ext cx="2158247" cy="243632"/>
          </a:xfrm>
          <a:prstGeom prst="rect">
            <a:avLst/>
          </a:prstGeom>
        </p:spPr>
        <p:txBody>
          <a:bodyPr lIns="0" tIns="0" rIns="0" bIns="0" anchor="t"/>
          <a:lstStyle>
            <a:lvl1pPr marL="0" indent="0" algn="l">
              <a:buFont typeface="Arial" panose="020B0604020202020204" pitchFamily="34" charset="0"/>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3" name="Marcador de texto 45">
            <a:extLst>
              <a:ext uri="{FF2B5EF4-FFF2-40B4-BE49-F238E27FC236}">
                <a16:creationId xmlns:a16="http://schemas.microsoft.com/office/drawing/2014/main" id="{EDF6D16E-4210-BD4F-B5EA-6B6BFDAD9C10}"/>
              </a:ext>
            </a:extLst>
          </p:cNvPr>
          <p:cNvSpPr>
            <a:spLocks noGrp="1"/>
          </p:cNvSpPr>
          <p:nvPr>
            <p:ph type="body" sz="quarter" idx="36" hasCustomPrompt="1"/>
          </p:nvPr>
        </p:nvSpPr>
        <p:spPr>
          <a:xfrm>
            <a:off x="9657433" y="4451901"/>
            <a:ext cx="2158247" cy="461665"/>
          </a:xfrm>
          <a:prstGeom prst="rect">
            <a:avLst/>
          </a:prstGeom>
        </p:spPr>
        <p:txBody>
          <a:bodyPr wrap="square" lIns="0" tIns="0" rIns="0" bIns="0" anchor="t">
            <a:spAutoFit/>
          </a:bodyPr>
          <a:lstStyle>
            <a:lvl1pPr marL="0" indent="0" algn="l">
              <a:lnSpc>
                <a:spcPct val="100000"/>
              </a:lnSpc>
              <a:buClr>
                <a:schemeClr val="accent3"/>
              </a:buClr>
              <a:buFont typeface="Arial" panose="020B0604020202020204" pitchFamily="34" charse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25" name="Rectángulo 24">
            <a:extLst>
              <a:ext uri="{FF2B5EF4-FFF2-40B4-BE49-F238E27FC236}">
                <a16:creationId xmlns:a16="http://schemas.microsoft.com/office/drawing/2014/main" id="{8CF8E423-13C6-3E42-8C63-6D61910A547A}"/>
              </a:ext>
            </a:extLst>
          </p:cNvPr>
          <p:cNvSpPr/>
          <p:nvPr userDrawn="1"/>
        </p:nvSpPr>
        <p:spPr>
          <a:xfrm>
            <a:off x="9067841" y="4117274"/>
            <a:ext cx="457230" cy="457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6" name="Marcador de texto 45">
            <a:extLst>
              <a:ext uri="{FF2B5EF4-FFF2-40B4-BE49-F238E27FC236}">
                <a16:creationId xmlns:a16="http://schemas.microsoft.com/office/drawing/2014/main" id="{8F1F466D-2820-AD48-9A8E-D1D57229B9F8}"/>
              </a:ext>
            </a:extLst>
          </p:cNvPr>
          <p:cNvSpPr>
            <a:spLocks noGrp="1"/>
          </p:cNvSpPr>
          <p:nvPr>
            <p:ph type="body" sz="quarter" idx="37" hasCustomPrompt="1"/>
          </p:nvPr>
        </p:nvSpPr>
        <p:spPr>
          <a:xfrm>
            <a:off x="9657434" y="5345182"/>
            <a:ext cx="2158247" cy="243632"/>
          </a:xfrm>
          <a:prstGeom prst="rect">
            <a:avLst/>
          </a:prstGeom>
        </p:spPr>
        <p:txBody>
          <a:bodyPr lIns="0" tIns="0" rIns="0" bIns="0" anchor="t"/>
          <a:lstStyle>
            <a:lvl1pPr marL="0" indent="0" algn="l">
              <a:buFont typeface="Arial" panose="020B0604020202020204" pitchFamily="34" charset="0"/>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7" name="Marcador de texto 45">
            <a:extLst>
              <a:ext uri="{FF2B5EF4-FFF2-40B4-BE49-F238E27FC236}">
                <a16:creationId xmlns:a16="http://schemas.microsoft.com/office/drawing/2014/main" id="{B90C6D3E-4CB8-A848-A7B1-7BAC815F57C2}"/>
              </a:ext>
            </a:extLst>
          </p:cNvPr>
          <p:cNvSpPr>
            <a:spLocks noGrp="1"/>
          </p:cNvSpPr>
          <p:nvPr>
            <p:ph type="body" sz="quarter" idx="38" hasCustomPrompt="1"/>
          </p:nvPr>
        </p:nvSpPr>
        <p:spPr>
          <a:xfrm>
            <a:off x="9657433" y="5679809"/>
            <a:ext cx="2158247" cy="461665"/>
          </a:xfrm>
          <a:prstGeom prst="rect">
            <a:avLst/>
          </a:prstGeom>
        </p:spPr>
        <p:txBody>
          <a:bodyPr wrap="square" lIns="0" tIns="0" rIns="0" bIns="0" anchor="t">
            <a:spAutoFit/>
          </a:bodyPr>
          <a:lstStyle>
            <a:lvl1pPr marL="0" indent="0" algn="l">
              <a:lnSpc>
                <a:spcPct val="100000"/>
              </a:lnSpc>
              <a:buClr>
                <a:schemeClr val="accent3"/>
              </a:buClr>
              <a:buFont typeface="Arial" panose="020B0604020202020204" pitchFamily="34" charse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28" name="Rectángulo 27">
            <a:extLst>
              <a:ext uri="{FF2B5EF4-FFF2-40B4-BE49-F238E27FC236}">
                <a16:creationId xmlns:a16="http://schemas.microsoft.com/office/drawing/2014/main" id="{4DA52AAC-4962-F549-B93C-9337D2F4772B}"/>
              </a:ext>
            </a:extLst>
          </p:cNvPr>
          <p:cNvSpPr/>
          <p:nvPr userDrawn="1"/>
        </p:nvSpPr>
        <p:spPr>
          <a:xfrm>
            <a:off x="9067841" y="5345182"/>
            <a:ext cx="457230" cy="457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9" name="Line">
            <a:extLst>
              <a:ext uri="{FF2B5EF4-FFF2-40B4-BE49-F238E27FC236}">
                <a16:creationId xmlns:a16="http://schemas.microsoft.com/office/drawing/2014/main" id="{A95489AC-D3B0-A14A-8BCC-563D23C1C8C3}"/>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Tree>
    <p:extLst>
      <p:ext uri="{BB962C8B-B14F-4D97-AF65-F5344CB8AC3E}">
        <p14:creationId xmlns:p14="http://schemas.microsoft.com/office/powerpoint/2010/main" val="388694284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martArt 08">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370706" y="764704"/>
            <a:ext cx="11445582"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15" name="Marcador de texto 45">
            <a:extLst>
              <a:ext uri="{FF2B5EF4-FFF2-40B4-BE49-F238E27FC236}">
                <a16:creationId xmlns:a16="http://schemas.microsoft.com/office/drawing/2014/main" id="{003C24F2-EB1D-8B44-BFCC-92E66A7EA915}"/>
              </a:ext>
            </a:extLst>
          </p:cNvPr>
          <p:cNvSpPr>
            <a:spLocks noGrp="1"/>
          </p:cNvSpPr>
          <p:nvPr>
            <p:ph type="body" sz="quarter" idx="28" hasCustomPrompt="1"/>
          </p:nvPr>
        </p:nvSpPr>
        <p:spPr>
          <a:xfrm>
            <a:off x="368632" y="1628800"/>
            <a:ext cx="2767162"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7" name="Marcador de texto 45">
            <a:extLst>
              <a:ext uri="{FF2B5EF4-FFF2-40B4-BE49-F238E27FC236}">
                <a16:creationId xmlns:a16="http://schemas.microsoft.com/office/drawing/2014/main" id="{079A3365-63A7-E14B-BE61-9368A18400A8}"/>
              </a:ext>
            </a:extLst>
          </p:cNvPr>
          <p:cNvSpPr>
            <a:spLocks noGrp="1"/>
          </p:cNvSpPr>
          <p:nvPr>
            <p:ph type="body" sz="quarter" idx="29" hasCustomPrompt="1"/>
          </p:nvPr>
        </p:nvSpPr>
        <p:spPr>
          <a:xfrm>
            <a:off x="368632" y="2042827"/>
            <a:ext cx="2767162"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8" name="Marcador de texto 45">
            <a:extLst>
              <a:ext uri="{FF2B5EF4-FFF2-40B4-BE49-F238E27FC236}">
                <a16:creationId xmlns:a16="http://schemas.microsoft.com/office/drawing/2014/main" id="{6AFDF805-8D79-164F-A2DA-BB45CA64F9D8}"/>
              </a:ext>
            </a:extLst>
          </p:cNvPr>
          <p:cNvSpPr>
            <a:spLocks noGrp="1"/>
          </p:cNvSpPr>
          <p:nvPr>
            <p:ph type="body" sz="quarter" idx="30" hasCustomPrompt="1"/>
          </p:nvPr>
        </p:nvSpPr>
        <p:spPr>
          <a:xfrm>
            <a:off x="368631" y="2377454"/>
            <a:ext cx="2767161" cy="2898229"/>
          </a:xfrm>
          <a:prstGeom prst="rect">
            <a:avLst/>
          </a:prstGeom>
        </p:spPr>
        <p:txBody>
          <a:bodyPr wrap="square" lIns="0" tIns="0" rIns="0" bIns="0" anchor="t">
            <a:spAutoFit/>
          </a:bodyPr>
          <a:lstStyle>
            <a:lvl1pPr marL="0" marR="0" indent="0" algn="l" defTabSz="914355" rtl="0" eaLnBrk="1" fontAlgn="auto" latinLnBrk="0" hangingPunct="1">
              <a:lnSpc>
                <a:spcPct val="100000"/>
              </a:lnSpc>
              <a:spcBef>
                <a:spcPts val="1000"/>
              </a:spcBef>
              <a:spcAft>
                <a:spcPts val="0"/>
              </a:spcAft>
              <a:buClrTx/>
              <a:buSzTx/>
              <a:buFont typeface="Arial" panose="020B0604020202020204" pitchFamily="34" charset="0"/>
              <a:buNone/>
              <a:tabLst/>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pPr marL="0" marR="0" lvl="0" indent="0" algn="l" defTabSz="914355" rtl="0" eaLnBrk="1" fontAlgn="auto" latinLnBrk="0" hangingPunct="1">
              <a:lnSpc>
                <a:spcPct val="100000"/>
              </a:lnSpc>
              <a:spcBef>
                <a:spcPts val="1000"/>
              </a:spcBef>
              <a:spcAft>
                <a:spcPts val="0"/>
              </a:spcAft>
              <a:buClrTx/>
              <a:buSzTx/>
              <a:buFont typeface="Arial" panose="020B0604020202020204" pitchFamily="34" charset="0"/>
              <a:buNone/>
              <a:tabLst/>
              <a:defRPr/>
            </a:pPr>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24" name="Marcador de SmartArt 2">
            <a:extLst>
              <a:ext uri="{FF2B5EF4-FFF2-40B4-BE49-F238E27FC236}">
                <a16:creationId xmlns:a16="http://schemas.microsoft.com/office/drawing/2014/main" id="{0E6928BE-8336-FA49-9E40-60AE8F1FCBD2}"/>
              </a:ext>
            </a:extLst>
          </p:cNvPr>
          <p:cNvSpPr>
            <a:spLocks noGrp="1"/>
          </p:cNvSpPr>
          <p:nvPr>
            <p:ph type="dgm" sz="quarter" idx="19"/>
          </p:nvPr>
        </p:nvSpPr>
        <p:spPr>
          <a:xfrm>
            <a:off x="3282177" y="1628799"/>
            <a:ext cx="4686153" cy="4680720"/>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29" name="Marcador de SmartArt 2">
            <a:extLst>
              <a:ext uri="{FF2B5EF4-FFF2-40B4-BE49-F238E27FC236}">
                <a16:creationId xmlns:a16="http://schemas.microsoft.com/office/drawing/2014/main" id="{A10224DC-C0FA-0041-9682-1A2195490C9B}"/>
              </a:ext>
            </a:extLst>
          </p:cNvPr>
          <p:cNvSpPr>
            <a:spLocks noGrp="1"/>
          </p:cNvSpPr>
          <p:nvPr>
            <p:ph type="dgm" sz="quarter" idx="31"/>
          </p:nvPr>
        </p:nvSpPr>
        <p:spPr>
          <a:xfrm>
            <a:off x="8070026" y="1628800"/>
            <a:ext cx="1806640" cy="1804545"/>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30" name="Marcador de SmartArt 2">
            <a:extLst>
              <a:ext uri="{FF2B5EF4-FFF2-40B4-BE49-F238E27FC236}">
                <a16:creationId xmlns:a16="http://schemas.microsoft.com/office/drawing/2014/main" id="{DAF76410-C558-634C-9E44-7B35C37152F1}"/>
              </a:ext>
            </a:extLst>
          </p:cNvPr>
          <p:cNvSpPr>
            <a:spLocks noGrp="1"/>
          </p:cNvSpPr>
          <p:nvPr>
            <p:ph type="dgm" sz="quarter" idx="32"/>
          </p:nvPr>
        </p:nvSpPr>
        <p:spPr>
          <a:xfrm>
            <a:off x="10016518" y="1628800"/>
            <a:ext cx="1806640" cy="1804545"/>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33" name="Marcador de texto 45">
            <a:extLst>
              <a:ext uri="{FF2B5EF4-FFF2-40B4-BE49-F238E27FC236}">
                <a16:creationId xmlns:a16="http://schemas.microsoft.com/office/drawing/2014/main" id="{68007C12-74AB-8645-A2B1-1A5E75B363CF}"/>
              </a:ext>
            </a:extLst>
          </p:cNvPr>
          <p:cNvSpPr>
            <a:spLocks noGrp="1"/>
          </p:cNvSpPr>
          <p:nvPr>
            <p:ph type="body" sz="quarter" idx="35" hasCustomPrompt="1"/>
          </p:nvPr>
        </p:nvSpPr>
        <p:spPr>
          <a:xfrm>
            <a:off x="8069687" y="3512398"/>
            <a:ext cx="1806640" cy="243632"/>
          </a:xfrm>
          <a:prstGeom prst="rect">
            <a:avLst/>
          </a:prstGeom>
        </p:spPr>
        <p:txBody>
          <a:bodyPr lIns="0" tIns="0" rIns="0" bIns="0" anchor="t"/>
          <a:lstStyle>
            <a:lvl1pPr marL="0" indent="0" algn="ctr">
              <a:buNone/>
              <a:defRPr sz="9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4" name="Marcador de texto 45">
            <a:extLst>
              <a:ext uri="{FF2B5EF4-FFF2-40B4-BE49-F238E27FC236}">
                <a16:creationId xmlns:a16="http://schemas.microsoft.com/office/drawing/2014/main" id="{2042272B-34D5-184A-9E40-E8C975D60059}"/>
              </a:ext>
            </a:extLst>
          </p:cNvPr>
          <p:cNvSpPr>
            <a:spLocks noGrp="1"/>
          </p:cNvSpPr>
          <p:nvPr>
            <p:ph type="body" sz="quarter" idx="36" hasCustomPrompt="1"/>
          </p:nvPr>
        </p:nvSpPr>
        <p:spPr>
          <a:xfrm>
            <a:off x="10009648" y="3512398"/>
            <a:ext cx="1806640" cy="243632"/>
          </a:xfrm>
          <a:prstGeom prst="rect">
            <a:avLst/>
          </a:prstGeom>
        </p:spPr>
        <p:txBody>
          <a:bodyPr lIns="0" tIns="0" rIns="0" bIns="0" anchor="t"/>
          <a:lstStyle>
            <a:lvl1pPr marL="0" indent="0" algn="ctr">
              <a:buNone/>
              <a:defRPr sz="9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5" name="Marcador de SmartArt 2">
            <a:extLst>
              <a:ext uri="{FF2B5EF4-FFF2-40B4-BE49-F238E27FC236}">
                <a16:creationId xmlns:a16="http://schemas.microsoft.com/office/drawing/2014/main" id="{BC9E9AAF-AEDD-AE49-BEFD-05075E81D8EE}"/>
              </a:ext>
            </a:extLst>
          </p:cNvPr>
          <p:cNvSpPr>
            <a:spLocks noGrp="1"/>
          </p:cNvSpPr>
          <p:nvPr>
            <p:ph type="dgm" sz="quarter" idx="37"/>
          </p:nvPr>
        </p:nvSpPr>
        <p:spPr>
          <a:xfrm>
            <a:off x="8070026" y="3842954"/>
            <a:ext cx="1806640" cy="1804545"/>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36" name="Marcador de SmartArt 2">
            <a:extLst>
              <a:ext uri="{FF2B5EF4-FFF2-40B4-BE49-F238E27FC236}">
                <a16:creationId xmlns:a16="http://schemas.microsoft.com/office/drawing/2014/main" id="{36E4F0A2-EC29-0F47-A77F-865DC88626D6}"/>
              </a:ext>
            </a:extLst>
          </p:cNvPr>
          <p:cNvSpPr>
            <a:spLocks noGrp="1"/>
          </p:cNvSpPr>
          <p:nvPr>
            <p:ph type="dgm" sz="quarter" idx="38"/>
          </p:nvPr>
        </p:nvSpPr>
        <p:spPr>
          <a:xfrm>
            <a:off x="10016518" y="3842954"/>
            <a:ext cx="1806640" cy="1804545"/>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37" name="Marcador de texto 45">
            <a:extLst>
              <a:ext uri="{FF2B5EF4-FFF2-40B4-BE49-F238E27FC236}">
                <a16:creationId xmlns:a16="http://schemas.microsoft.com/office/drawing/2014/main" id="{CCBA27CB-43E6-484E-9629-EE797EFE13BA}"/>
              </a:ext>
            </a:extLst>
          </p:cNvPr>
          <p:cNvSpPr>
            <a:spLocks noGrp="1"/>
          </p:cNvSpPr>
          <p:nvPr>
            <p:ph type="body" sz="quarter" idx="39" hasCustomPrompt="1"/>
          </p:nvPr>
        </p:nvSpPr>
        <p:spPr>
          <a:xfrm>
            <a:off x="8069687" y="5726552"/>
            <a:ext cx="1806640" cy="243632"/>
          </a:xfrm>
          <a:prstGeom prst="rect">
            <a:avLst/>
          </a:prstGeom>
        </p:spPr>
        <p:txBody>
          <a:bodyPr lIns="0" tIns="0" rIns="0" bIns="0" anchor="t"/>
          <a:lstStyle>
            <a:lvl1pPr marL="0" indent="0" algn="ctr">
              <a:buNone/>
              <a:defRPr sz="9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8" name="Marcador de texto 45">
            <a:extLst>
              <a:ext uri="{FF2B5EF4-FFF2-40B4-BE49-F238E27FC236}">
                <a16:creationId xmlns:a16="http://schemas.microsoft.com/office/drawing/2014/main" id="{F505ECF2-75D5-A24D-A485-DCC58B691AC4}"/>
              </a:ext>
            </a:extLst>
          </p:cNvPr>
          <p:cNvSpPr>
            <a:spLocks noGrp="1"/>
          </p:cNvSpPr>
          <p:nvPr>
            <p:ph type="body" sz="quarter" idx="40" hasCustomPrompt="1"/>
          </p:nvPr>
        </p:nvSpPr>
        <p:spPr>
          <a:xfrm>
            <a:off x="10009648" y="5726552"/>
            <a:ext cx="1806640" cy="243632"/>
          </a:xfrm>
          <a:prstGeom prst="rect">
            <a:avLst/>
          </a:prstGeom>
        </p:spPr>
        <p:txBody>
          <a:bodyPr lIns="0" tIns="0" rIns="0" bIns="0" anchor="t"/>
          <a:lstStyle>
            <a:lvl1pPr marL="0" indent="0" algn="ctr">
              <a:buNone/>
              <a:defRPr sz="9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Line">
            <a:extLst>
              <a:ext uri="{FF2B5EF4-FFF2-40B4-BE49-F238E27FC236}">
                <a16:creationId xmlns:a16="http://schemas.microsoft.com/office/drawing/2014/main" id="{7E7CCB81-9054-444B-B213-471E32CB9FC3}"/>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Tree>
    <p:extLst>
      <p:ext uri="{BB962C8B-B14F-4D97-AF65-F5344CB8AC3E}">
        <p14:creationId xmlns:p14="http://schemas.microsoft.com/office/powerpoint/2010/main" val="318195640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SmartArt 09">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370706" y="764704"/>
            <a:ext cx="10478131"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31" name="Marcador de texto 45">
            <a:extLst>
              <a:ext uri="{FF2B5EF4-FFF2-40B4-BE49-F238E27FC236}">
                <a16:creationId xmlns:a16="http://schemas.microsoft.com/office/drawing/2014/main" id="{47B16CB2-6419-1245-9ADB-6336F4037DE3}"/>
              </a:ext>
            </a:extLst>
          </p:cNvPr>
          <p:cNvSpPr>
            <a:spLocks noGrp="1"/>
          </p:cNvSpPr>
          <p:nvPr>
            <p:ph type="body" sz="quarter" idx="43" hasCustomPrompt="1"/>
          </p:nvPr>
        </p:nvSpPr>
        <p:spPr>
          <a:xfrm>
            <a:off x="373582" y="5013375"/>
            <a:ext cx="2773165" cy="395846"/>
          </a:xfrm>
          <a:prstGeom prst="rect">
            <a:avLst/>
          </a:prstGeom>
        </p:spPr>
        <p:txBody>
          <a:bodyPr lIns="0" tIns="0" rIns="0" bIns="0" anchor="t"/>
          <a:lstStyle>
            <a:lvl1pPr marL="0" indent="0" algn="ctr">
              <a:buNone/>
              <a:defRPr sz="2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2" name="Marcador de texto 45">
            <a:extLst>
              <a:ext uri="{FF2B5EF4-FFF2-40B4-BE49-F238E27FC236}">
                <a16:creationId xmlns:a16="http://schemas.microsoft.com/office/drawing/2014/main" id="{7BA2FE05-4C9B-9849-A8CD-95042424D4E4}"/>
              </a:ext>
            </a:extLst>
          </p:cNvPr>
          <p:cNvSpPr>
            <a:spLocks noGrp="1"/>
          </p:cNvSpPr>
          <p:nvPr>
            <p:ph type="body" sz="quarter" idx="44" hasCustomPrompt="1"/>
          </p:nvPr>
        </p:nvSpPr>
        <p:spPr>
          <a:xfrm>
            <a:off x="373582" y="1860214"/>
            <a:ext cx="2773165" cy="243632"/>
          </a:xfrm>
          <a:prstGeom prst="rect">
            <a:avLst/>
          </a:prstGeom>
        </p:spPr>
        <p:txBody>
          <a:bodyPr lIns="0" tIns="0" rIns="0" bIns="0" anchor="t"/>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9" name="Marcador de texto 45">
            <a:extLst>
              <a:ext uri="{FF2B5EF4-FFF2-40B4-BE49-F238E27FC236}">
                <a16:creationId xmlns:a16="http://schemas.microsoft.com/office/drawing/2014/main" id="{73B46718-6113-6048-9549-43DE6E356C04}"/>
              </a:ext>
            </a:extLst>
          </p:cNvPr>
          <p:cNvSpPr>
            <a:spLocks noGrp="1"/>
          </p:cNvSpPr>
          <p:nvPr>
            <p:ph type="body" sz="quarter" idx="45" hasCustomPrompt="1"/>
          </p:nvPr>
        </p:nvSpPr>
        <p:spPr>
          <a:xfrm>
            <a:off x="373583" y="5409220"/>
            <a:ext cx="2773164"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40" name="Marcador de SmartArt 2">
            <a:extLst>
              <a:ext uri="{FF2B5EF4-FFF2-40B4-BE49-F238E27FC236}">
                <a16:creationId xmlns:a16="http://schemas.microsoft.com/office/drawing/2014/main" id="{55613592-1F1D-554E-9125-5A8D27B33E5E}"/>
              </a:ext>
            </a:extLst>
          </p:cNvPr>
          <p:cNvSpPr>
            <a:spLocks noGrp="1"/>
          </p:cNvSpPr>
          <p:nvPr>
            <p:ph type="dgm" sz="quarter" idx="46"/>
          </p:nvPr>
        </p:nvSpPr>
        <p:spPr>
          <a:xfrm>
            <a:off x="376302" y="2125173"/>
            <a:ext cx="2770380" cy="2770200"/>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45" name="Marcador de texto 45">
            <a:extLst>
              <a:ext uri="{FF2B5EF4-FFF2-40B4-BE49-F238E27FC236}">
                <a16:creationId xmlns:a16="http://schemas.microsoft.com/office/drawing/2014/main" id="{F3812367-A5E7-9D4B-A816-57D66E7B461C}"/>
              </a:ext>
            </a:extLst>
          </p:cNvPr>
          <p:cNvSpPr>
            <a:spLocks noGrp="1"/>
          </p:cNvSpPr>
          <p:nvPr>
            <p:ph type="body" sz="quarter" idx="47" hasCustomPrompt="1"/>
          </p:nvPr>
        </p:nvSpPr>
        <p:spPr>
          <a:xfrm>
            <a:off x="3260661" y="5013375"/>
            <a:ext cx="2773165" cy="395846"/>
          </a:xfrm>
          <a:prstGeom prst="rect">
            <a:avLst/>
          </a:prstGeom>
        </p:spPr>
        <p:txBody>
          <a:bodyPr lIns="0" tIns="0" rIns="0" bIns="0" anchor="t"/>
          <a:lstStyle>
            <a:lvl1pPr marL="0" indent="0" algn="ctr">
              <a:buNone/>
              <a:defRPr sz="2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6" name="Marcador de texto 45">
            <a:extLst>
              <a:ext uri="{FF2B5EF4-FFF2-40B4-BE49-F238E27FC236}">
                <a16:creationId xmlns:a16="http://schemas.microsoft.com/office/drawing/2014/main" id="{0DF06CBE-F49A-DB43-87C6-266BEC9DFD16}"/>
              </a:ext>
            </a:extLst>
          </p:cNvPr>
          <p:cNvSpPr>
            <a:spLocks noGrp="1"/>
          </p:cNvSpPr>
          <p:nvPr>
            <p:ph type="body" sz="quarter" idx="48" hasCustomPrompt="1"/>
          </p:nvPr>
        </p:nvSpPr>
        <p:spPr>
          <a:xfrm>
            <a:off x="3260661" y="1860214"/>
            <a:ext cx="2773165" cy="243632"/>
          </a:xfrm>
          <a:prstGeom prst="rect">
            <a:avLst/>
          </a:prstGeom>
        </p:spPr>
        <p:txBody>
          <a:bodyPr lIns="0" tIns="0" rIns="0" bIns="0" anchor="t"/>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27F2B22D-5453-CF4E-9327-A27CA45D362C}"/>
              </a:ext>
            </a:extLst>
          </p:cNvPr>
          <p:cNvSpPr>
            <a:spLocks noGrp="1"/>
          </p:cNvSpPr>
          <p:nvPr>
            <p:ph type="body" sz="quarter" idx="49" hasCustomPrompt="1"/>
          </p:nvPr>
        </p:nvSpPr>
        <p:spPr>
          <a:xfrm>
            <a:off x="3260662" y="5409220"/>
            <a:ext cx="2773164"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48" name="Marcador de SmartArt 2">
            <a:extLst>
              <a:ext uri="{FF2B5EF4-FFF2-40B4-BE49-F238E27FC236}">
                <a16:creationId xmlns:a16="http://schemas.microsoft.com/office/drawing/2014/main" id="{BC66EA89-4ADA-1641-81D3-2BC62F869283}"/>
              </a:ext>
            </a:extLst>
          </p:cNvPr>
          <p:cNvSpPr>
            <a:spLocks noGrp="1"/>
          </p:cNvSpPr>
          <p:nvPr>
            <p:ph type="dgm" sz="quarter" idx="50"/>
          </p:nvPr>
        </p:nvSpPr>
        <p:spPr>
          <a:xfrm>
            <a:off x="3263381" y="2125173"/>
            <a:ext cx="2770380" cy="2770200"/>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49" name="Marcador de texto 45">
            <a:extLst>
              <a:ext uri="{FF2B5EF4-FFF2-40B4-BE49-F238E27FC236}">
                <a16:creationId xmlns:a16="http://schemas.microsoft.com/office/drawing/2014/main" id="{8F1FA98C-3570-4E44-BDCD-AE2B174C4662}"/>
              </a:ext>
            </a:extLst>
          </p:cNvPr>
          <p:cNvSpPr>
            <a:spLocks noGrp="1"/>
          </p:cNvSpPr>
          <p:nvPr>
            <p:ph type="body" sz="quarter" idx="51" hasCustomPrompt="1"/>
          </p:nvPr>
        </p:nvSpPr>
        <p:spPr>
          <a:xfrm>
            <a:off x="6141209" y="5013375"/>
            <a:ext cx="2773165" cy="395846"/>
          </a:xfrm>
          <a:prstGeom prst="rect">
            <a:avLst/>
          </a:prstGeom>
        </p:spPr>
        <p:txBody>
          <a:bodyPr lIns="0" tIns="0" rIns="0" bIns="0" anchor="t"/>
          <a:lstStyle>
            <a:lvl1pPr marL="0" indent="0" algn="ctr">
              <a:buNone/>
              <a:defRPr sz="2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0" name="Marcador de texto 45">
            <a:extLst>
              <a:ext uri="{FF2B5EF4-FFF2-40B4-BE49-F238E27FC236}">
                <a16:creationId xmlns:a16="http://schemas.microsoft.com/office/drawing/2014/main" id="{CBF7D398-5482-0D4B-BA99-91AFE9B046D7}"/>
              </a:ext>
            </a:extLst>
          </p:cNvPr>
          <p:cNvSpPr>
            <a:spLocks noGrp="1"/>
          </p:cNvSpPr>
          <p:nvPr>
            <p:ph type="body" sz="quarter" idx="52" hasCustomPrompt="1"/>
          </p:nvPr>
        </p:nvSpPr>
        <p:spPr>
          <a:xfrm>
            <a:off x="6141209" y="1860214"/>
            <a:ext cx="2773165" cy="243632"/>
          </a:xfrm>
          <a:prstGeom prst="rect">
            <a:avLst/>
          </a:prstGeom>
        </p:spPr>
        <p:txBody>
          <a:bodyPr lIns="0" tIns="0" rIns="0" bIns="0" anchor="t"/>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1" name="Marcador de texto 45">
            <a:extLst>
              <a:ext uri="{FF2B5EF4-FFF2-40B4-BE49-F238E27FC236}">
                <a16:creationId xmlns:a16="http://schemas.microsoft.com/office/drawing/2014/main" id="{19667803-29DA-074E-9D2C-5A859096EBEC}"/>
              </a:ext>
            </a:extLst>
          </p:cNvPr>
          <p:cNvSpPr>
            <a:spLocks noGrp="1"/>
          </p:cNvSpPr>
          <p:nvPr>
            <p:ph type="body" sz="quarter" idx="53" hasCustomPrompt="1"/>
          </p:nvPr>
        </p:nvSpPr>
        <p:spPr>
          <a:xfrm>
            <a:off x="6141210" y="5409220"/>
            <a:ext cx="2773164"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52" name="Marcador de SmartArt 2">
            <a:extLst>
              <a:ext uri="{FF2B5EF4-FFF2-40B4-BE49-F238E27FC236}">
                <a16:creationId xmlns:a16="http://schemas.microsoft.com/office/drawing/2014/main" id="{FAE64EBA-5207-6242-A7D9-3B0F58E1E6A5}"/>
              </a:ext>
            </a:extLst>
          </p:cNvPr>
          <p:cNvSpPr>
            <a:spLocks noGrp="1"/>
          </p:cNvSpPr>
          <p:nvPr>
            <p:ph type="dgm" sz="quarter" idx="54"/>
          </p:nvPr>
        </p:nvSpPr>
        <p:spPr>
          <a:xfrm>
            <a:off x="6143929" y="2125173"/>
            <a:ext cx="2770380" cy="2770200"/>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53" name="Marcador de texto 45">
            <a:extLst>
              <a:ext uri="{FF2B5EF4-FFF2-40B4-BE49-F238E27FC236}">
                <a16:creationId xmlns:a16="http://schemas.microsoft.com/office/drawing/2014/main" id="{03FF21EF-78AE-4B4F-9668-B8FABDDE1F6A}"/>
              </a:ext>
            </a:extLst>
          </p:cNvPr>
          <p:cNvSpPr>
            <a:spLocks noGrp="1"/>
          </p:cNvSpPr>
          <p:nvPr>
            <p:ph type="body" sz="quarter" idx="55" hasCustomPrompt="1"/>
          </p:nvPr>
        </p:nvSpPr>
        <p:spPr>
          <a:xfrm>
            <a:off x="9028288" y="5013375"/>
            <a:ext cx="2773165" cy="395846"/>
          </a:xfrm>
          <a:prstGeom prst="rect">
            <a:avLst/>
          </a:prstGeom>
        </p:spPr>
        <p:txBody>
          <a:bodyPr lIns="0" tIns="0" rIns="0" bIns="0" anchor="t"/>
          <a:lstStyle>
            <a:lvl1pPr marL="0" indent="0" algn="ctr">
              <a:buNone/>
              <a:defRPr sz="2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4" name="Marcador de texto 45">
            <a:extLst>
              <a:ext uri="{FF2B5EF4-FFF2-40B4-BE49-F238E27FC236}">
                <a16:creationId xmlns:a16="http://schemas.microsoft.com/office/drawing/2014/main" id="{A691EC4E-F463-0443-B603-F2B38A4EFE2A}"/>
              </a:ext>
            </a:extLst>
          </p:cNvPr>
          <p:cNvSpPr>
            <a:spLocks noGrp="1"/>
          </p:cNvSpPr>
          <p:nvPr>
            <p:ph type="body" sz="quarter" idx="56" hasCustomPrompt="1"/>
          </p:nvPr>
        </p:nvSpPr>
        <p:spPr>
          <a:xfrm>
            <a:off x="9028288" y="1860214"/>
            <a:ext cx="2773165" cy="243632"/>
          </a:xfrm>
          <a:prstGeom prst="rect">
            <a:avLst/>
          </a:prstGeom>
        </p:spPr>
        <p:txBody>
          <a:bodyPr lIns="0" tIns="0" rIns="0" bIns="0" anchor="t"/>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5" name="Marcador de texto 45">
            <a:extLst>
              <a:ext uri="{FF2B5EF4-FFF2-40B4-BE49-F238E27FC236}">
                <a16:creationId xmlns:a16="http://schemas.microsoft.com/office/drawing/2014/main" id="{D5C66119-E6C8-564C-8D1E-9693D85897F0}"/>
              </a:ext>
            </a:extLst>
          </p:cNvPr>
          <p:cNvSpPr>
            <a:spLocks noGrp="1"/>
          </p:cNvSpPr>
          <p:nvPr>
            <p:ph type="body" sz="quarter" idx="57" hasCustomPrompt="1"/>
          </p:nvPr>
        </p:nvSpPr>
        <p:spPr>
          <a:xfrm>
            <a:off x="9028289" y="5409220"/>
            <a:ext cx="2773164"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56" name="Marcador de SmartArt 2">
            <a:extLst>
              <a:ext uri="{FF2B5EF4-FFF2-40B4-BE49-F238E27FC236}">
                <a16:creationId xmlns:a16="http://schemas.microsoft.com/office/drawing/2014/main" id="{54597251-A614-A34B-B2AB-F5EDE41212A5}"/>
              </a:ext>
            </a:extLst>
          </p:cNvPr>
          <p:cNvSpPr>
            <a:spLocks noGrp="1"/>
          </p:cNvSpPr>
          <p:nvPr>
            <p:ph type="dgm" sz="quarter" idx="58"/>
          </p:nvPr>
        </p:nvSpPr>
        <p:spPr>
          <a:xfrm>
            <a:off x="9031008" y="2125173"/>
            <a:ext cx="2770380" cy="2770200"/>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22" name="Line">
            <a:extLst>
              <a:ext uri="{FF2B5EF4-FFF2-40B4-BE49-F238E27FC236}">
                <a16:creationId xmlns:a16="http://schemas.microsoft.com/office/drawing/2014/main" id="{4CB505DA-07FC-E34D-80BD-D3E534E0DC3C}"/>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Tree>
    <p:extLst>
      <p:ext uri="{BB962C8B-B14F-4D97-AF65-F5344CB8AC3E}">
        <p14:creationId xmlns:p14="http://schemas.microsoft.com/office/powerpoint/2010/main" val="99479312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SmartArt 10">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73B7A1E-499D-D748-A2E0-337B41EC8354}"/>
              </a:ext>
            </a:extLst>
          </p:cNvPr>
          <p:cNvSpPr/>
          <p:nvPr userDrawn="1"/>
        </p:nvSpPr>
        <p:spPr>
          <a:xfrm>
            <a:off x="7929502" y="6237312"/>
            <a:ext cx="178798" cy="4680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T" sz="900">
              <a:latin typeface="Century Gothic" panose="020B0502020202020204" pitchFamily="34" charset="0"/>
            </a:endParaRPr>
          </a:p>
        </p:txBody>
      </p:sp>
      <p:sp>
        <p:nvSpPr>
          <p:cNvPr id="8" name="Title 1">
            <a:extLst>
              <a:ext uri="{FF2B5EF4-FFF2-40B4-BE49-F238E27FC236}">
                <a16:creationId xmlns:a16="http://schemas.microsoft.com/office/drawing/2014/main" id="{B7A64475-28DF-0C4E-B845-BD853510D142}"/>
              </a:ext>
            </a:extLst>
          </p:cNvPr>
          <p:cNvSpPr>
            <a:spLocks noGrp="1"/>
          </p:cNvSpPr>
          <p:nvPr>
            <p:ph type="title" hasCustomPrompt="1"/>
          </p:nvPr>
        </p:nvSpPr>
        <p:spPr>
          <a:xfrm>
            <a:off x="8076349" y="1074861"/>
            <a:ext cx="3744946"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título</a:t>
            </a:r>
            <a:endParaRPr lang="en-US"/>
          </a:p>
        </p:txBody>
      </p:sp>
      <p:sp>
        <p:nvSpPr>
          <p:cNvPr id="10" name="Marcador de texto 15">
            <a:extLst>
              <a:ext uri="{FF2B5EF4-FFF2-40B4-BE49-F238E27FC236}">
                <a16:creationId xmlns:a16="http://schemas.microsoft.com/office/drawing/2014/main" id="{5417A168-7D3D-7C47-BB98-213A34325331}"/>
              </a:ext>
            </a:extLst>
          </p:cNvPr>
          <p:cNvSpPr>
            <a:spLocks noGrp="1"/>
          </p:cNvSpPr>
          <p:nvPr>
            <p:ph type="body" sz="quarter" idx="10"/>
          </p:nvPr>
        </p:nvSpPr>
        <p:spPr>
          <a:xfrm>
            <a:off x="8060559" y="1340768"/>
            <a:ext cx="3744946" cy="1920526"/>
          </a:xfrm>
          <a:prstGeom prst="rect">
            <a:avLst/>
          </a:prstGeom>
        </p:spPr>
        <p:txBody>
          <a:bodyPr anchor="t">
            <a:spAutoFit/>
          </a:bodyPr>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12" name="Marcador de texto 45">
            <a:extLst>
              <a:ext uri="{FF2B5EF4-FFF2-40B4-BE49-F238E27FC236}">
                <a16:creationId xmlns:a16="http://schemas.microsoft.com/office/drawing/2014/main" id="{64D5BEEA-E852-7B4D-AE5C-B9A1B2B0BE36}"/>
              </a:ext>
            </a:extLst>
          </p:cNvPr>
          <p:cNvSpPr>
            <a:spLocks noGrp="1"/>
          </p:cNvSpPr>
          <p:nvPr>
            <p:ph type="body" sz="quarter" idx="17" hasCustomPrompt="1"/>
          </p:nvPr>
        </p:nvSpPr>
        <p:spPr>
          <a:xfrm>
            <a:off x="8060558" y="2592697"/>
            <a:ext cx="3728041"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3" name="Marcador de texto 45">
            <a:extLst>
              <a:ext uri="{FF2B5EF4-FFF2-40B4-BE49-F238E27FC236}">
                <a16:creationId xmlns:a16="http://schemas.microsoft.com/office/drawing/2014/main" id="{C72D6879-6FC8-0C45-99A1-CC41291BA43C}"/>
              </a:ext>
            </a:extLst>
          </p:cNvPr>
          <p:cNvSpPr>
            <a:spLocks noGrp="1"/>
          </p:cNvSpPr>
          <p:nvPr>
            <p:ph type="body" sz="quarter" idx="18" hasCustomPrompt="1"/>
          </p:nvPr>
        </p:nvSpPr>
        <p:spPr>
          <a:xfrm>
            <a:off x="8060559" y="2949787"/>
            <a:ext cx="3728041" cy="461665"/>
          </a:xfrm>
          <a:prstGeom prst="rect">
            <a:avLst/>
          </a:prstGeom>
        </p:spPr>
        <p:txBody>
          <a:bodyPr wrap="square" lIns="0" tIns="0" rIns="0" bIns="0" anchor="t">
            <a:spAutoFit/>
          </a:bodyPr>
          <a:lstStyle>
            <a:lvl1pPr marL="355600" indent="-355600" algn="just">
              <a:lnSpc>
                <a:spcPct val="100000"/>
              </a:lnSpc>
              <a:buClr>
                <a:schemeClr val="accent3"/>
              </a:buClr>
              <a:buFont typeface="Arial" panose="020B0604020202020204" pitchFamily="34" charset="0"/>
              <a:buChar char="•"/>
              <a:tabLst/>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a:t>
            </a:r>
          </a:p>
        </p:txBody>
      </p:sp>
      <p:sp>
        <p:nvSpPr>
          <p:cNvPr id="15" name="Marcador de texto 45">
            <a:extLst>
              <a:ext uri="{FF2B5EF4-FFF2-40B4-BE49-F238E27FC236}">
                <a16:creationId xmlns:a16="http://schemas.microsoft.com/office/drawing/2014/main" id="{5A5A592B-66EC-254C-9AA3-7180532DACC9}"/>
              </a:ext>
            </a:extLst>
          </p:cNvPr>
          <p:cNvSpPr>
            <a:spLocks noGrp="1"/>
          </p:cNvSpPr>
          <p:nvPr>
            <p:ph type="body" sz="quarter" idx="20" hasCustomPrompt="1"/>
          </p:nvPr>
        </p:nvSpPr>
        <p:spPr>
          <a:xfrm>
            <a:off x="9561563" y="5121188"/>
            <a:ext cx="2243942"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7" name="Marcador de texto 45">
            <a:extLst>
              <a:ext uri="{FF2B5EF4-FFF2-40B4-BE49-F238E27FC236}">
                <a16:creationId xmlns:a16="http://schemas.microsoft.com/office/drawing/2014/main" id="{57CCBE1B-29BD-2E41-B680-489BEEBB7354}"/>
              </a:ext>
            </a:extLst>
          </p:cNvPr>
          <p:cNvSpPr>
            <a:spLocks noGrp="1"/>
          </p:cNvSpPr>
          <p:nvPr>
            <p:ph type="body" sz="quarter" idx="21" hasCustomPrompt="1"/>
          </p:nvPr>
        </p:nvSpPr>
        <p:spPr>
          <a:xfrm>
            <a:off x="9564530" y="5455815"/>
            <a:ext cx="2256764" cy="461665"/>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2" name="Elipse 1">
            <a:extLst>
              <a:ext uri="{FF2B5EF4-FFF2-40B4-BE49-F238E27FC236}">
                <a16:creationId xmlns:a16="http://schemas.microsoft.com/office/drawing/2014/main" id="{67CAB199-F135-CB48-8BB2-E6E5358A2D5E}"/>
              </a:ext>
            </a:extLst>
          </p:cNvPr>
          <p:cNvSpPr/>
          <p:nvPr userDrawn="1"/>
        </p:nvSpPr>
        <p:spPr>
          <a:xfrm>
            <a:off x="8108301" y="4849325"/>
            <a:ext cx="1316259" cy="1316174"/>
          </a:xfrm>
          <a:prstGeom prst="ellipse">
            <a:avLst/>
          </a:pr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14" name="Marcador de texto 45">
            <a:extLst>
              <a:ext uri="{FF2B5EF4-FFF2-40B4-BE49-F238E27FC236}">
                <a16:creationId xmlns:a16="http://schemas.microsoft.com/office/drawing/2014/main" id="{C13129EC-5572-DB4D-A851-6BD2260BC775}"/>
              </a:ext>
            </a:extLst>
          </p:cNvPr>
          <p:cNvSpPr>
            <a:spLocks noGrp="1"/>
          </p:cNvSpPr>
          <p:nvPr>
            <p:ph type="body" sz="quarter" idx="19" hasCustomPrompt="1"/>
          </p:nvPr>
        </p:nvSpPr>
        <p:spPr>
          <a:xfrm>
            <a:off x="8363712" y="5187736"/>
            <a:ext cx="832201" cy="664798"/>
          </a:xfrm>
          <a:prstGeom prst="rect">
            <a:avLst/>
          </a:prstGeom>
        </p:spPr>
        <p:txBody>
          <a:bodyPr wrap="square" lIns="0" tIns="0" rIns="0" bIns="0" anchor="ctr">
            <a:spAutoFit/>
          </a:bodyPr>
          <a:lstStyle>
            <a:lvl1pPr marL="0" indent="0" algn="ctr">
              <a:buNone/>
              <a:defRPr sz="48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4" name="SmartArt Placeholder 3">
            <a:extLst>
              <a:ext uri="{FF2B5EF4-FFF2-40B4-BE49-F238E27FC236}">
                <a16:creationId xmlns:a16="http://schemas.microsoft.com/office/drawing/2014/main" id="{AB495EF7-A04E-E24C-A7C8-7D48E9164E16}"/>
              </a:ext>
            </a:extLst>
          </p:cNvPr>
          <p:cNvSpPr>
            <a:spLocks noGrp="1"/>
          </p:cNvSpPr>
          <p:nvPr>
            <p:ph type="dgm" sz="quarter" idx="22"/>
          </p:nvPr>
        </p:nvSpPr>
        <p:spPr>
          <a:xfrm>
            <a:off x="0" y="14534"/>
            <a:ext cx="7920589" cy="6858000"/>
          </a:xfrm>
          <a:prstGeom prst="rect">
            <a:avLst/>
          </a:prstGeom>
          <a:solidFill>
            <a:schemeClr val="bg2">
              <a:lumMod val="90000"/>
            </a:schemeClr>
          </a:solidFill>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 elemento gráfico SmartArt</a:t>
            </a:r>
            <a:endParaRPr lang="es-ES_tradnl"/>
          </a:p>
        </p:txBody>
      </p:sp>
      <p:pic>
        <p:nvPicPr>
          <p:cNvPr id="16" name="Imagen 19">
            <a:extLst>
              <a:ext uri="{FF2B5EF4-FFF2-40B4-BE49-F238E27FC236}">
                <a16:creationId xmlns:a16="http://schemas.microsoft.com/office/drawing/2014/main" id="{35B8C11E-234C-CF4E-9D25-1F2EB7BC4513}"/>
              </a:ext>
            </a:extLst>
          </p:cNvPr>
          <p:cNvPicPr>
            <a:picLocks noChangeAspect="1"/>
          </p:cNvPicPr>
          <p:nvPr userDrawn="1"/>
        </p:nvPicPr>
        <p:blipFill>
          <a:blip r:embed="rId2"/>
          <a:srcRect/>
          <a:stretch/>
        </p:blipFill>
        <p:spPr>
          <a:xfrm>
            <a:off x="8060559" y="466781"/>
            <a:ext cx="415508" cy="225637"/>
          </a:xfrm>
          <a:prstGeom prst="rect">
            <a:avLst/>
          </a:prstGeom>
        </p:spPr>
      </p:pic>
      <p:sp>
        <p:nvSpPr>
          <p:cNvPr id="18" name="Line">
            <a:extLst>
              <a:ext uri="{FF2B5EF4-FFF2-40B4-BE49-F238E27FC236}">
                <a16:creationId xmlns:a16="http://schemas.microsoft.com/office/drawing/2014/main" id="{65823AF7-C597-3E49-8D5E-6BE482AB022E}"/>
              </a:ext>
            </a:extLst>
          </p:cNvPr>
          <p:cNvSpPr/>
          <p:nvPr userDrawn="1"/>
        </p:nvSpPr>
        <p:spPr>
          <a:xfrm>
            <a:off x="8076349" y="2472379"/>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21455616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Numeral 01">
    <p:spTree>
      <p:nvGrpSpPr>
        <p:cNvPr id="1" name=""/>
        <p:cNvGrpSpPr/>
        <p:nvPr/>
      </p:nvGrpSpPr>
      <p:grpSpPr>
        <a:xfrm>
          <a:off x="0" y="0"/>
          <a:ext cx="0" cy="0"/>
          <a:chOff x="0" y="0"/>
          <a:chExt cx="0" cy="0"/>
        </a:xfrm>
      </p:grpSpPr>
      <p:sp>
        <p:nvSpPr>
          <p:cNvPr id="30" name="Marcador de posición de imagen 42">
            <a:extLst>
              <a:ext uri="{FF2B5EF4-FFF2-40B4-BE49-F238E27FC236}">
                <a16:creationId xmlns:a16="http://schemas.microsoft.com/office/drawing/2014/main" id="{8E8AACDE-108C-FF42-BF8F-12E3DF124DF6}"/>
              </a:ext>
            </a:extLst>
          </p:cNvPr>
          <p:cNvSpPr>
            <a:spLocks noGrp="1"/>
          </p:cNvSpPr>
          <p:nvPr>
            <p:ph type="pic" sz="quarter" idx="15"/>
          </p:nvPr>
        </p:nvSpPr>
        <p:spPr>
          <a:xfrm>
            <a:off x="0" y="0"/>
            <a:ext cx="7920589" cy="6858000"/>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8" name="Title 1">
            <a:extLst>
              <a:ext uri="{FF2B5EF4-FFF2-40B4-BE49-F238E27FC236}">
                <a16:creationId xmlns:a16="http://schemas.microsoft.com/office/drawing/2014/main" id="{B7A64475-28DF-0C4E-B845-BD853510D142}"/>
              </a:ext>
            </a:extLst>
          </p:cNvPr>
          <p:cNvSpPr>
            <a:spLocks noGrp="1"/>
          </p:cNvSpPr>
          <p:nvPr>
            <p:ph type="title" hasCustomPrompt="1"/>
          </p:nvPr>
        </p:nvSpPr>
        <p:spPr>
          <a:xfrm>
            <a:off x="8076349" y="1074861"/>
            <a:ext cx="3744946"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título</a:t>
            </a:r>
            <a:endParaRPr lang="en-US"/>
          </a:p>
        </p:txBody>
      </p:sp>
      <p:sp>
        <p:nvSpPr>
          <p:cNvPr id="10" name="Marcador de texto 15">
            <a:extLst>
              <a:ext uri="{FF2B5EF4-FFF2-40B4-BE49-F238E27FC236}">
                <a16:creationId xmlns:a16="http://schemas.microsoft.com/office/drawing/2014/main" id="{5417A168-7D3D-7C47-BB98-213A34325331}"/>
              </a:ext>
            </a:extLst>
          </p:cNvPr>
          <p:cNvSpPr>
            <a:spLocks noGrp="1"/>
          </p:cNvSpPr>
          <p:nvPr>
            <p:ph type="body" sz="quarter" idx="10"/>
          </p:nvPr>
        </p:nvSpPr>
        <p:spPr>
          <a:xfrm>
            <a:off x="8060559" y="1340768"/>
            <a:ext cx="3744946" cy="1920526"/>
          </a:xfrm>
          <a:prstGeom prst="rect">
            <a:avLst/>
          </a:prstGeom>
        </p:spPr>
        <p:txBody>
          <a:bodyPr anchor="t">
            <a:spAutoFit/>
          </a:bodyPr>
          <a:lstStyle>
            <a:lvl1pPr marL="0" indent="0">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15" name="Marcador de texto 45">
            <a:extLst>
              <a:ext uri="{FF2B5EF4-FFF2-40B4-BE49-F238E27FC236}">
                <a16:creationId xmlns:a16="http://schemas.microsoft.com/office/drawing/2014/main" id="{5A5A592B-66EC-254C-9AA3-7180532DACC9}"/>
              </a:ext>
            </a:extLst>
          </p:cNvPr>
          <p:cNvSpPr>
            <a:spLocks noGrp="1"/>
          </p:cNvSpPr>
          <p:nvPr>
            <p:ph type="body" sz="quarter" idx="20" hasCustomPrompt="1"/>
          </p:nvPr>
        </p:nvSpPr>
        <p:spPr>
          <a:xfrm>
            <a:off x="9561563" y="5121188"/>
            <a:ext cx="2243942"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7" name="Marcador de texto 45">
            <a:extLst>
              <a:ext uri="{FF2B5EF4-FFF2-40B4-BE49-F238E27FC236}">
                <a16:creationId xmlns:a16="http://schemas.microsoft.com/office/drawing/2014/main" id="{57CCBE1B-29BD-2E41-B680-489BEEBB7354}"/>
              </a:ext>
            </a:extLst>
          </p:cNvPr>
          <p:cNvSpPr>
            <a:spLocks noGrp="1"/>
          </p:cNvSpPr>
          <p:nvPr>
            <p:ph type="body" sz="quarter" idx="21" hasCustomPrompt="1"/>
          </p:nvPr>
        </p:nvSpPr>
        <p:spPr>
          <a:xfrm>
            <a:off x="9564530" y="5455815"/>
            <a:ext cx="2256764" cy="461665"/>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2" name="Elipse 1">
            <a:extLst>
              <a:ext uri="{FF2B5EF4-FFF2-40B4-BE49-F238E27FC236}">
                <a16:creationId xmlns:a16="http://schemas.microsoft.com/office/drawing/2014/main" id="{67CAB199-F135-CB48-8BB2-E6E5358A2D5E}"/>
              </a:ext>
            </a:extLst>
          </p:cNvPr>
          <p:cNvSpPr/>
          <p:nvPr userDrawn="1"/>
        </p:nvSpPr>
        <p:spPr>
          <a:xfrm>
            <a:off x="8108301" y="4849325"/>
            <a:ext cx="1316259" cy="1316174"/>
          </a:xfrm>
          <a:prstGeom prst="ellipse">
            <a:avLst/>
          </a:pr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14" name="Marcador de texto 45">
            <a:extLst>
              <a:ext uri="{FF2B5EF4-FFF2-40B4-BE49-F238E27FC236}">
                <a16:creationId xmlns:a16="http://schemas.microsoft.com/office/drawing/2014/main" id="{C13129EC-5572-DB4D-A851-6BD2260BC775}"/>
              </a:ext>
            </a:extLst>
          </p:cNvPr>
          <p:cNvSpPr>
            <a:spLocks noGrp="1"/>
          </p:cNvSpPr>
          <p:nvPr>
            <p:ph type="body" sz="quarter" idx="19" hasCustomPrompt="1"/>
          </p:nvPr>
        </p:nvSpPr>
        <p:spPr>
          <a:xfrm>
            <a:off x="8363712" y="5187736"/>
            <a:ext cx="832201" cy="664798"/>
          </a:xfrm>
          <a:prstGeom prst="rect">
            <a:avLst/>
          </a:prstGeom>
        </p:spPr>
        <p:txBody>
          <a:bodyPr wrap="square" lIns="0" tIns="0" rIns="0" bIns="0" anchor="ctr">
            <a:spAutoFit/>
          </a:bodyPr>
          <a:lstStyle>
            <a:lvl1pPr marL="0" indent="0" algn="ctr">
              <a:buNone/>
              <a:defRPr sz="48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16" name="Rectangle 15">
            <a:extLst>
              <a:ext uri="{FF2B5EF4-FFF2-40B4-BE49-F238E27FC236}">
                <a16:creationId xmlns:a16="http://schemas.microsoft.com/office/drawing/2014/main" id="{BAE94418-19EB-1D45-B9AA-89C40D522F7F}"/>
              </a:ext>
            </a:extLst>
          </p:cNvPr>
          <p:cNvSpPr/>
          <p:nvPr userDrawn="1"/>
        </p:nvSpPr>
        <p:spPr>
          <a:xfrm>
            <a:off x="7929502" y="6237312"/>
            <a:ext cx="178798" cy="4680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T" sz="900">
              <a:latin typeface="Century Gothic" panose="020B0502020202020204" pitchFamily="34" charset="0"/>
            </a:endParaRPr>
          </a:p>
        </p:txBody>
      </p:sp>
      <p:sp>
        <p:nvSpPr>
          <p:cNvPr id="19" name="Marcador de texto 45">
            <a:extLst>
              <a:ext uri="{FF2B5EF4-FFF2-40B4-BE49-F238E27FC236}">
                <a16:creationId xmlns:a16="http://schemas.microsoft.com/office/drawing/2014/main" id="{CA38DA9F-1B4D-8741-AB15-30B61B2C286E}"/>
              </a:ext>
            </a:extLst>
          </p:cNvPr>
          <p:cNvSpPr>
            <a:spLocks noGrp="1"/>
          </p:cNvSpPr>
          <p:nvPr>
            <p:ph type="body" sz="quarter" idx="17" hasCustomPrompt="1"/>
          </p:nvPr>
        </p:nvSpPr>
        <p:spPr>
          <a:xfrm>
            <a:off x="8060558" y="2592697"/>
            <a:ext cx="3728041"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0" name="Marcador de texto 45">
            <a:extLst>
              <a:ext uri="{FF2B5EF4-FFF2-40B4-BE49-F238E27FC236}">
                <a16:creationId xmlns:a16="http://schemas.microsoft.com/office/drawing/2014/main" id="{F1264856-67BF-AB46-B920-5EC42C268181}"/>
              </a:ext>
            </a:extLst>
          </p:cNvPr>
          <p:cNvSpPr>
            <a:spLocks noGrp="1"/>
          </p:cNvSpPr>
          <p:nvPr>
            <p:ph type="body" sz="quarter" idx="18" hasCustomPrompt="1"/>
          </p:nvPr>
        </p:nvSpPr>
        <p:spPr>
          <a:xfrm>
            <a:off x="8060559" y="2949787"/>
            <a:ext cx="3728041" cy="461665"/>
          </a:xfrm>
          <a:prstGeom prst="rect">
            <a:avLst/>
          </a:prstGeom>
        </p:spPr>
        <p:txBody>
          <a:bodyPr wrap="square" lIns="0" tIns="0" rIns="0" bIns="0" anchor="t">
            <a:spAutoFit/>
          </a:bodyPr>
          <a:lstStyle>
            <a:lvl1pPr marL="355600" indent="-355600" algn="just">
              <a:lnSpc>
                <a:spcPct val="100000"/>
              </a:lnSpc>
              <a:buClr>
                <a:schemeClr val="accent3"/>
              </a:buClr>
              <a:buFont typeface="Arial" panose="020B0604020202020204" pitchFamily="34" charset="0"/>
              <a:buChar char="•"/>
              <a:tabLst/>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a:t>
            </a:r>
          </a:p>
        </p:txBody>
      </p:sp>
      <p:pic>
        <p:nvPicPr>
          <p:cNvPr id="22" name="Imagen 19">
            <a:extLst>
              <a:ext uri="{FF2B5EF4-FFF2-40B4-BE49-F238E27FC236}">
                <a16:creationId xmlns:a16="http://schemas.microsoft.com/office/drawing/2014/main" id="{C9880852-5453-634A-A293-899CD812A5BE}"/>
              </a:ext>
            </a:extLst>
          </p:cNvPr>
          <p:cNvPicPr>
            <a:picLocks noChangeAspect="1"/>
          </p:cNvPicPr>
          <p:nvPr userDrawn="1"/>
        </p:nvPicPr>
        <p:blipFill>
          <a:blip r:embed="rId2"/>
          <a:srcRect/>
          <a:stretch/>
        </p:blipFill>
        <p:spPr>
          <a:xfrm>
            <a:off x="8060559" y="466781"/>
            <a:ext cx="415507" cy="225637"/>
          </a:xfrm>
          <a:prstGeom prst="rect">
            <a:avLst/>
          </a:prstGeom>
        </p:spPr>
      </p:pic>
      <p:sp>
        <p:nvSpPr>
          <p:cNvPr id="23" name="Line">
            <a:extLst>
              <a:ext uri="{FF2B5EF4-FFF2-40B4-BE49-F238E27FC236}">
                <a16:creationId xmlns:a16="http://schemas.microsoft.com/office/drawing/2014/main" id="{D8E420D4-834E-0A46-B1F2-2CD3B3692449}"/>
              </a:ext>
            </a:extLst>
          </p:cNvPr>
          <p:cNvSpPr/>
          <p:nvPr userDrawn="1"/>
        </p:nvSpPr>
        <p:spPr>
          <a:xfrm>
            <a:off x="8076349" y="2472379"/>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Tree>
    <p:extLst>
      <p:ext uri="{BB962C8B-B14F-4D97-AF65-F5344CB8AC3E}">
        <p14:creationId xmlns:p14="http://schemas.microsoft.com/office/powerpoint/2010/main" val="94551101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Numeral 02">
    <p:spTree>
      <p:nvGrpSpPr>
        <p:cNvPr id="1" name=""/>
        <p:cNvGrpSpPr/>
        <p:nvPr/>
      </p:nvGrpSpPr>
      <p:grpSpPr>
        <a:xfrm>
          <a:off x="0" y="0"/>
          <a:ext cx="0" cy="0"/>
          <a:chOff x="0" y="0"/>
          <a:chExt cx="0" cy="0"/>
        </a:xfrm>
      </p:grpSpPr>
      <p:sp>
        <p:nvSpPr>
          <p:cNvPr id="32" name="Rectángulo 31">
            <a:extLst>
              <a:ext uri="{FF2B5EF4-FFF2-40B4-BE49-F238E27FC236}">
                <a16:creationId xmlns:a16="http://schemas.microsoft.com/office/drawing/2014/main" id="{F555FA43-7B52-BA4E-BE7C-328C857EB2F7}"/>
              </a:ext>
            </a:extLst>
          </p:cNvPr>
          <p:cNvSpPr/>
          <p:nvPr userDrawn="1"/>
        </p:nvSpPr>
        <p:spPr>
          <a:xfrm>
            <a:off x="0" y="0"/>
            <a:ext cx="12192000" cy="62373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10" name="Title 1">
            <a:extLst>
              <a:ext uri="{FF2B5EF4-FFF2-40B4-BE49-F238E27FC236}">
                <a16:creationId xmlns:a16="http://schemas.microsoft.com/office/drawing/2014/main" id="{2A899F1D-B41D-E948-A838-C8B14B6BDB60}"/>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bg1"/>
                </a:solidFill>
                <a:latin typeface="Century Gothic" panose="020B0502020202020204" pitchFamily="34" charset="0"/>
              </a:defRPr>
            </a:lvl1pPr>
          </a:lstStyle>
          <a:p>
            <a:r>
              <a:rPr lang="es-MX"/>
              <a:t>Haz clic para modificar el estilo de título del patrón</a:t>
            </a:r>
            <a:endParaRPr lang="en-US"/>
          </a:p>
        </p:txBody>
      </p:sp>
      <p:sp>
        <p:nvSpPr>
          <p:cNvPr id="11" name="Marcador de texto 15">
            <a:extLst>
              <a:ext uri="{FF2B5EF4-FFF2-40B4-BE49-F238E27FC236}">
                <a16:creationId xmlns:a16="http://schemas.microsoft.com/office/drawing/2014/main" id="{67872CF9-9D25-C644-B4C8-3440C4BFBE27}"/>
              </a:ext>
            </a:extLst>
          </p:cNvPr>
          <p:cNvSpPr>
            <a:spLocks noGrp="1"/>
          </p:cNvSpPr>
          <p:nvPr>
            <p:ph type="body" sz="quarter" idx="10"/>
          </p:nvPr>
        </p:nvSpPr>
        <p:spPr>
          <a:xfrm>
            <a:off x="370706" y="764704"/>
            <a:ext cx="10478131" cy="457200"/>
          </a:xfrm>
          <a:prstGeom prst="rect">
            <a:avLst/>
          </a:prstGeom>
        </p:spPr>
        <p:txBody>
          <a:bodyPr anchor="t"/>
          <a:lstStyle>
            <a:lvl1pPr marL="0" indent="0">
              <a:buNone/>
              <a:defRPr sz="33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12" name="Marcador de texto 45">
            <a:extLst>
              <a:ext uri="{FF2B5EF4-FFF2-40B4-BE49-F238E27FC236}">
                <a16:creationId xmlns:a16="http://schemas.microsoft.com/office/drawing/2014/main" id="{8E738D47-BECF-1042-9C63-589EB04F64CA}"/>
              </a:ext>
            </a:extLst>
          </p:cNvPr>
          <p:cNvSpPr>
            <a:spLocks noGrp="1"/>
          </p:cNvSpPr>
          <p:nvPr>
            <p:ph type="body" sz="quarter" idx="20" hasCustomPrompt="1"/>
          </p:nvPr>
        </p:nvSpPr>
        <p:spPr>
          <a:xfrm>
            <a:off x="1839758" y="2440724"/>
            <a:ext cx="2243942" cy="243632"/>
          </a:xfrm>
          <a:prstGeom prst="rect">
            <a:avLst/>
          </a:prstGeom>
        </p:spPr>
        <p:txBody>
          <a:bodyPr lIns="0" tIns="0" rIns="0" bIns="0" anchor="t"/>
          <a:lstStyle>
            <a:lvl1pPr marL="0" indent="0" algn="l">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3" name="Marcador de texto 45">
            <a:extLst>
              <a:ext uri="{FF2B5EF4-FFF2-40B4-BE49-F238E27FC236}">
                <a16:creationId xmlns:a16="http://schemas.microsoft.com/office/drawing/2014/main" id="{F751B22A-C25C-4A43-8191-A9484D341EAF}"/>
              </a:ext>
            </a:extLst>
          </p:cNvPr>
          <p:cNvSpPr>
            <a:spLocks noGrp="1"/>
          </p:cNvSpPr>
          <p:nvPr>
            <p:ph type="body" sz="quarter" idx="21" hasCustomPrompt="1"/>
          </p:nvPr>
        </p:nvSpPr>
        <p:spPr>
          <a:xfrm>
            <a:off x="1842725" y="2775351"/>
            <a:ext cx="2256764" cy="461665"/>
          </a:xfrm>
          <a:prstGeom prst="rect">
            <a:avLst/>
          </a:prstGeom>
        </p:spPr>
        <p:txBody>
          <a:bodyPr wrap="square" lIns="0" tIns="0" rIns="0" bIns="0" anchor="t">
            <a:spAutoFit/>
          </a:bodyPr>
          <a:lstStyle>
            <a:lvl1pPr marL="0" indent="0" algn="just">
              <a:lnSpc>
                <a:spcPct val="100000"/>
              </a:lnSpc>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14" name="Elipse 13">
            <a:extLst>
              <a:ext uri="{FF2B5EF4-FFF2-40B4-BE49-F238E27FC236}">
                <a16:creationId xmlns:a16="http://schemas.microsoft.com/office/drawing/2014/main" id="{268ED30E-F536-CD41-982F-E0B0F3871D2C}"/>
              </a:ext>
            </a:extLst>
          </p:cNvPr>
          <p:cNvSpPr/>
          <p:nvPr userDrawn="1"/>
        </p:nvSpPr>
        <p:spPr>
          <a:xfrm>
            <a:off x="386495" y="2168860"/>
            <a:ext cx="1316259" cy="1316174"/>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15" name="Marcador de texto 45">
            <a:extLst>
              <a:ext uri="{FF2B5EF4-FFF2-40B4-BE49-F238E27FC236}">
                <a16:creationId xmlns:a16="http://schemas.microsoft.com/office/drawing/2014/main" id="{072A743F-8D22-9844-8C51-06CE01432DF2}"/>
              </a:ext>
            </a:extLst>
          </p:cNvPr>
          <p:cNvSpPr>
            <a:spLocks noGrp="1"/>
          </p:cNvSpPr>
          <p:nvPr>
            <p:ph type="body" sz="quarter" idx="19" hasCustomPrompt="1"/>
          </p:nvPr>
        </p:nvSpPr>
        <p:spPr>
          <a:xfrm>
            <a:off x="641906" y="2507271"/>
            <a:ext cx="832201" cy="664798"/>
          </a:xfrm>
          <a:prstGeom prst="rect">
            <a:avLst/>
          </a:prstGeom>
        </p:spPr>
        <p:txBody>
          <a:bodyPr wrap="square" lIns="0" tIns="0" rIns="0" bIns="0" anchor="ctr">
            <a:spAutoFit/>
          </a:bodyPr>
          <a:lstStyle>
            <a:lvl1pPr marL="0" indent="0" algn="ctr">
              <a:buNone/>
              <a:defRPr sz="4800" b="1">
                <a:solidFill>
                  <a:schemeClr val="accent3"/>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27" name="Marcador de texto 45">
            <a:extLst>
              <a:ext uri="{FF2B5EF4-FFF2-40B4-BE49-F238E27FC236}">
                <a16:creationId xmlns:a16="http://schemas.microsoft.com/office/drawing/2014/main" id="{C384A158-6920-EE4C-8B31-2BEBE5FA6F39}"/>
              </a:ext>
            </a:extLst>
          </p:cNvPr>
          <p:cNvSpPr>
            <a:spLocks noGrp="1"/>
          </p:cNvSpPr>
          <p:nvPr>
            <p:ph type="body" sz="quarter" idx="22" hasCustomPrompt="1"/>
          </p:nvPr>
        </p:nvSpPr>
        <p:spPr>
          <a:xfrm>
            <a:off x="5687020" y="2440724"/>
            <a:ext cx="2243942" cy="243632"/>
          </a:xfrm>
          <a:prstGeom prst="rect">
            <a:avLst/>
          </a:prstGeom>
        </p:spPr>
        <p:txBody>
          <a:bodyPr lIns="0" tIns="0" rIns="0" bIns="0" anchor="t"/>
          <a:lstStyle>
            <a:lvl1pPr marL="0" indent="0" algn="l">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8" name="Marcador de texto 45">
            <a:extLst>
              <a:ext uri="{FF2B5EF4-FFF2-40B4-BE49-F238E27FC236}">
                <a16:creationId xmlns:a16="http://schemas.microsoft.com/office/drawing/2014/main" id="{1E12FABE-3FB3-2744-A447-6D8701A6B2D2}"/>
              </a:ext>
            </a:extLst>
          </p:cNvPr>
          <p:cNvSpPr>
            <a:spLocks noGrp="1"/>
          </p:cNvSpPr>
          <p:nvPr>
            <p:ph type="body" sz="quarter" idx="23" hasCustomPrompt="1"/>
          </p:nvPr>
        </p:nvSpPr>
        <p:spPr>
          <a:xfrm>
            <a:off x="5689987" y="2775351"/>
            <a:ext cx="2256764" cy="461665"/>
          </a:xfrm>
          <a:prstGeom prst="rect">
            <a:avLst/>
          </a:prstGeom>
        </p:spPr>
        <p:txBody>
          <a:bodyPr wrap="square" lIns="0" tIns="0" rIns="0" bIns="0" anchor="t">
            <a:spAutoFit/>
          </a:bodyPr>
          <a:lstStyle>
            <a:lvl1pPr marL="0" indent="0" algn="just">
              <a:lnSpc>
                <a:spcPct val="100000"/>
              </a:lnSpc>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29" name="Elipse 28">
            <a:extLst>
              <a:ext uri="{FF2B5EF4-FFF2-40B4-BE49-F238E27FC236}">
                <a16:creationId xmlns:a16="http://schemas.microsoft.com/office/drawing/2014/main" id="{D3F94C43-558D-E04B-98D4-12CE5C4331DE}"/>
              </a:ext>
            </a:extLst>
          </p:cNvPr>
          <p:cNvSpPr/>
          <p:nvPr userDrawn="1"/>
        </p:nvSpPr>
        <p:spPr>
          <a:xfrm>
            <a:off x="4233757" y="2168860"/>
            <a:ext cx="1316259" cy="1316174"/>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31" name="Marcador de texto 45">
            <a:extLst>
              <a:ext uri="{FF2B5EF4-FFF2-40B4-BE49-F238E27FC236}">
                <a16:creationId xmlns:a16="http://schemas.microsoft.com/office/drawing/2014/main" id="{724EF884-E872-FE46-9873-9BF773B7E2C2}"/>
              </a:ext>
            </a:extLst>
          </p:cNvPr>
          <p:cNvSpPr>
            <a:spLocks noGrp="1"/>
          </p:cNvSpPr>
          <p:nvPr>
            <p:ph type="body" sz="quarter" idx="24" hasCustomPrompt="1"/>
          </p:nvPr>
        </p:nvSpPr>
        <p:spPr>
          <a:xfrm>
            <a:off x="4489168" y="2507271"/>
            <a:ext cx="832201" cy="664798"/>
          </a:xfrm>
          <a:prstGeom prst="rect">
            <a:avLst/>
          </a:prstGeom>
        </p:spPr>
        <p:txBody>
          <a:bodyPr wrap="square" lIns="0" tIns="0" rIns="0" bIns="0" anchor="ctr">
            <a:spAutoFit/>
          </a:bodyPr>
          <a:lstStyle>
            <a:lvl1pPr marL="0" indent="0" algn="ctr">
              <a:buNone/>
              <a:defRPr sz="4800" b="1">
                <a:solidFill>
                  <a:schemeClr val="accent3"/>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33" name="Marcador de texto 45">
            <a:extLst>
              <a:ext uri="{FF2B5EF4-FFF2-40B4-BE49-F238E27FC236}">
                <a16:creationId xmlns:a16="http://schemas.microsoft.com/office/drawing/2014/main" id="{AA66076A-A9E9-7149-AD60-EA6F210C24FA}"/>
              </a:ext>
            </a:extLst>
          </p:cNvPr>
          <p:cNvSpPr>
            <a:spLocks noGrp="1"/>
          </p:cNvSpPr>
          <p:nvPr>
            <p:ph type="body" sz="quarter" idx="25" hasCustomPrompt="1"/>
          </p:nvPr>
        </p:nvSpPr>
        <p:spPr>
          <a:xfrm>
            <a:off x="9553877" y="2440724"/>
            <a:ext cx="2243942" cy="243632"/>
          </a:xfrm>
          <a:prstGeom prst="rect">
            <a:avLst/>
          </a:prstGeom>
        </p:spPr>
        <p:txBody>
          <a:bodyPr lIns="0" tIns="0" rIns="0" bIns="0" anchor="t"/>
          <a:lstStyle>
            <a:lvl1pPr marL="0" indent="0" algn="l">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4" name="Marcador de texto 45">
            <a:extLst>
              <a:ext uri="{FF2B5EF4-FFF2-40B4-BE49-F238E27FC236}">
                <a16:creationId xmlns:a16="http://schemas.microsoft.com/office/drawing/2014/main" id="{809E6C33-236D-E948-A76E-595C8AB6BB07}"/>
              </a:ext>
            </a:extLst>
          </p:cNvPr>
          <p:cNvSpPr>
            <a:spLocks noGrp="1"/>
          </p:cNvSpPr>
          <p:nvPr>
            <p:ph type="body" sz="quarter" idx="26" hasCustomPrompt="1"/>
          </p:nvPr>
        </p:nvSpPr>
        <p:spPr>
          <a:xfrm>
            <a:off x="9556844" y="2775351"/>
            <a:ext cx="2256764" cy="461665"/>
          </a:xfrm>
          <a:prstGeom prst="rect">
            <a:avLst/>
          </a:prstGeom>
        </p:spPr>
        <p:txBody>
          <a:bodyPr wrap="square" lIns="0" tIns="0" rIns="0" bIns="0" anchor="t">
            <a:spAutoFit/>
          </a:bodyPr>
          <a:lstStyle>
            <a:lvl1pPr marL="0" indent="0" algn="just">
              <a:lnSpc>
                <a:spcPct val="100000"/>
              </a:lnSpc>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35" name="Elipse 34">
            <a:extLst>
              <a:ext uri="{FF2B5EF4-FFF2-40B4-BE49-F238E27FC236}">
                <a16:creationId xmlns:a16="http://schemas.microsoft.com/office/drawing/2014/main" id="{D6A18BE4-8B43-4246-AD6F-C88B731724DE}"/>
              </a:ext>
            </a:extLst>
          </p:cNvPr>
          <p:cNvSpPr/>
          <p:nvPr userDrawn="1"/>
        </p:nvSpPr>
        <p:spPr>
          <a:xfrm>
            <a:off x="8100614" y="2168860"/>
            <a:ext cx="1316259" cy="1316174"/>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36" name="Marcador de texto 45">
            <a:extLst>
              <a:ext uri="{FF2B5EF4-FFF2-40B4-BE49-F238E27FC236}">
                <a16:creationId xmlns:a16="http://schemas.microsoft.com/office/drawing/2014/main" id="{E9396CC3-6232-FF42-B14A-690061ACBB91}"/>
              </a:ext>
            </a:extLst>
          </p:cNvPr>
          <p:cNvSpPr>
            <a:spLocks noGrp="1"/>
          </p:cNvSpPr>
          <p:nvPr>
            <p:ph type="body" sz="quarter" idx="27" hasCustomPrompt="1"/>
          </p:nvPr>
        </p:nvSpPr>
        <p:spPr>
          <a:xfrm>
            <a:off x="8356025" y="2507271"/>
            <a:ext cx="832201" cy="664798"/>
          </a:xfrm>
          <a:prstGeom prst="rect">
            <a:avLst/>
          </a:prstGeom>
        </p:spPr>
        <p:txBody>
          <a:bodyPr wrap="square" lIns="0" tIns="0" rIns="0" bIns="0" anchor="ctr">
            <a:spAutoFit/>
          </a:bodyPr>
          <a:lstStyle>
            <a:lvl1pPr marL="0" indent="0" algn="ctr">
              <a:buNone/>
              <a:defRPr sz="4800" b="1">
                <a:solidFill>
                  <a:schemeClr val="accent3"/>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37" name="Marcador de texto 45">
            <a:extLst>
              <a:ext uri="{FF2B5EF4-FFF2-40B4-BE49-F238E27FC236}">
                <a16:creationId xmlns:a16="http://schemas.microsoft.com/office/drawing/2014/main" id="{A78C50E4-EBF7-6B43-8ECF-B6BD8DD29182}"/>
              </a:ext>
            </a:extLst>
          </p:cNvPr>
          <p:cNvSpPr>
            <a:spLocks noGrp="1"/>
          </p:cNvSpPr>
          <p:nvPr>
            <p:ph type="body" sz="quarter" idx="28" hasCustomPrompt="1"/>
          </p:nvPr>
        </p:nvSpPr>
        <p:spPr>
          <a:xfrm>
            <a:off x="1839758" y="3969078"/>
            <a:ext cx="2243942" cy="243632"/>
          </a:xfrm>
          <a:prstGeom prst="rect">
            <a:avLst/>
          </a:prstGeom>
        </p:spPr>
        <p:txBody>
          <a:bodyPr lIns="0" tIns="0" rIns="0" bIns="0" anchor="t"/>
          <a:lstStyle>
            <a:lvl1pPr marL="0" indent="0" algn="l">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8" name="Marcador de texto 45">
            <a:extLst>
              <a:ext uri="{FF2B5EF4-FFF2-40B4-BE49-F238E27FC236}">
                <a16:creationId xmlns:a16="http://schemas.microsoft.com/office/drawing/2014/main" id="{B5F647E4-6AF4-964D-827B-B5BFAB64551A}"/>
              </a:ext>
            </a:extLst>
          </p:cNvPr>
          <p:cNvSpPr>
            <a:spLocks noGrp="1"/>
          </p:cNvSpPr>
          <p:nvPr>
            <p:ph type="body" sz="quarter" idx="29" hasCustomPrompt="1"/>
          </p:nvPr>
        </p:nvSpPr>
        <p:spPr>
          <a:xfrm>
            <a:off x="1842725" y="4303705"/>
            <a:ext cx="2256764" cy="461665"/>
          </a:xfrm>
          <a:prstGeom prst="rect">
            <a:avLst/>
          </a:prstGeom>
        </p:spPr>
        <p:txBody>
          <a:bodyPr wrap="square" lIns="0" tIns="0" rIns="0" bIns="0" anchor="t">
            <a:spAutoFit/>
          </a:bodyPr>
          <a:lstStyle>
            <a:lvl1pPr marL="0" indent="0" algn="just">
              <a:lnSpc>
                <a:spcPct val="100000"/>
              </a:lnSpc>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39" name="Elipse 38">
            <a:extLst>
              <a:ext uri="{FF2B5EF4-FFF2-40B4-BE49-F238E27FC236}">
                <a16:creationId xmlns:a16="http://schemas.microsoft.com/office/drawing/2014/main" id="{36404CCF-EAC3-4746-9A95-A4E87B21040C}"/>
              </a:ext>
            </a:extLst>
          </p:cNvPr>
          <p:cNvSpPr/>
          <p:nvPr userDrawn="1"/>
        </p:nvSpPr>
        <p:spPr>
          <a:xfrm>
            <a:off x="386495" y="3697214"/>
            <a:ext cx="1316259" cy="1316174"/>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40" name="Marcador de texto 45">
            <a:extLst>
              <a:ext uri="{FF2B5EF4-FFF2-40B4-BE49-F238E27FC236}">
                <a16:creationId xmlns:a16="http://schemas.microsoft.com/office/drawing/2014/main" id="{081EB61B-0DD1-0B40-BF06-641574E26298}"/>
              </a:ext>
            </a:extLst>
          </p:cNvPr>
          <p:cNvSpPr>
            <a:spLocks noGrp="1"/>
          </p:cNvSpPr>
          <p:nvPr>
            <p:ph type="body" sz="quarter" idx="30" hasCustomPrompt="1"/>
          </p:nvPr>
        </p:nvSpPr>
        <p:spPr>
          <a:xfrm>
            <a:off x="641906" y="4035625"/>
            <a:ext cx="832201" cy="664798"/>
          </a:xfrm>
          <a:prstGeom prst="rect">
            <a:avLst/>
          </a:prstGeom>
        </p:spPr>
        <p:txBody>
          <a:bodyPr wrap="square" lIns="0" tIns="0" rIns="0" bIns="0" anchor="ctr">
            <a:spAutoFit/>
          </a:bodyPr>
          <a:lstStyle>
            <a:lvl1pPr marL="0" indent="0" algn="ctr">
              <a:buNone/>
              <a:defRPr sz="4800" b="1">
                <a:solidFill>
                  <a:schemeClr val="accent3"/>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41" name="Marcador de texto 45">
            <a:extLst>
              <a:ext uri="{FF2B5EF4-FFF2-40B4-BE49-F238E27FC236}">
                <a16:creationId xmlns:a16="http://schemas.microsoft.com/office/drawing/2014/main" id="{8CD7BC81-44EC-D44F-BC4A-E3FAA4A941E3}"/>
              </a:ext>
            </a:extLst>
          </p:cNvPr>
          <p:cNvSpPr>
            <a:spLocks noGrp="1"/>
          </p:cNvSpPr>
          <p:nvPr>
            <p:ph type="body" sz="quarter" idx="31" hasCustomPrompt="1"/>
          </p:nvPr>
        </p:nvSpPr>
        <p:spPr>
          <a:xfrm>
            <a:off x="5687020" y="3969078"/>
            <a:ext cx="2243942" cy="243632"/>
          </a:xfrm>
          <a:prstGeom prst="rect">
            <a:avLst/>
          </a:prstGeom>
        </p:spPr>
        <p:txBody>
          <a:bodyPr lIns="0" tIns="0" rIns="0" bIns="0" anchor="t"/>
          <a:lstStyle>
            <a:lvl1pPr marL="0" indent="0" algn="l">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2" name="Marcador de texto 45">
            <a:extLst>
              <a:ext uri="{FF2B5EF4-FFF2-40B4-BE49-F238E27FC236}">
                <a16:creationId xmlns:a16="http://schemas.microsoft.com/office/drawing/2014/main" id="{85EC2514-A5BC-1543-96D3-1326FEF67EC5}"/>
              </a:ext>
            </a:extLst>
          </p:cNvPr>
          <p:cNvSpPr>
            <a:spLocks noGrp="1"/>
          </p:cNvSpPr>
          <p:nvPr>
            <p:ph type="body" sz="quarter" idx="32" hasCustomPrompt="1"/>
          </p:nvPr>
        </p:nvSpPr>
        <p:spPr>
          <a:xfrm>
            <a:off x="5689987" y="4303705"/>
            <a:ext cx="2256764" cy="461665"/>
          </a:xfrm>
          <a:prstGeom prst="rect">
            <a:avLst/>
          </a:prstGeom>
        </p:spPr>
        <p:txBody>
          <a:bodyPr wrap="square" lIns="0" tIns="0" rIns="0" bIns="0" anchor="t">
            <a:spAutoFit/>
          </a:bodyPr>
          <a:lstStyle>
            <a:lvl1pPr marL="0" indent="0" algn="just">
              <a:lnSpc>
                <a:spcPct val="100000"/>
              </a:lnSpc>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43" name="Elipse 42">
            <a:extLst>
              <a:ext uri="{FF2B5EF4-FFF2-40B4-BE49-F238E27FC236}">
                <a16:creationId xmlns:a16="http://schemas.microsoft.com/office/drawing/2014/main" id="{46C53E4D-B824-6743-AC9E-B0C8D0241B23}"/>
              </a:ext>
            </a:extLst>
          </p:cNvPr>
          <p:cNvSpPr/>
          <p:nvPr userDrawn="1"/>
        </p:nvSpPr>
        <p:spPr>
          <a:xfrm>
            <a:off x="4233757" y="3697214"/>
            <a:ext cx="1316259" cy="1316174"/>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44" name="Marcador de texto 45">
            <a:extLst>
              <a:ext uri="{FF2B5EF4-FFF2-40B4-BE49-F238E27FC236}">
                <a16:creationId xmlns:a16="http://schemas.microsoft.com/office/drawing/2014/main" id="{26CCC5D9-642C-9043-B5E0-EDDDE51084B4}"/>
              </a:ext>
            </a:extLst>
          </p:cNvPr>
          <p:cNvSpPr>
            <a:spLocks noGrp="1"/>
          </p:cNvSpPr>
          <p:nvPr>
            <p:ph type="body" sz="quarter" idx="33" hasCustomPrompt="1"/>
          </p:nvPr>
        </p:nvSpPr>
        <p:spPr>
          <a:xfrm>
            <a:off x="4489168" y="4035625"/>
            <a:ext cx="832201" cy="664798"/>
          </a:xfrm>
          <a:prstGeom prst="rect">
            <a:avLst/>
          </a:prstGeom>
        </p:spPr>
        <p:txBody>
          <a:bodyPr wrap="square" lIns="0" tIns="0" rIns="0" bIns="0" anchor="ctr">
            <a:spAutoFit/>
          </a:bodyPr>
          <a:lstStyle>
            <a:lvl1pPr marL="0" indent="0" algn="ctr">
              <a:buNone/>
              <a:defRPr sz="4800" b="1">
                <a:solidFill>
                  <a:schemeClr val="accent3"/>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45" name="Marcador de texto 45">
            <a:extLst>
              <a:ext uri="{FF2B5EF4-FFF2-40B4-BE49-F238E27FC236}">
                <a16:creationId xmlns:a16="http://schemas.microsoft.com/office/drawing/2014/main" id="{F90B6A61-595A-1A4F-A1FB-6586E8BC6106}"/>
              </a:ext>
            </a:extLst>
          </p:cNvPr>
          <p:cNvSpPr>
            <a:spLocks noGrp="1"/>
          </p:cNvSpPr>
          <p:nvPr>
            <p:ph type="body" sz="quarter" idx="34" hasCustomPrompt="1"/>
          </p:nvPr>
        </p:nvSpPr>
        <p:spPr>
          <a:xfrm>
            <a:off x="9553877" y="3969078"/>
            <a:ext cx="2243942" cy="243632"/>
          </a:xfrm>
          <a:prstGeom prst="rect">
            <a:avLst/>
          </a:prstGeom>
        </p:spPr>
        <p:txBody>
          <a:bodyPr lIns="0" tIns="0" rIns="0" bIns="0" anchor="t"/>
          <a:lstStyle>
            <a:lvl1pPr marL="0" indent="0" algn="l">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6" name="Marcador de texto 45">
            <a:extLst>
              <a:ext uri="{FF2B5EF4-FFF2-40B4-BE49-F238E27FC236}">
                <a16:creationId xmlns:a16="http://schemas.microsoft.com/office/drawing/2014/main" id="{D6BA10F3-B61E-4941-8894-F5A046799AFF}"/>
              </a:ext>
            </a:extLst>
          </p:cNvPr>
          <p:cNvSpPr>
            <a:spLocks noGrp="1"/>
          </p:cNvSpPr>
          <p:nvPr>
            <p:ph type="body" sz="quarter" idx="35" hasCustomPrompt="1"/>
          </p:nvPr>
        </p:nvSpPr>
        <p:spPr>
          <a:xfrm>
            <a:off x="9556844" y="4303705"/>
            <a:ext cx="2256764" cy="461665"/>
          </a:xfrm>
          <a:prstGeom prst="rect">
            <a:avLst/>
          </a:prstGeom>
        </p:spPr>
        <p:txBody>
          <a:bodyPr wrap="square" lIns="0" tIns="0" rIns="0" bIns="0" anchor="t">
            <a:spAutoFit/>
          </a:bodyPr>
          <a:lstStyle>
            <a:lvl1pPr marL="0" indent="0" algn="just">
              <a:lnSpc>
                <a:spcPct val="100000"/>
              </a:lnSpc>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47" name="Elipse 46">
            <a:extLst>
              <a:ext uri="{FF2B5EF4-FFF2-40B4-BE49-F238E27FC236}">
                <a16:creationId xmlns:a16="http://schemas.microsoft.com/office/drawing/2014/main" id="{C0E554C2-6DE4-9945-9C54-0AC2684D2C7A}"/>
              </a:ext>
            </a:extLst>
          </p:cNvPr>
          <p:cNvSpPr/>
          <p:nvPr userDrawn="1"/>
        </p:nvSpPr>
        <p:spPr>
          <a:xfrm>
            <a:off x="8100614" y="3697214"/>
            <a:ext cx="1316259" cy="1316174"/>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48" name="Marcador de texto 45">
            <a:extLst>
              <a:ext uri="{FF2B5EF4-FFF2-40B4-BE49-F238E27FC236}">
                <a16:creationId xmlns:a16="http://schemas.microsoft.com/office/drawing/2014/main" id="{9BF80EA2-329D-7241-8142-1C66B94D4238}"/>
              </a:ext>
            </a:extLst>
          </p:cNvPr>
          <p:cNvSpPr>
            <a:spLocks noGrp="1"/>
          </p:cNvSpPr>
          <p:nvPr>
            <p:ph type="body" sz="quarter" idx="36" hasCustomPrompt="1"/>
          </p:nvPr>
        </p:nvSpPr>
        <p:spPr>
          <a:xfrm>
            <a:off x="8356025" y="4035625"/>
            <a:ext cx="832201" cy="664798"/>
          </a:xfrm>
          <a:prstGeom prst="rect">
            <a:avLst/>
          </a:prstGeom>
        </p:spPr>
        <p:txBody>
          <a:bodyPr wrap="square" lIns="0" tIns="0" rIns="0" bIns="0" anchor="ctr">
            <a:spAutoFit/>
          </a:bodyPr>
          <a:lstStyle>
            <a:lvl1pPr marL="0" indent="0" algn="ctr">
              <a:buNone/>
              <a:defRPr sz="4800" b="1">
                <a:solidFill>
                  <a:schemeClr val="accent3"/>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30" name="Line">
            <a:extLst>
              <a:ext uri="{FF2B5EF4-FFF2-40B4-BE49-F238E27FC236}">
                <a16:creationId xmlns:a16="http://schemas.microsoft.com/office/drawing/2014/main" id="{93C4CBE2-360E-FF47-B433-00DC127C733B}"/>
              </a:ext>
            </a:extLst>
          </p:cNvPr>
          <p:cNvSpPr/>
          <p:nvPr userDrawn="1"/>
        </p:nvSpPr>
        <p:spPr>
          <a:xfrm>
            <a:off x="368284" y="1448780"/>
            <a:ext cx="855475" cy="0"/>
          </a:xfrm>
          <a:prstGeom prst="line">
            <a:avLst/>
          </a:prstGeom>
          <a:ln w="63500">
            <a:solidFill>
              <a:schemeClr val="bg1"/>
            </a:solidFill>
          </a:ln>
        </p:spPr>
        <p:txBody>
          <a:bodyPr lIns="60960" tIns="60960" rIns="60960" bIns="60960" anchor="t"/>
          <a:lstStyle/>
          <a:p>
            <a:endParaRPr sz="900">
              <a:latin typeface="Century Gothic" panose="020B0502020202020204" pitchFamily="34" charset="0"/>
            </a:endParaRPr>
          </a:p>
        </p:txBody>
      </p:sp>
    </p:spTree>
    <p:extLst>
      <p:ext uri="{BB962C8B-B14F-4D97-AF65-F5344CB8AC3E}">
        <p14:creationId xmlns:p14="http://schemas.microsoft.com/office/powerpoint/2010/main" val="213344445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Numeral 0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7273377" y="2708920"/>
            <a:ext cx="1565678" cy="243632"/>
          </a:xfrm>
          <a:prstGeom prst="rect">
            <a:avLst/>
          </a:prstGeom>
        </p:spPr>
        <p:txBody>
          <a:bodyPr lIns="0" tIns="0" rIns="0" bIns="0" anchor="b"/>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6420057" y="3110932"/>
            <a:ext cx="2418998" cy="769442"/>
          </a:xfrm>
          <a:prstGeom prst="rect">
            <a:avLst/>
          </a:prstGeom>
        </p:spPr>
        <p:txBody>
          <a:bodyPr wrap="square" lIns="0" tIns="0" rIns="0" bIns="0" anchor="t">
            <a:spAutoFit/>
          </a:bodyPr>
          <a:lstStyle>
            <a:lvl1pPr marL="0" marR="0" indent="0" algn="just" defTabSz="914355" rtl="0" eaLnBrk="1" fontAlgn="auto" latinLnBrk="0" hangingPunct="1">
              <a:lnSpc>
                <a:spcPct val="100000"/>
              </a:lnSpc>
              <a:spcBef>
                <a:spcPts val="1000"/>
              </a:spcBef>
              <a:spcAft>
                <a:spcPts val="0"/>
              </a:spcAft>
              <a:buClrTx/>
              <a:buSzTx/>
              <a:buFont typeface="Arial" panose="020B0604020202020204" pitchFamily="34" charset="0"/>
              <a:buNone/>
              <a:tabLst/>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a:t>
            </a:r>
          </a:p>
        </p:txBody>
      </p:sp>
      <p:sp>
        <p:nvSpPr>
          <p:cNvPr id="30" name="Marcador de posición de imagen 42">
            <a:extLst>
              <a:ext uri="{FF2B5EF4-FFF2-40B4-BE49-F238E27FC236}">
                <a16:creationId xmlns:a16="http://schemas.microsoft.com/office/drawing/2014/main" id="{8E8AACDE-108C-FF42-BF8F-12E3DF124DF6}"/>
              </a:ext>
            </a:extLst>
          </p:cNvPr>
          <p:cNvSpPr>
            <a:spLocks noGrp="1"/>
          </p:cNvSpPr>
          <p:nvPr>
            <p:ph type="pic" sz="quarter" idx="15"/>
          </p:nvPr>
        </p:nvSpPr>
        <p:spPr>
          <a:xfrm>
            <a:off x="370705" y="1890350"/>
            <a:ext cx="5670529" cy="3929012"/>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3" name="Elipse 22">
            <a:extLst>
              <a:ext uri="{FF2B5EF4-FFF2-40B4-BE49-F238E27FC236}">
                <a16:creationId xmlns:a16="http://schemas.microsoft.com/office/drawing/2014/main" id="{16FBC4A3-E100-594B-9663-A4578E0DD389}"/>
              </a:ext>
            </a:extLst>
          </p:cNvPr>
          <p:cNvSpPr/>
          <p:nvPr userDrawn="1"/>
        </p:nvSpPr>
        <p:spPr>
          <a:xfrm>
            <a:off x="6161440" y="1935419"/>
            <a:ext cx="1072612" cy="1072542"/>
          </a:xfrm>
          <a:prstGeom prst="ellipse">
            <a:avLst/>
          </a:pr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26" name="Marcador de texto 45">
            <a:extLst>
              <a:ext uri="{FF2B5EF4-FFF2-40B4-BE49-F238E27FC236}">
                <a16:creationId xmlns:a16="http://schemas.microsoft.com/office/drawing/2014/main" id="{4AD30095-849D-1C41-B2D9-DE6B2020423B}"/>
              </a:ext>
            </a:extLst>
          </p:cNvPr>
          <p:cNvSpPr>
            <a:spLocks noGrp="1"/>
          </p:cNvSpPr>
          <p:nvPr>
            <p:ph type="body" sz="quarter" idx="19" hasCustomPrompt="1"/>
          </p:nvPr>
        </p:nvSpPr>
        <p:spPr>
          <a:xfrm>
            <a:off x="6281645" y="2240868"/>
            <a:ext cx="832201" cy="553998"/>
          </a:xfrm>
          <a:prstGeom prst="rect">
            <a:avLst/>
          </a:prstGeom>
        </p:spPr>
        <p:txBody>
          <a:bodyPr wrap="square" lIns="0" tIns="0" rIns="0" bIns="0" anchor="ctr">
            <a:spAutoFit/>
          </a:bodyPr>
          <a:lstStyle>
            <a:lvl1pPr marL="0" indent="0" algn="ctr">
              <a:buNone/>
              <a:defRPr sz="40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27" name="Marcador de texto 45">
            <a:extLst>
              <a:ext uri="{FF2B5EF4-FFF2-40B4-BE49-F238E27FC236}">
                <a16:creationId xmlns:a16="http://schemas.microsoft.com/office/drawing/2014/main" id="{57FD49A0-3DC3-6941-A93A-3125727FDFD9}"/>
              </a:ext>
            </a:extLst>
          </p:cNvPr>
          <p:cNvSpPr>
            <a:spLocks noGrp="1"/>
          </p:cNvSpPr>
          <p:nvPr>
            <p:ph type="body" sz="quarter" idx="20" hasCustomPrompt="1"/>
          </p:nvPr>
        </p:nvSpPr>
        <p:spPr>
          <a:xfrm>
            <a:off x="7273377" y="4733663"/>
            <a:ext cx="1565678" cy="243632"/>
          </a:xfrm>
          <a:prstGeom prst="rect">
            <a:avLst/>
          </a:prstGeom>
        </p:spPr>
        <p:txBody>
          <a:bodyPr lIns="0" tIns="0" rIns="0" bIns="0" anchor="b"/>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8" name="Marcador de texto 45">
            <a:extLst>
              <a:ext uri="{FF2B5EF4-FFF2-40B4-BE49-F238E27FC236}">
                <a16:creationId xmlns:a16="http://schemas.microsoft.com/office/drawing/2014/main" id="{86B5B095-906B-F743-B2AE-210ADCAB180D}"/>
              </a:ext>
            </a:extLst>
          </p:cNvPr>
          <p:cNvSpPr>
            <a:spLocks noGrp="1"/>
          </p:cNvSpPr>
          <p:nvPr>
            <p:ph type="body" sz="quarter" idx="21" hasCustomPrompt="1"/>
          </p:nvPr>
        </p:nvSpPr>
        <p:spPr>
          <a:xfrm>
            <a:off x="6420057" y="5135674"/>
            <a:ext cx="2418998" cy="769442"/>
          </a:xfrm>
          <a:prstGeom prst="rect">
            <a:avLst/>
          </a:prstGeom>
        </p:spPr>
        <p:txBody>
          <a:bodyPr wrap="square" lIns="0" tIns="0" rIns="0" bIns="0" anchor="t">
            <a:spAutoFit/>
          </a:bodyPr>
          <a:lstStyle>
            <a:lvl1pPr marL="0" marR="0" indent="0" algn="just" defTabSz="914355" rtl="0" eaLnBrk="1" fontAlgn="auto" latinLnBrk="0" hangingPunct="1">
              <a:lnSpc>
                <a:spcPct val="100000"/>
              </a:lnSpc>
              <a:spcBef>
                <a:spcPts val="1000"/>
              </a:spcBef>
              <a:spcAft>
                <a:spcPts val="0"/>
              </a:spcAft>
              <a:buClrTx/>
              <a:buSzTx/>
              <a:buFont typeface="Arial" panose="020B0604020202020204" pitchFamily="34" charset="0"/>
              <a:buNone/>
              <a:tabLst/>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a:t>
            </a:r>
          </a:p>
        </p:txBody>
      </p:sp>
      <p:sp>
        <p:nvSpPr>
          <p:cNvPr id="29" name="Elipse 28">
            <a:extLst>
              <a:ext uri="{FF2B5EF4-FFF2-40B4-BE49-F238E27FC236}">
                <a16:creationId xmlns:a16="http://schemas.microsoft.com/office/drawing/2014/main" id="{78AFE978-2578-4B49-8A92-C9AA9DA9D80A}"/>
              </a:ext>
            </a:extLst>
          </p:cNvPr>
          <p:cNvSpPr/>
          <p:nvPr userDrawn="1"/>
        </p:nvSpPr>
        <p:spPr>
          <a:xfrm>
            <a:off x="6161440" y="3960162"/>
            <a:ext cx="1072612" cy="1072542"/>
          </a:xfrm>
          <a:prstGeom prst="ellipse">
            <a:avLst/>
          </a:prstGeom>
          <a:solidFill>
            <a:schemeClr val="accent3"/>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31" name="Marcador de texto 45">
            <a:extLst>
              <a:ext uri="{FF2B5EF4-FFF2-40B4-BE49-F238E27FC236}">
                <a16:creationId xmlns:a16="http://schemas.microsoft.com/office/drawing/2014/main" id="{B2166D15-8BFA-3247-9BB1-B32B9BDA3E4E}"/>
              </a:ext>
            </a:extLst>
          </p:cNvPr>
          <p:cNvSpPr>
            <a:spLocks noGrp="1"/>
          </p:cNvSpPr>
          <p:nvPr>
            <p:ph type="body" sz="quarter" idx="22" hasCustomPrompt="1"/>
          </p:nvPr>
        </p:nvSpPr>
        <p:spPr>
          <a:xfrm>
            <a:off x="6281645" y="4265611"/>
            <a:ext cx="832201" cy="553998"/>
          </a:xfrm>
          <a:prstGeom prst="rect">
            <a:avLst/>
          </a:prstGeom>
        </p:spPr>
        <p:txBody>
          <a:bodyPr wrap="square" lIns="0" tIns="0" rIns="0" bIns="0" anchor="ctr">
            <a:spAutoFit/>
          </a:bodyPr>
          <a:lstStyle>
            <a:lvl1pPr marL="0" indent="0" algn="ctr">
              <a:buNone/>
              <a:defRPr sz="40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33" name="Marcador de texto 45">
            <a:extLst>
              <a:ext uri="{FF2B5EF4-FFF2-40B4-BE49-F238E27FC236}">
                <a16:creationId xmlns:a16="http://schemas.microsoft.com/office/drawing/2014/main" id="{A5464633-B957-6743-AF1D-13E4F4385D94}"/>
              </a:ext>
            </a:extLst>
          </p:cNvPr>
          <p:cNvSpPr>
            <a:spLocks noGrp="1"/>
          </p:cNvSpPr>
          <p:nvPr>
            <p:ph type="body" sz="quarter" idx="23" hasCustomPrompt="1"/>
          </p:nvPr>
        </p:nvSpPr>
        <p:spPr>
          <a:xfrm>
            <a:off x="10160456" y="2708920"/>
            <a:ext cx="1565678" cy="243632"/>
          </a:xfrm>
          <a:prstGeom prst="rect">
            <a:avLst/>
          </a:prstGeom>
        </p:spPr>
        <p:txBody>
          <a:bodyPr lIns="0" tIns="0" rIns="0" bIns="0" anchor="b"/>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4" name="Marcador de texto 45">
            <a:extLst>
              <a:ext uri="{FF2B5EF4-FFF2-40B4-BE49-F238E27FC236}">
                <a16:creationId xmlns:a16="http://schemas.microsoft.com/office/drawing/2014/main" id="{FF5B3F39-C236-F74D-84AC-07D96D5877CC}"/>
              </a:ext>
            </a:extLst>
          </p:cNvPr>
          <p:cNvSpPr>
            <a:spLocks noGrp="1"/>
          </p:cNvSpPr>
          <p:nvPr>
            <p:ph type="body" sz="quarter" idx="24" hasCustomPrompt="1"/>
          </p:nvPr>
        </p:nvSpPr>
        <p:spPr>
          <a:xfrm>
            <a:off x="9307136" y="3110932"/>
            <a:ext cx="2418998" cy="769442"/>
          </a:xfrm>
          <a:prstGeom prst="rect">
            <a:avLst/>
          </a:prstGeom>
        </p:spPr>
        <p:txBody>
          <a:bodyPr wrap="square" lIns="0" tIns="0" rIns="0" bIns="0" anchor="t">
            <a:spAutoFit/>
          </a:bodyPr>
          <a:lstStyle>
            <a:lvl1pPr marL="0" marR="0" indent="0" algn="just" defTabSz="914355" rtl="0" eaLnBrk="1" fontAlgn="auto" latinLnBrk="0" hangingPunct="1">
              <a:lnSpc>
                <a:spcPct val="100000"/>
              </a:lnSpc>
              <a:spcBef>
                <a:spcPts val="1000"/>
              </a:spcBef>
              <a:spcAft>
                <a:spcPts val="0"/>
              </a:spcAft>
              <a:buClrTx/>
              <a:buSzTx/>
              <a:buFont typeface="Arial" panose="020B0604020202020204" pitchFamily="34" charset="0"/>
              <a:buNone/>
              <a:tabLst/>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a:t>
            </a:r>
          </a:p>
        </p:txBody>
      </p:sp>
      <p:sp>
        <p:nvSpPr>
          <p:cNvPr id="35" name="Elipse 34">
            <a:extLst>
              <a:ext uri="{FF2B5EF4-FFF2-40B4-BE49-F238E27FC236}">
                <a16:creationId xmlns:a16="http://schemas.microsoft.com/office/drawing/2014/main" id="{0EA701FD-F81C-7147-A5AB-4C9070922AE6}"/>
              </a:ext>
            </a:extLst>
          </p:cNvPr>
          <p:cNvSpPr/>
          <p:nvPr userDrawn="1"/>
        </p:nvSpPr>
        <p:spPr>
          <a:xfrm>
            <a:off x="9048519" y="1935419"/>
            <a:ext cx="1072612" cy="1072542"/>
          </a:xfrm>
          <a:prstGeom prst="ellipse">
            <a:avLst/>
          </a:prstGeom>
          <a:solidFill>
            <a:schemeClr val="accent2"/>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36" name="Marcador de texto 45">
            <a:extLst>
              <a:ext uri="{FF2B5EF4-FFF2-40B4-BE49-F238E27FC236}">
                <a16:creationId xmlns:a16="http://schemas.microsoft.com/office/drawing/2014/main" id="{960F6A17-720D-1B4F-946B-DF8D9C9DFC15}"/>
              </a:ext>
            </a:extLst>
          </p:cNvPr>
          <p:cNvSpPr>
            <a:spLocks noGrp="1"/>
          </p:cNvSpPr>
          <p:nvPr>
            <p:ph type="body" sz="quarter" idx="25" hasCustomPrompt="1"/>
          </p:nvPr>
        </p:nvSpPr>
        <p:spPr>
          <a:xfrm>
            <a:off x="9168725" y="2240868"/>
            <a:ext cx="832201" cy="553998"/>
          </a:xfrm>
          <a:prstGeom prst="rect">
            <a:avLst/>
          </a:prstGeom>
        </p:spPr>
        <p:txBody>
          <a:bodyPr wrap="square" lIns="0" tIns="0" rIns="0" bIns="0" anchor="ctr">
            <a:spAutoFit/>
          </a:bodyPr>
          <a:lstStyle>
            <a:lvl1pPr marL="0" indent="0" algn="ctr">
              <a:buNone/>
              <a:defRPr sz="40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37" name="Marcador de texto 45">
            <a:extLst>
              <a:ext uri="{FF2B5EF4-FFF2-40B4-BE49-F238E27FC236}">
                <a16:creationId xmlns:a16="http://schemas.microsoft.com/office/drawing/2014/main" id="{13083174-C04D-AA4A-90C9-4500972B5DD7}"/>
              </a:ext>
            </a:extLst>
          </p:cNvPr>
          <p:cNvSpPr>
            <a:spLocks noGrp="1"/>
          </p:cNvSpPr>
          <p:nvPr>
            <p:ph type="body" sz="quarter" idx="26" hasCustomPrompt="1"/>
          </p:nvPr>
        </p:nvSpPr>
        <p:spPr>
          <a:xfrm>
            <a:off x="10160456" y="4733663"/>
            <a:ext cx="1565678" cy="243632"/>
          </a:xfrm>
          <a:prstGeom prst="rect">
            <a:avLst/>
          </a:prstGeom>
        </p:spPr>
        <p:txBody>
          <a:bodyPr lIns="0" tIns="0" rIns="0" bIns="0" anchor="b"/>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8" name="Marcador de texto 45">
            <a:extLst>
              <a:ext uri="{FF2B5EF4-FFF2-40B4-BE49-F238E27FC236}">
                <a16:creationId xmlns:a16="http://schemas.microsoft.com/office/drawing/2014/main" id="{07F1A96F-4914-4544-967A-C74B471F9FF0}"/>
              </a:ext>
            </a:extLst>
          </p:cNvPr>
          <p:cNvSpPr>
            <a:spLocks noGrp="1"/>
          </p:cNvSpPr>
          <p:nvPr>
            <p:ph type="body" sz="quarter" idx="27" hasCustomPrompt="1"/>
          </p:nvPr>
        </p:nvSpPr>
        <p:spPr>
          <a:xfrm>
            <a:off x="9307136" y="5135674"/>
            <a:ext cx="2418998" cy="769442"/>
          </a:xfrm>
          <a:prstGeom prst="rect">
            <a:avLst/>
          </a:prstGeom>
        </p:spPr>
        <p:txBody>
          <a:bodyPr wrap="square" lIns="0" tIns="0" rIns="0" bIns="0" anchor="t">
            <a:spAutoFit/>
          </a:bodyPr>
          <a:lstStyle>
            <a:lvl1pPr marL="0" marR="0" indent="0" algn="just" defTabSz="914355" rtl="0" eaLnBrk="1" fontAlgn="auto" latinLnBrk="0" hangingPunct="1">
              <a:lnSpc>
                <a:spcPct val="100000"/>
              </a:lnSpc>
              <a:spcBef>
                <a:spcPts val="1000"/>
              </a:spcBef>
              <a:spcAft>
                <a:spcPts val="0"/>
              </a:spcAft>
              <a:buClrTx/>
              <a:buSzTx/>
              <a:buFont typeface="Arial" panose="020B0604020202020204" pitchFamily="34" charset="0"/>
              <a:buNone/>
              <a:tabLst/>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a:t>
            </a:r>
          </a:p>
        </p:txBody>
      </p:sp>
      <p:sp>
        <p:nvSpPr>
          <p:cNvPr id="39" name="Elipse 38">
            <a:extLst>
              <a:ext uri="{FF2B5EF4-FFF2-40B4-BE49-F238E27FC236}">
                <a16:creationId xmlns:a16="http://schemas.microsoft.com/office/drawing/2014/main" id="{88609FBC-5DB7-1643-8F5F-987533DA3026}"/>
              </a:ext>
            </a:extLst>
          </p:cNvPr>
          <p:cNvSpPr/>
          <p:nvPr userDrawn="1"/>
        </p:nvSpPr>
        <p:spPr>
          <a:xfrm>
            <a:off x="9048519" y="3960162"/>
            <a:ext cx="1072612" cy="1072542"/>
          </a:xfrm>
          <a:prstGeom prst="ellipse">
            <a:avLst/>
          </a:prstGeom>
          <a:solidFill>
            <a:schemeClr val="accent4"/>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40" name="Marcador de texto 45">
            <a:extLst>
              <a:ext uri="{FF2B5EF4-FFF2-40B4-BE49-F238E27FC236}">
                <a16:creationId xmlns:a16="http://schemas.microsoft.com/office/drawing/2014/main" id="{22C77156-C1E0-7C41-A1B8-8D00C9DC4861}"/>
              </a:ext>
            </a:extLst>
          </p:cNvPr>
          <p:cNvSpPr>
            <a:spLocks noGrp="1"/>
          </p:cNvSpPr>
          <p:nvPr>
            <p:ph type="body" sz="quarter" idx="28" hasCustomPrompt="1"/>
          </p:nvPr>
        </p:nvSpPr>
        <p:spPr>
          <a:xfrm>
            <a:off x="9168725" y="4265611"/>
            <a:ext cx="832201" cy="553998"/>
          </a:xfrm>
          <a:prstGeom prst="rect">
            <a:avLst/>
          </a:prstGeom>
        </p:spPr>
        <p:txBody>
          <a:bodyPr wrap="square" lIns="0" tIns="0" rIns="0" bIns="0" anchor="ctr">
            <a:spAutoFit/>
          </a:bodyPr>
          <a:lstStyle>
            <a:lvl1pPr marL="0" indent="0" algn="ctr">
              <a:buNone/>
              <a:defRPr sz="40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22" name="Line">
            <a:extLst>
              <a:ext uri="{FF2B5EF4-FFF2-40B4-BE49-F238E27FC236}">
                <a16:creationId xmlns:a16="http://schemas.microsoft.com/office/drawing/2014/main" id="{CD9B1A33-EDCB-A646-BF49-F79B5082A1CD}"/>
              </a:ext>
            </a:extLst>
          </p:cNvPr>
          <p:cNvSpPr/>
          <p:nvPr userDrawn="1"/>
        </p:nvSpPr>
        <p:spPr>
          <a:xfrm>
            <a:off x="368284" y="1448780"/>
            <a:ext cx="855475" cy="0"/>
          </a:xfrm>
          <a:prstGeom prst="line">
            <a:avLst/>
          </a:prstGeom>
          <a:ln w="63500">
            <a:solidFill>
              <a:schemeClr val="accent3"/>
            </a:solidFill>
          </a:ln>
        </p:spPr>
        <p:txBody>
          <a:bodyPr lIns="60960" tIns="60960" rIns="60960" bIns="60960"/>
          <a:lstStyle/>
          <a:p>
            <a:endParaRPr sz="900">
              <a:latin typeface="Century Gothic" panose="020B0502020202020204" pitchFamily="34" charset="0"/>
            </a:endParaRPr>
          </a:p>
        </p:txBody>
      </p:sp>
    </p:spTree>
    <p:extLst>
      <p:ext uri="{BB962C8B-B14F-4D97-AF65-F5344CB8AC3E}">
        <p14:creationId xmlns:p14="http://schemas.microsoft.com/office/powerpoint/2010/main" val="346956085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Portadilla 01 ">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BD05FF8-BBFE-9B4A-B9C2-C7D76A6F9562}"/>
              </a:ext>
            </a:extLst>
          </p:cNvPr>
          <p:cNvSpPr/>
          <p:nvPr userDrawn="1"/>
        </p:nvSpPr>
        <p:spPr>
          <a:xfrm>
            <a:off x="0" y="369152"/>
            <a:ext cx="10848836" cy="581219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1358954" y="1902953"/>
            <a:ext cx="8551612" cy="193899"/>
          </a:xfrm>
          <a:prstGeom prst="rect">
            <a:avLst/>
          </a:prstGeom>
        </p:spPr>
        <p:txBody>
          <a:bodyPr wrap="square" lIns="0" tIns="0" rIns="0" bIns="0" anchor="t">
            <a:spAutoFit/>
          </a:bodyPr>
          <a:lstStyle>
            <a:lvl1pPr>
              <a:defRPr sz="1400">
                <a:solidFill>
                  <a:schemeClr val="bg1"/>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1343164" y="2204864"/>
            <a:ext cx="8567401" cy="457200"/>
          </a:xfrm>
          <a:prstGeom prst="rect">
            <a:avLst/>
          </a:prstGeom>
        </p:spPr>
        <p:txBody>
          <a:bodyPr lIns="0" tIns="0" rIns="0" bIns="0" anchor="t"/>
          <a:lstStyle>
            <a:lvl1pPr marL="0" indent="0">
              <a:buNone/>
              <a:defRPr sz="33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1345271" y="2932374"/>
            <a:ext cx="8567401" cy="395846"/>
          </a:xfrm>
          <a:prstGeom prst="rect">
            <a:avLst/>
          </a:prstGeom>
        </p:spPr>
        <p:txBody>
          <a:bodyPr lIns="0" tIns="0" rIns="0" bIns="0" anchor="t"/>
          <a:lstStyle>
            <a:lvl1pPr marL="0" indent="0" algn="l">
              <a:buNone/>
              <a:defRPr sz="200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1343164" y="4454547"/>
            <a:ext cx="2752904" cy="395842"/>
          </a:xfrm>
          <a:prstGeom prst="rect">
            <a:avLst/>
          </a:prstGeom>
          <a:solidFill>
            <a:schemeClr val="bg1"/>
          </a:solidFill>
        </p:spPr>
        <p:txBody>
          <a:bodyPr lIns="0" tIns="0" rIns="0" bIns="0" anchor="ctr">
            <a:noAutofit/>
          </a:bodyPr>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1345271" y="3429000"/>
            <a:ext cx="8567401" cy="461665"/>
          </a:xfrm>
          <a:prstGeom prst="rect">
            <a:avLst/>
          </a:prstGeom>
        </p:spPr>
        <p:txBody>
          <a:bodyPr wrap="square" lIns="0" tIns="0" rIns="0" bIns="0" anchor="t">
            <a:spAutoFit/>
          </a:bodyPr>
          <a:lstStyle>
            <a:lvl1pPr marL="0" indent="0" algn="just">
              <a:lnSpc>
                <a:spcPct val="100000"/>
              </a:lnSpc>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cxnSp>
        <p:nvCxnSpPr>
          <p:cNvPr id="4" name="Conector recto 3">
            <a:extLst>
              <a:ext uri="{FF2B5EF4-FFF2-40B4-BE49-F238E27FC236}">
                <a16:creationId xmlns:a16="http://schemas.microsoft.com/office/drawing/2014/main" id="{D58C02B6-467D-D549-9C71-AEF86CB1BC7B}"/>
              </a:ext>
            </a:extLst>
          </p:cNvPr>
          <p:cNvCxnSpPr/>
          <p:nvPr userDrawn="1"/>
        </p:nvCxnSpPr>
        <p:spPr>
          <a:xfrm>
            <a:off x="1343164" y="2816932"/>
            <a:ext cx="180031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Marcador de texto 45">
            <a:extLst>
              <a:ext uri="{FF2B5EF4-FFF2-40B4-BE49-F238E27FC236}">
                <a16:creationId xmlns:a16="http://schemas.microsoft.com/office/drawing/2014/main" id="{BB279160-33D8-7642-8E04-697C17A37C9E}"/>
              </a:ext>
            </a:extLst>
          </p:cNvPr>
          <p:cNvSpPr>
            <a:spLocks noGrp="1"/>
          </p:cNvSpPr>
          <p:nvPr>
            <p:ph type="body" sz="quarter" idx="19" hasCustomPrompt="1"/>
          </p:nvPr>
        </p:nvSpPr>
        <p:spPr>
          <a:xfrm>
            <a:off x="4236775" y="4454547"/>
            <a:ext cx="2752904" cy="395842"/>
          </a:xfrm>
          <a:prstGeom prst="rect">
            <a:avLst/>
          </a:prstGeom>
          <a:solidFill>
            <a:schemeClr val="bg1"/>
          </a:solidFill>
        </p:spPr>
        <p:txBody>
          <a:bodyPr lIns="0" tIns="0" rIns="0" bIns="0" anchor="ctr">
            <a:noAutofit/>
          </a:bodyPr>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8" name="Marcador de texto 45">
            <a:extLst>
              <a:ext uri="{FF2B5EF4-FFF2-40B4-BE49-F238E27FC236}">
                <a16:creationId xmlns:a16="http://schemas.microsoft.com/office/drawing/2014/main" id="{A0C2901F-2828-E149-9E60-D09921A14D5D}"/>
              </a:ext>
            </a:extLst>
          </p:cNvPr>
          <p:cNvSpPr>
            <a:spLocks noGrp="1"/>
          </p:cNvSpPr>
          <p:nvPr>
            <p:ph type="body" sz="quarter" idx="20" hasCustomPrompt="1"/>
          </p:nvPr>
        </p:nvSpPr>
        <p:spPr>
          <a:xfrm>
            <a:off x="7123855" y="4454547"/>
            <a:ext cx="2752904" cy="395842"/>
          </a:xfrm>
          <a:prstGeom prst="rect">
            <a:avLst/>
          </a:prstGeom>
          <a:solidFill>
            <a:schemeClr val="bg1"/>
          </a:solidFill>
        </p:spPr>
        <p:txBody>
          <a:bodyPr lIns="0" tIns="0" rIns="0" bIns="0" anchor="ctr">
            <a:noAutofit/>
          </a:bodyPr>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Tree>
    <p:extLst>
      <p:ext uri="{BB962C8B-B14F-4D97-AF65-F5344CB8AC3E}">
        <p14:creationId xmlns:p14="http://schemas.microsoft.com/office/powerpoint/2010/main" val="168587973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Portadilla 02">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BD05FF8-BBFE-9B4A-B9C2-C7D76A6F9562}"/>
              </a:ext>
            </a:extLst>
          </p:cNvPr>
          <p:cNvSpPr/>
          <p:nvPr userDrawn="1"/>
        </p:nvSpPr>
        <p:spPr>
          <a:xfrm>
            <a:off x="0" y="369151"/>
            <a:ext cx="10848836" cy="581219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1358954" y="1902953"/>
            <a:ext cx="8551612" cy="193899"/>
          </a:xfrm>
          <a:prstGeom prst="rect">
            <a:avLst/>
          </a:prstGeom>
        </p:spPr>
        <p:txBody>
          <a:bodyPr wrap="square" lIns="0" tIns="0" rIns="0" bIns="0" anchor="t">
            <a:spAutoFit/>
          </a:bodyPr>
          <a:lstStyle>
            <a:lvl1pPr>
              <a:defRPr sz="1400">
                <a:solidFill>
                  <a:schemeClr val="bg1"/>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1343164" y="2204864"/>
            <a:ext cx="8567401" cy="457200"/>
          </a:xfrm>
          <a:prstGeom prst="rect">
            <a:avLst/>
          </a:prstGeom>
        </p:spPr>
        <p:txBody>
          <a:bodyPr lIns="0" tIns="0" rIns="0" bIns="0" anchor="t"/>
          <a:lstStyle>
            <a:lvl1pPr marL="0" indent="0">
              <a:buNone/>
              <a:defRPr sz="33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46" name="Marcador de texto 45">
            <a:extLst>
              <a:ext uri="{FF2B5EF4-FFF2-40B4-BE49-F238E27FC236}">
                <a16:creationId xmlns:a16="http://schemas.microsoft.com/office/drawing/2014/main" id="{687B64B6-742F-BF49-9439-088672F41CCE}"/>
              </a:ext>
            </a:extLst>
          </p:cNvPr>
          <p:cNvSpPr>
            <a:spLocks noGrp="1"/>
          </p:cNvSpPr>
          <p:nvPr>
            <p:ph type="body" sz="quarter" idx="16" hasCustomPrompt="1"/>
          </p:nvPr>
        </p:nvSpPr>
        <p:spPr>
          <a:xfrm>
            <a:off x="1345271" y="2932374"/>
            <a:ext cx="8567401" cy="395846"/>
          </a:xfrm>
          <a:prstGeom prst="rect">
            <a:avLst/>
          </a:prstGeom>
        </p:spPr>
        <p:txBody>
          <a:bodyPr lIns="0" tIns="0" rIns="0" bIns="0" anchor="t"/>
          <a:lstStyle>
            <a:lvl1pPr marL="0" indent="0" algn="l">
              <a:buNone/>
              <a:defRPr sz="200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A3EAB8D-CA07-1540-BA15-31C6D9D3D8CA}"/>
              </a:ext>
            </a:extLst>
          </p:cNvPr>
          <p:cNvSpPr>
            <a:spLocks noGrp="1"/>
          </p:cNvSpPr>
          <p:nvPr>
            <p:ph type="body" sz="quarter" idx="17" hasCustomPrompt="1"/>
          </p:nvPr>
        </p:nvSpPr>
        <p:spPr>
          <a:xfrm>
            <a:off x="1343164" y="4454547"/>
            <a:ext cx="2752904" cy="395842"/>
          </a:xfrm>
          <a:prstGeom prst="rect">
            <a:avLst/>
          </a:prstGeom>
          <a:solidFill>
            <a:schemeClr val="bg1"/>
          </a:solidFill>
        </p:spPr>
        <p:txBody>
          <a:bodyPr lIns="0" tIns="0" rIns="0" bIns="0" anchor="ctr">
            <a:noAutofit/>
          </a:bodyPr>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1345271" y="3429000"/>
            <a:ext cx="8567401" cy="461665"/>
          </a:xfrm>
          <a:prstGeom prst="rect">
            <a:avLst/>
          </a:prstGeom>
        </p:spPr>
        <p:txBody>
          <a:bodyPr wrap="square" lIns="0" tIns="0" rIns="0" bIns="0" anchor="t">
            <a:spAutoFit/>
          </a:bodyPr>
          <a:lstStyle>
            <a:lvl1pPr marL="0" indent="0" algn="just">
              <a:lnSpc>
                <a:spcPct val="100000"/>
              </a:lnSpc>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cxnSp>
        <p:nvCxnSpPr>
          <p:cNvPr id="4" name="Conector recto 3">
            <a:extLst>
              <a:ext uri="{FF2B5EF4-FFF2-40B4-BE49-F238E27FC236}">
                <a16:creationId xmlns:a16="http://schemas.microsoft.com/office/drawing/2014/main" id="{D58C02B6-467D-D549-9C71-AEF86CB1BC7B}"/>
              </a:ext>
            </a:extLst>
          </p:cNvPr>
          <p:cNvCxnSpPr/>
          <p:nvPr userDrawn="1"/>
        </p:nvCxnSpPr>
        <p:spPr>
          <a:xfrm>
            <a:off x="1343164" y="2816932"/>
            <a:ext cx="180031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Marcador de texto 45">
            <a:extLst>
              <a:ext uri="{FF2B5EF4-FFF2-40B4-BE49-F238E27FC236}">
                <a16:creationId xmlns:a16="http://schemas.microsoft.com/office/drawing/2014/main" id="{BB279160-33D8-7642-8E04-697C17A37C9E}"/>
              </a:ext>
            </a:extLst>
          </p:cNvPr>
          <p:cNvSpPr>
            <a:spLocks noGrp="1"/>
          </p:cNvSpPr>
          <p:nvPr>
            <p:ph type="body" sz="quarter" idx="19" hasCustomPrompt="1"/>
          </p:nvPr>
        </p:nvSpPr>
        <p:spPr>
          <a:xfrm>
            <a:off x="4236775" y="4454547"/>
            <a:ext cx="2752904" cy="395842"/>
          </a:xfrm>
          <a:prstGeom prst="rect">
            <a:avLst/>
          </a:prstGeom>
          <a:solidFill>
            <a:schemeClr val="bg1"/>
          </a:solidFill>
        </p:spPr>
        <p:txBody>
          <a:bodyPr lIns="0" tIns="0" rIns="0" bIns="0" anchor="ctr">
            <a:noAutofit/>
          </a:bodyPr>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8" name="Marcador de texto 45">
            <a:extLst>
              <a:ext uri="{FF2B5EF4-FFF2-40B4-BE49-F238E27FC236}">
                <a16:creationId xmlns:a16="http://schemas.microsoft.com/office/drawing/2014/main" id="{A0C2901F-2828-E149-9E60-D09921A14D5D}"/>
              </a:ext>
            </a:extLst>
          </p:cNvPr>
          <p:cNvSpPr>
            <a:spLocks noGrp="1"/>
          </p:cNvSpPr>
          <p:nvPr>
            <p:ph type="body" sz="quarter" idx="20" hasCustomPrompt="1"/>
          </p:nvPr>
        </p:nvSpPr>
        <p:spPr>
          <a:xfrm>
            <a:off x="7123855" y="4454547"/>
            <a:ext cx="2752904" cy="395842"/>
          </a:xfrm>
          <a:prstGeom prst="rect">
            <a:avLst/>
          </a:prstGeom>
          <a:solidFill>
            <a:schemeClr val="bg1"/>
          </a:solidFill>
        </p:spPr>
        <p:txBody>
          <a:bodyPr lIns="0" tIns="0" rIns="0" bIns="0" anchor="ctr">
            <a:noAutofit/>
          </a:bodyPr>
          <a:lstStyle>
            <a:lvl1pPr marL="0" indent="0" algn="ctr">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Tree>
    <p:extLst>
      <p:ext uri="{BB962C8B-B14F-4D97-AF65-F5344CB8AC3E}">
        <p14:creationId xmlns:p14="http://schemas.microsoft.com/office/powerpoint/2010/main" val="427925725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Portadilla 03">
    <p:spTree>
      <p:nvGrpSpPr>
        <p:cNvPr id="1" name=""/>
        <p:cNvGrpSpPr/>
        <p:nvPr/>
      </p:nvGrpSpPr>
      <p:grpSpPr>
        <a:xfrm>
          <a:off x="0" y="0"/>
          <a:ext cx="0" cy="0"/>
          <a:chOff x="0" y="0"/>
          <a:chExt cx="0" cy="0"/>
        </a:xfrm>
      </p:grpSpPr>
      <p:sp>
        <p:nvSpPr>
          <p:cNvPr id="15" name="Marcador de posición de imagen 42">
            <a:extLst>
              <a:ext uri="{FF2B5EF4-FFF2-40B4-BE49-F238E27FC236}">
                <a16:creationId xmlns:a16="http://schemas.microsoft.com/office/drawing/2014/main" id="{F1679A9B-8D77-B240-9D34-0DCB9DD565C7}"/>
              </a:ext>
            </a:extLst>
          </p:cNvPr>
          <p:cNvSpPr>
            <a:spLocks noGrp="1"/>
          </p:cNvSpPr>
          <p:nvPr>
            <p:ph type="pic" sz="quarter" idx="15"/>
          </p:nvPr>
        </p:nvSpPr>
        <p:spPr>
          <a:xfrm>
            <a:off x="0" y="8479"/>
            <a:ext cx="12192000" cy="4876111"/>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spAutoFit/>
          </a:bodyPr>
          <a:lstStyle>
            <a:lvl1pPr>
              <a:defRPr sz="1400">
                <a:solidFill>
                  <a:schemeClr val="bg1"/>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370706" y="764704"/>
            <a:ext cx="10478131" cy="457200"/>
          </a:xfrm>
          <a:prstGeom prst="rect">
            <a:avLst/>
          </a:prstGeom>
        </p:spPr>
        <p:txBody>
          <a:bodyPr/>
          <a:lstStyle>
            <a:lvl1pPr marL="0" indent="0">
              <a:buNone/>
              <a:defRPr sz="33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2" name="Rectángulo 1">
            <a:extLst>
              <a:ext uri="{FF2B5EF4-FFF2-40B4-BE49-F238E27FC236}">
                <a16:creationId xmlns:a16="http://schemas.microsoft.com/office/drawing/2014/main" id="{07B2F010-F355-E347-A506-18C669FC91BE}"/>
              </a:ext>
            </a:extLst>
          </p:cNvPr>
          <p:cNvSpPr/>
          <p:nvPr userDrawn="1"/>
        </p:nvSpPr>
        <p:spPr>
          <a:xfrm>
            <a:off x="0" y="5000985"/>
            <a:ext cx="11818794" cy="1208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19" name="Marcador de texto 45">
            <a:extLst>
              <a:ext uri="{FF2B5EF4-FFF2-40B4-BE49-F238E27FC236}">
                <a16:creationId xmlns:a16="http://schemas.microsoft.com/office/drawing/2014/main" id="{34E64063-F706-FF44-B386-9D4C0C6B53E2}"/>
              </a:ext>
            </a:extLst>
          </p:cNvPr>
          <p:cNvSpPr>
            <a:spLocks noGrp="1"/>
          </p:cNvSpPr>
          <p:nvPr>
            <p:ph type="body" sz="quarter" idx="18" hasCustomPrompt="1"/>
          </p:nvPr>
        </p:nvSpPr>
        <p:spPr>
          <a:xfrm>
            <a:off x="1886947" y="5328339"/>
            <a:ext cx="9624981" cy="553998"/>
          </a:xfrm>
          <a:prstGeom prst="rect">
            <a:avLst/>
          </a:prstGeom>
        </p:spPr>
        <p:txBody>
          <a:bodyPr wrap="square" lIns="0" tIns="0" rIns="0" bIns="0" anchor="t">
            <a:spAutoFit/>
          </a:bodyPr>
          <a:lstStyle>
            <a:lvl1pPr marL="0" indent="0" algn="just">
              <a:lnSpc>
                <a:spcPct val="100000"/>
              </a:lnSpc>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4" name="Elipse 3">
            <a:extLst>
              <a:ext uri="{FF2B5EF4-FFF2-40B4-BE49-F238E27FC236}">
                <a16:creationId xmlns:a16="http://schemas.microsoft.com/office/drawing/2014/main" id="{AD3065CC-968B-154B-BD47-1EF66C92F26D}"/>
              </a:ext>
            </a:extLst>
          </p:cNvPr>
          <p:cNvSpPr/>
          <p:nvPr userDrawn="1"/>
        </p:nvSpPr>
        <p:spPr>
          <a:xfrm>
            <a:off x="680072" y="5117379"/>
            <a:ext cx="975981" cy="97591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10" name="Line">
            <a:extLst>
              <a:ext uri="{FF2B5EF4-FFF2-40B4-BE49-F238E27FC236}">
                <a16:creationId xmlns:a16="http://schemas.microsoft.com/office/drawing/2014/main" id="{EAD6644F-826B-DA4A-A028-93BE6799F9E4}"/>
              </a:ext>
            </a:extLst>
          </p:cNvPr>
          <p:cNvSpPr/>
          <p:nvPr userDrawn="1"/>
        </p:nvSpPr>
        <p:spPr>
          <a:xfrm>
            <a:off x="368284" y="1448780"/>
            <a:ext cx="855475" cy="0"/>
          </a:xfrm>
          <a:prstGeom prst="line">
            <a:avLst/>
          </a:prstGeom>
          <a:ln w="63500">
            <a:solidFill>
              <a:schemeClr val="bg1"/>
            </a:solidFill>
          </a:ln>
        </p:spPr>
        <p:txBody>
          <a:bodyPr lIns="60960" tIns="60960" rIns="60960" bIns="60960" anchor="t"/>
          <a:lstStyle/>
          <a:p>
            <a:endParaRPr sz="900">
              <a:latin typeface="Century Gothic" panose="020B0502020202020204" pitchFamily="34" charset="0"/>
            </a:endParaRPr>
          </a:p>
        </p:txBody>
      </p:sp>
    </p:spTree>
    <p:extLst>
      <p:ext uri="{BB962C8B-B14F-4D97-AF65-F5344CB8AC3E}">
        <p14:creationId xmlns:p14="http://schemas.microsoft.com/office/powerpoint/2010/main" val="304961572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Portadilla 04 ">
    <p:spTree>
      <p:nvGrpSpPr>
        <p:cNvPr id="1" name=""/>
        <p:cNvGrpSpPr/>
        <p:nvPr/>
      </p:nvGrpSpPr>
      <p:grpSpPr>
        <a:xfrm>
          <a:off x="0" y="0"/>
          <a:ext cx="0" cy="0"/>
          <a:chOff x="0" y="0"/>
          <a:chExt cx="0" cy="0"/>
        </a:xfrm>
      </p:grpSpPr>
      <p:sp>
        <p:nvSpPr>
          <p:cNvPr id="32" name="Rectángulo 31">
            <a:extLst>
              <a:ext uri="{FF2B5EF4-FFF2-40B4-BE49-F238E27FC236}">
                <a16:creationId xmlns:a16="http://schemas.microsoft.com/office/drawing/2014/main" id="{F555FA43-7B52-BA4E-BE7C-328C857EB2F7}"/>
              </a:ext>
            </a:extLst>
          </p:cNvPr>
          <p:cNvSpPr/>
          <p:nvPr userDrawn="1"/>
        </p:nvSpPr>
        <p:spPr>
          <a:xfrm>
            <a:off x="0" y="0"/>
            <a:ext cx="12192000" cy="40961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30" name="Marcador de posición de imagen 42">
            <a:extLst>
              <a:ext uri="{FF2B5EF4-FFF2-40B4-BE49-F238E27FC236}">
                <a16:creationId xmlns:a16="http://schemas.microsoft.com/office/drawing/2014/main" id="{8E8AACDE-108C-FF42-BF8F-12E3DF124DF6}"/>
              </a:ext>
            </a:extLst>
          </p:cNvPr>
          <p:cNvSpPr>
            <a:spLocks noGrp="1"/>
          </p:cNvSpPr>
          <p:nvPr>
            <p:ph type="pic" sz="quarter" idx="15"/>
          </p:nvPr>
        </p:nvSpPr>
        <p:spPr>
          <a:xfrm>
            <a:off x="0" y="0"/>
            <a:ext cx="12191999" cy="3825044"/>
          </a:xfrm>
          <a:prstGeom prst="rect">
            <a:avLst/>
          </a:prstGeom>
          <a:solidFill>
            <a:schemeClr val="bg2">
              <a:lumMod val="90000"/>
              <a:alpha val="64878"/>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856934" y="4271044"/>
            <a:ext cx="10478131" cy="193899"/>
          </a:xfrm>
          <a:prstGeom prst="rect">
            <a:avLst/>
          </a:prstGeom>
        </p:spPr>
        <p:txBody>
          <a:bodyPr wrap="square" lIns="0" tIns="0" rIns="0" bIns="0" anchor="t">
            <a:spAutoFit/>
          </a:bodyPr>
          <a:lstStyle>
            <a:lvl1pPr algn="ctr">
              <a:defRPr sz="1400" b="1">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856934" y="4482529"/>
            <a:ext cx="10478131" cy="457200"/>
          </a:xfrm>
          <a:prstGeom prst="rect">
            <a:avLst/>
          </a:prstGeom>
        </p:spPr>
        <p:txBody>
          <a:bodyPr anchor="t"/>
          <a:lstStyle>
            <a:lvl1pPr marL="0" indent="0" algn="ctr">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23" name="Marcador de texto 45">
            <a:extLst>
              <a:ext uri="{FF2B5EF4-FFF2-40B4-BE49-F238E27FC236}">
                <a16:creationId xmlns:a16="http://schemas.microsoft.com/office/drawing/2014/main" id="{F1437EF2-94D9-044A-AABB-8A756C9BA041}"/>
              </a:ext>
            </a:extLst>
          </p:cNvPr>
          <p:cNvSpPr>
            <a:spLocks noGrp="1"/>
          </p:cNvSpPr>
          <p:nvPr>
            <p:ph type="body" sz="quarter" idx="27" hasCustomPrompt="1"/>
          </p:nvPr>
        </p:nvSpPr>
        <p:spPr>
          <a:xfrm>
            <a:off x="1343163" y="5121188"/>
            <a:ext cx="9505674" cy="861775"/>
          </a:xfrm>
          <a:prstGeom prst="rect">
            <a:avLst/>
          </a:prstGeom>
        </p:spPr>
        <p:txBody>
          <a:bodyPr wrap="square" lIns="0" tIns="0" rIns="0" bIns="0" anchor="t">
            <a:spAutoFit/>
          </a:bodyPr>
          <a:lstStyle>
            <a:lvl1pPr marL="0" indent="0" algn="ctr">
              <a:lnSpc>
                <a:spcPct val="100000"/>
              </a:lnSpc>
              <a:buNone/>
              <a:defRPr sz="14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Tree>
    <p:extLst>
      <p:ext uri="{BB962C8B-B14F-4D97-AF65-F5344CB8AC3E}">
        <p14:creationId xmlns:p14="http://schemas.microsoft.com/office/powerpoint/2010/main" val="212072622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Portadilla 05 ">
    <p:spTree>
      <p:nvGrpSpPr>
        <p:cNvPr id="1" name=""/>
        <p:cNvGrpSpPr/>
        <p:nvPr/>
      </p:nvGrpSpPr>
      <p:grpSpPr>
        <a:xfrm>
          <a:off x="0" y="0"/>
          <a:ext cx="0" cy="0"/>
          <a:chOff x="0" y="0"/>
          <a:chExt cx="0" cy="0"/>
        </a:xfrm>
      </p:grpSpPr>
      <p:sp>
        <p:nvSpPr>
          <p:cNvPr id="32" name="Rectángulo 31">
            <a:extLst>
              <a:ext uri="{FF2B5EF4-FFF2-40B4-BE49-F238E27FC236}">
                <a16:creationId xmlns:a16="http://schemas.microsoft.com/office/drawing/2014/main" id="{F555FA43-7B52-BA4E-BE7C-328C857EB2F7}"/>
              </a:ext>
            </a:extLst>
          </p:cNvPr>
          <p:cNvSpPr/>
          <p:nvPr userDrawn="1"/>
        </p:nvSpPr>
        <p:spPr>
          <a:xfrm>
            <a:off x="0" y="0"/>
            <a:ext cx="12192000" cy="40961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30" name="Marcador de posición de imagen 42">
            <a:extLst>
              <a:ext uri="{FF2B5EF4-FFF2-40B4-BE49-F238E27FC236}">
                <a16:creationId xmlns:a16="http://schemas.microsoft.com/office/drawing/2014/main" id="{8E8AACDE-108C-FF42-BF8F-12E3DF124DF6}"/>
              </a:ext>
            </a:extLst>
          </p:cNvPr>
          <p:cNvSpPr>
            <a:spLocks noGrp="1"/>
          </p:cNvSpPr>
          <p:nvPr>
            <p:ph type="pic" sz="quarter" idx="15"/>
          </p:nvPr>
        </p:nvSpPr>
        <p:spPr>
          <a:xfrm>
            <a:off x="4385887" y="440667"/>
            <a:ext cx="3420223" cy="3420381"/>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856934" y="4271044"/>
            <a:ext cx="10478131" cy="193899"/>
          </a:xfrm>
          <a:prstGeom prst="rect">
            <a:avLst/>
          </a:prstGeom>
        </p:spPr>
        <p:txBody>
          <a:bodyPr wrap="square" lIns="0" tIns="0" rIns="0" bIns="0" anchor="t">
            <a:spAutoFit/>
          </a:bodyPr>
          <a:lstStyle>
            <a:lvl1pPr algn="ctr">
              <a:defRPr sz="1400" b="1">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856934" y="4482529"/>
            <a:ext cx="10478131" cy="457200"/>
          </a:xfrm>
          <a:prstGeom prst="rect">
            <a:avLst/>
          </a:prstGeom>
        </p:spPr>
        <p:txBody>
          <a:bodyPr anchor="t"/>
          <a:lstStyle>
            <a:lvl1pPr marL="0" indent="0" algn="ctr">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23" name="Marcador de texto 45">
            <a:extLst>
              <a:ext uri="{FF2B5EF4-FFF2-40B4-BE49-F238E27FC236}">
                <a16:creationId xmlns:a16="http://schemas.microsoft.com/office/drawing/2014/main" id="{F1437EF2-94D9-044A-AABB-8A756C9BA041}"/>
              </a:ext>
            </a:extLst>
          </p:cNvPr>
          <p:cNvSpPr>
            <a:spLocks noGrp="1"/>
          </p:cNvSpPr>
          <p:nvPr>
            <p:ph type="body" sz="quarter" idx="27" hasCustomPrompt="1"/>
          </p:nvPr>
        </p:nvSpPr>
        <p:spPr>
          <a:xfrm>
            <a:off x="1343163" y="5121188"/>
            <a:ext cx="9505674" cy="861775"/>
          </a:xfrm>
          <a:prstGeom prst="rect">
            <a:avLst/>
          </a:prstGeom>
        </p:spPr>
        <p:txBody>
          <a:bodyPr wrap="square" lIns="0" tIns="0" rIns="0" bIns="0" anchor="t">
            <a:spAutoFit/>
          </a:bodyPr>
          <a:lstStyle>
            <a:lvl1pPr marL="0" indent="0" algn="ctr">
              <a:lnSpc>
                <a:spcPct val="100000"/>
              </a:lnSpc>
              <a:buNone/>
              <a:defRPr sz="14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Tree>
    <p:extLst>
      <p:ext uri="{BB962C8B-B14F-4D97-AF65-F5344CB8AC3E}">
        <p14:creationId xmlns:p14="http://schemas.microsoft.com/office/powerpoint/2010/main" val="385100048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Portadilla 05 ">
    <p:spTree>
      <p:nvGrpSpPr>
        <p:cNvPr id="1" name=""/>
        <p:cNvGrpSpPr/>
        <p:nvPr/>
      </p:nvGrpSpPr>
      <p:grpSpPr>
        <a:xfrm>
          <a:off x="0" y="0"/>
          <a:ext cx="0" cy="0"/>
          <a:chOff x="0" y="0"/>
          <a:chExt cx="0" cy="0"/>
        </a:xfrm>
      </p:grpSpPr>
      <p:sp>
        <p:nvSpPr>
          <p:cNvPr id="32" name="Rectángulo 31">
            <a:extLst>
              <a:ext uri="{FF2B5EF4-FFF2-40B4-BE49-F238E27FC236}">
                <a16:creationId xmlns:a16="http://schemas.microsoft.com/office/drawing/2014/main" id="{F555FA43-7B52-BA4E-BE7C-328C857EB2F7}"/>
              </a:ext>
            </a:extLst>
          </p:cNvPr>
          <p:cNvSpPr/>
          <p:nvPr userDrawn="1"/>
        </p:nvSpPr>
        <p:spPr>
          <a:xfrm>
            <a:off x="0" y="0"/>
            <a:ext cx="12192000" cy="409615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30" name="Marcador de posición de imagen 42">
            <a:extLst>
              <a:ext uri="{FF2B5EF4-FFF2-40B4-BE49-F238E27FC236}">
                <a16:creationId xmlns:a16="http://schemas.microsoft.com/office/drawing/2014/main" id="{8E8AACDE-108C-FF42-BF8F-12E3DF124DF6}"/>
              </a:ext>
            </a:extLst>
          </p:cNvPr>
          <p:cNvSpPr>
            <a:spLocks noGrp="1"/>
          </p:cNvSpPr>
          <p:nvPr>
            <p:ph type="pic" sz="quarter" idx="15"/>
          </p:nvPr>
        </p:nvSpPr>
        <p:spPr>
          <a:xfrm>
            <a:off x="4385887" y="440667"/>
            <a:ext cx="3420223" cy="3420381"/>
          </a:xfrm>
          <a:prstGeom prst="ellipse">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856934" y="4271044"/>
            <a:ext cx="10478131" cy="193899"/>
          </a:xfrm>
          <a:prstGeom prst="rect">
            <a:avLst/>
          </a:prstGeom>
        </p:spPr>
        <p:txBody>
          <a:bodyPr wrap="square" lIns="0" tIns="0" rIns="0" bIns="0" anchor="t">
            <a:spAutoFit/>
          </a:bodyPr>
          <a:lstStyle>
            <a:lvl1pPr algn="ctr">
              <a:defRPr sz="1400" b="1">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856934" y="4482529"/>
            <a:ext cx="10478131" cy="457200"/>
          </a:xfrm>
          <a:prstGeom prst="rect">
            <a:avLst/>
          </a:prstGeom>
        </p:spPr>
        <p:txBody>
          <a:bodyPr anchor="t"/>
          <a:lstStyle>
            <a:lvl1pPr marL="0" indent="0" algn="ctr">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23" name="Marcador de texto 45">
            <a:extLst>
              <a:ext uri="{FF2B5EF4-FFF2-40B4-BE49-F238E27FC236}">
                <a16:creationId xmlns:a16="http://schemas.microsoft.com/office/drawing/2014/main" id="{F1437EF2-94D9-044A-AABB-8A756C9BA041}"/>
              </a:ext>
            </a:extLst>
          </p:cNvPr>
          <p:cNvSpPr>
            <a:spLocks noGrp="1"/>
          </p:cNvSpPr>
          <p:nvPr>
            <p:ph type="body" sz="quarter" idx="27" hasCustomPrompt="1"/>
          </p:nvPr>
        </p:nvSpPr>
        <p:spPr>
          <a:xfrm>
            <a:off x="1343163" y="5121188"/>
            <a:ext cx="9505674" cy="861775"/>
          </a:xfrm>
          <a:prstGeom prst="rect">
            <a:avLst/>
          </a:prstGeom>
        </p:spPr>
        <p:txBody>
          <a:bodyPr wrap="square" lIns="0" tIns="0" rIns="0" bIns="0" anchor="t">
            <a:spAutoFit/>
          </a:bodyPr>
          <a:lstStyle>
            <a:lvl1pPr marL="0" indent="0" algn="ctr">
              <a:lnSpc>
                <a:spcPct val="100000"/>
              </a:lnSpc>
              <a:buNone/>
              <a:defRPr sz="14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Tree>
    <p:extLst>
      <p:ext uri="{BB962C8B-B14F-4D97-AF65-F5344CB8AC3E}">
        <p14:creationId xmlns:p14="http://schemas.microsoft.com/office/powerpoint/2010/main" val="351988120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Grafico No. 01">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54" name="Marcador de texto 45">
            <a:extLst>
              <a:ext uri="{FF2B5EF4-FFF2-40B4-BE49-F238E27FC236}">
                <a16:creationId xmlns:a16="http://schemas.microsoft.com/office/drawing/2014/main" id="{A691EC4E-F463-0443-B603-F2B38A4EFE2A}"/>
              </a:ext>
            </a:extLst>
          </p:cNvPr>
          <p:cNvSpPr>
            <a:spLocks noGrp="1"/>
          </p:cNvSpPr>
          <p:nvPr>
            <p:ph type="body" sz="quarter" idx="56" hasCustomPrompt="1"/>
          </p:nvPr>
        </p:nvSpPr>
        <p:spPr>
          <a:xfrm>
            <a:off x="1895915" y="3463739"/>
            <a:ext cx="1389859" cy="364579"/>
          </a:xfrm>
          <a:prstGeom prst="rect">
            <a:avLst/>
          </a:prstGeom>
        </p:spPr>
        <p:txBody>
          <a:bodyPr lIns="0" tIns="0" rIns="0" bIns="0" anchor="ctr"/>
          <a:lstStyle>
            <a:lvl1pPr marL="0" indent="0" algn="ctr">
              <a:buNone/>
              <a:defRPr sz="1200" b="1">
                <a:solidFill>
                  <a:schemeClr val="bg2">
                    <a:lumMod val="75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5" name="Marcador de texto 45">
            <a:extLst>
              <a:ext uri="{FF2B5EF4-FFF2-40B4-BE49-F238E27FC236}">
                <a16:creationId xmlns:a16="http://schemas.microsoft.com/office/drawing/2014/main" id="{D5C66119-E6C8-564C-8D1E-9693D85897F0}"/>
              </a:ext>
            </a:extLst>
          </p:cNvPr>
          <p:cNvSpPr>
            <a:spLocks noGrp="1"/>
          </p:cNvSpPr>
          <p:nvPr>
            <p:ph type="body" sz="quarter" idx="57" hasCustomPrompt="1"/>
          </p:nvPr>
        </p:nvSpPr>
        <p:spPr>
          <a:xfrm>
            <a:off x="8575644" y="4876998"/>
            <a:ext cx="2052362" cy="769442"/>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22" name="Line">
            <a:extLst>
              <a:ext uri="{FF2B5EF4-FFF2-40B4-BE49-F238E27FC236}">
                <a16:creationId xmlns:a16="http://schemas.microsoft.com/office/drawing/2014/main" id="{EBB97960-6B44-394B-A196-C7CFFB3E5A3E}"/>
              </a:ext>
            </a:extLst>
          </p:cNvPr>
          <p:cNvSpPr/>
          <p:nvPr userDrawn="1"/>
        </p:nvSpPr>
        <p:spPr>
          <a:xfrm>
            <a:off x="8433349" y="2223503"/>
            <a:ext cx="2336952" cy="11684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9671"/>
                  <a:pt x="4835" y="0"/>
                  <a:pt x="10800" y="0"/>
                </a:cubicBezTo>
                <a:cubicBezTo>
                  <a:pt x="16765" y="0"/>
                  <a:pt x="21600" y="9671"/>
                  <a:pt x="21600" y="21600"/>
                </a:cubicBezTo>
              </a:path>
            </a:pathLst>
          </a:custGeom>
          <a:ln w="736600">
            <a:solidFill>
              <a:schemeClr val="accent2"/>
            </a:solidFill>
          </a:ln>
        </p:spPr>
        <p:txBody>
          <a:bodyPr lIns="60960" tIns="60960" rIns="60960" bIns="60960" anchor="ctr"/>
          <a:lstStyle/>
          <a:p>
            <a:pPr algn="ctr"/>
            <a:endParaRPr sz="900">
              <a:latin typeface="Century Gothic" panose="020B0502020202020204" pitchFamily="34" charset="0"/>
            </a:endParaRPr>
          </a:p>
        </p:txBody>
      </p:sp>
      <p:sp>
        <p:nvSpPr>
          <p:cNvPr id="23" name="Line">
            <a:extLst>
              <a:ext uri="{FF2B5EF4-FFF2-40B4-BE49-F238E27FC236}">
                <a16:creationId xmlns:a16="http://schemas.microsoft.com/office/drawing/2014/main" id="{25F3874C-F623-6B4D-87C3-98F451499F18}"/>
              </a:ext>
            </a:extLst>
          </p:cNvPr>
          <p:cNvSpPr/>
          <p:nvPr userDrawn="1"/>
        </p:nvSpPr>
        <p:spPr>
          <a:xfrm rot="10800000">
            <a:off x="6096397" y="3392996"/>
            <a:ext cx="2336952" cy="11684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9671"/>
                  <a:pt x="4835" y="0"/>
                  <a:pt x="10800" y="0"/>
                </a:cubicBezTo>
                <a:cubicBezTo>
                  <a:pt x="16765" y="0"/>
                  <a:pt x="21600" y="9671"/>
                  <a:pt x="21600" y="21600"/>
                </a:cubicBezTo>
              </a:path>
            </a:pathLst>
          </a:custGeom>
          <a:ln w="736600">
            <a:solidFill>
              <a:schemeClr val="accent1"/>
            </a:solidFill>
          </a:ln>
        </p:spPr>
        <p:txBody>
          <a:bodyPr lIns="60960" tIns="60960" rIns="60960" bIns="60960" anchor="ctr"/>
          <a:lstStyle/>
          <a:p>
            <a:pPr algn="ctr"/>
            <a:endParaRPr sz="900">
              <a:latin typeface="Century Gothic" panose="020B0502020202020204" pitchFamily="34" charset="0"/>
            </a:endParaRPr>
          </a:p>
        </p:txBody>
      </p:sp>
      <p:sp>
        <p:nvSpPr>
          <p:cNvPr id="24" name="Line">
            <a:extLst>
              <a:ext uri="{FF2B5EF4-FFF2-40B4-BE49-F238E27FC236}">
                <a16:creationId xmlns:a16="http://schemas.microsoft.com/office/drawing/2014/main" id="{2E71B341-FFEF-994C-B101-FF214EC9932D}"/>
              </a:ext>
            </a:extLst>
          </p:cNvPr>
          <p:cNvSpPr/>
          <p:nvPr userDrawn="1"/>
        </p:nvSpPr>
        <p:spPr>
          <a:xfrm>
            <a:off x="3759445" y="2223503"/>
            <a:ext cx="2336952" cy="11684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9671"/>
                  <a:pt x="4835" y="0"/>
                  <a:pt x="10800" y="0"/>
                </a:cubicBezTo>
                <a:cubicBezTo>
                  <a:pt x="16765" y="0"/>
                  <a:pt x="21600" y="9671"/>
                  <a:pt x="21600" y="21600"/>
                </a:cubicBezTo>
              </a:path>
            </a:pathLst>
          </a:custGeom>
          <a:ln w="736600">
            <a:solidFill>
              <a:schemeClr val="accent3"/>
            </a:solidFill>
          </a:ln>
        </p:spPr>
        <p:txBody>
          <a:bodyPr lIns="60960" tIns="60960" rIns="60960" bIns="60960" anchor="ctr"/>
          <a:lstStyle/>
          <a:p>
            <a:pPr algn="ctr"/>
            <a:endParaRPr sz="900">
              <a:latin typeface="Century Gothic" panose="020B0502020202020204" pitchFamily="34" charset="0"/>
            </a:endParaRPr>
          </a:p>
        </p:txBody>
      </p:sp>
      <p:sp>
        <p:nvSpPr>
          <p:cNvPr id="25" name="Line">
            <a:extLst>
              <a:ext uri="{FF2B5EF4-FFF2-40B4-BE49-F238E27FC236}">
                <a16:creationId xmlns:a16="http://schemas.microsoft.com/office/drawing/2014/main" id="{2CECE36A-0F5A-B042-BB55-081C858E7DFB}"/>
              </a:ext>
            </a:extLst>
          </p:cNvPr>
          <p:cNvSpPr/>
          <p:nvPr userDrawn="1"/>
        </p:nvSpPr>
        <p:spPr>
          <a:xfrm>
            <a:off x="1422493" y="2223503"/>
            <a:ext cx="2336952" cy="11684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9671"/>
                  <a:pt x="4835" y="0"/>
                  <a:pt x="10800" y="0"/>
                </a:cubicBezTo>
                <a:cubicBezTo>
                  <a:pt x="16765" y="0"/>
                  <a:pt x="21600" y="9671"/>
                  <a:pt x="21600" y="21600"/>
                </a:cubicBezTo>
              </a:path>
            </a:pathLst>
          </a:custGeom>
          <a:ln w="736600" cap="rnd">
            <a:solidFill>
              <a:schemeClr val="accent4"/>
            </a:solidFill>
          </a:ln>
        </p:spPr>
        <p:txBody>
          <a:bodyPr lIns="60960" tIns="60960" rIns="60960" bIns="60960" anchor="ctr"/>
          <a:lstStyle/>
          <a:p>
            <a:pPr algn="ctr"/>
            <a:endParaRPr sz="900">
              <a:latin typeface="Century Gothic" panose="020B0502020202020204" pitchFamily="34" charset="0"/>
            </a:endParaRPr>
          </a:p>
        </p:txBody>
      </p:sp>
      <p:sp>
        <p:nvSpPr>
          <p:cNvPr id="26" name="Line">
            <a:extLst>
              <a:ext uri="{FF2B5EF4-FFF2-40B4-BE49-F238E27FC236}">
                <a16:creationId xmlns:a16="http://schemas.microsoft.com/office/drawing/2014/main" id="{533E3048-7FC2-0C48-B956-B51C6B6B945C}"/>
              </a:ext>
            </a:extLst>
          </p:cNvPr>
          <p:cNvSpPr/>
          <p:nvPr userDrawn="1"/>
        </p:nvSpPr>
        <p:spPr>
          <a:xfrm rot="10800000">
            <a:off x="1422493" y="3392996"/>
            <a:ext cx="2336952" cy="11684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9671"/>
                  <a:pt x="4835" y="0"/>
                  <a:pt x="10800" y="0"/>
                </a:cubicBezTo>
                <a:cubicBezTo>
                  <a:pt x="16765" y="0"/>
                  <a:pt x="21600" y="9671"/>
                  <a:pt x="21600" y="21600"/>
                </a:cubicBezTo>
              </a:path>
            </a:pathLst>
          </a:custGeom>
          <a:ln w="736600">
            <a:solidFill>
              <a:schemeClr val="accent4"/>
            </a:solidFill>
          </a:ln>
        </p:spPr>
        <p:txBody>
          <a:bodyPr lIns="60960" tIns="60960" rIns="60960" bIns="60960" anchor="ctr"/>
          <a:lstStyle/>
          <a:p>
            <a:pPr algn="ctr"/>
            <a:endParaRPr sz="900">
              <a:latin typeface="Century Gothic" panose="020B0502020202020204" pitchFamily="34" charset="0"/>
            </a:endParaRPr>
          </a:p>
        </p:txBody>
      </p:sp>
      <p:sp>
        <p:nvSpPr>
          <p:cNvPr id="27" name="Line">
            <a:extLst>
              <a:ext uri="{FF2B5EF4-FFF2-40B4-BE49-F238E27FC236}">
                <a16:creationId xmlns:a16="http://schemas.microsoft.com/office/drawing/2014/main" id="{9684A1F6-67F0-F447-BE1B-DA8B552F1AA8}"/>
              </a:ext>
            </a:extLst>
          </p:cNvPr>
          <p:cNvSpPr/>
          <p:nvPr userDrawn="1"/>
        </p:nvSpPr>
        <p:spPr>
          <a:xfrm rot="10800000">
            <a:off x="3759445" y="3392996"/>
            <a:ext cx="2336952" cy="11684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9671"/>
                  <a:pt x="4835" y="0"/>
                  <a:pt x="10800" y="0"/>
                </a:cubicBezTo>
                <a:cubicBezTo>
                  <a:pt x="16765" y="0"/>
                  <a:pt x="21600" y="9671"/>
                  <a:pt x="21600" y="21600"/>
                </a:cubicBezTo>
              </a:path>
            </a:pathLst>
          </a:custGeom>
          <a:ln w="736600">
            <a:solidFill>
              <a:schemeClr val="accent3"/>
            </a:solidFill>
          </a:ln>
        </p:spPr>
        <p:txBody>
          <a:bodyPr lIns="60960" tIns="60960" rIns="60960" bIns="60960" anchor="ctr"/>
          <a:lstStyle/>
          <a:p>
            <a:pPr algn="ctr"/>
            <a:endParaRPr sz="900">
              <a:latin typeface="Century Gothic" panose="020B0502020202020204" pitchFamily="34" charset="0"/>
            </a:endParaRPr>
          </a:p>
        </p:txBody>
      </p:sp>
      <p:sp>
        <p:nvSpPr>
          <p:cNvPr id="28" name="Line">
            <a:extLst>
              <a:ext uri="{FF2B5EF4-FFF2-40B4-BE49-F238E27FC236}">
                <a16:creationId xmlns:a16="http://schemas.microsoft.com/office/drawing/2014/main" id="{C0F70774-2034-9741-AE13-809E30A86755}"/>
              </a:ext>
            </a:extLst>
          </p:cNvPr>
          <p:cNvSpPr/>
          <p:nvPr userDrawn="1"/>
        </p:nvSpPr>
        <p:spPr>
          <a:xfrm>
            <a:off x="6096397" y="2223503"/>
            <a:ext cx="2336952" cy="11684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9671"/>
                  <a:pt x="4835" y="0"/>
                  <a:pt x="10800" y="0"/>
                </a:cubicBezTo>
                <a:cubicBezTo>
                  <a:pt x="16765" y="0"/>
                  <a:pt x="21600" y="9671"/>
                  <a:pt x="21600" y="21600"/>
                </a:cubicBezTo>
              </a:path>
            </a:pathLst>
          </a:custGeom>
          <a:ln w="736600">
            <a:solidFill>
              <a:schemeClr val="accent1"/>
            </a:solidFill>
          </a:ln>
        </p:spPr>
        <p:txBody>
          <a:bodyPr lIns="60960" tIns="60960" rIns="60960" bIns="60960" anchor="ctr"/>
          <a:lstStyle/>
          <a:p>
            <a:pPr algn="ctr"/>
            <a:endParaRPr sz="900">
              <a:latin typeface="Century Gothic" panose="020B0502020202020204" pitchFamily="34" charset="0"/>
            </a:endParaRPr>
          </a:p>
        </p:txBody>
      </p:sp>
      <p:sp>
        <p:nvSpPr>
          <p:cNvPr id="29" name="Line">
            <a:extLst>
              <a:ext uri="{FF2B5EF4-FFF2-40B4-BE49-F238E27FC236}">
                <a16:creationId xmlns:a16="http://schemas.microsoft.com/office/drawing/2014/main" id="{1933BEE6-0DCD-3743-9871-CD59B1311455}"/>
              </a:ext>
            </a:extLst>
          </p:cNvPr>
          <p:cNvSpPr/>
          <p:nvPr userDrawn="1"/>
        </p:nvSpPr>
        <p:spPr>
          <a:xfrm rot="10800000">
            <a:off x="8433349" y="3392996"/>
            <a:ext cx="2336952" cy="11684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9671"/>
                  <a:pt x="4835" y="0"/>
                  <a:pt x="10800" y="0"/>
                </a:cubicBezTo>
                <a:cubicBezTo>
                  <a:pt x="16765" y="0"/>
                  <a:pt x="21600" y="9671"/>
                  <a:pt x="21600" y="21600"/>
                </a:cubicBezTo>
              </a:path>
            </a:pathLst>
          </a:custGeom>
          <a:ln w="736600">
            <a:solidFill>
              <a:schemeClr val="accent2"/>
            </a:solidFill>
          </a:ln>
        </p:spPr>
        <p:txBody>
          <a:bodyPr lIns="60960" tIns="60960" rIns="60960" bIns="60960" anchor="ctr"/>
          <a:lstStyle/>
          <a:p>
            <a:pPr algn="ctr"/>
            <a:endParaRPr sz="900">
              <a:latin typeface="Century Gothic" panose="020B0502020202020204" pitchFamily="34" charset="0"/>
            </a:endParaRPr>
          </a:p>
        </p:txBody>
      </p:sp>
      <p:sp>
        <p:nvSpPr>
          <p:cNvPr id="30" name="Line">
            <a:extLst>
              <a:ext uri="{FF2B5EF4-FFF2-40B4-BE49-F238E27FC236}">
                <a16:creationId xmlns:a16="http://schemas.microsoft.com/office/drawing/2014/main" id="{D0DE01F9-0ADC-E745-A8D4-23EC099A71CD}"/>
              </a:ext>
            </a:extLst>
          </p:cNvPr>
          <p:cNvSpPr/>
          <p:nvPr userDrawn="1"/>
        </p:nvSpPr>
        <p:spPr>
          <a:xfrm flipH="1">
            <a:off x="3759445" y="2962520"/>
            <a:ext cx="0" cy="2880002"/>
          </a:xfrm>
          <a:prstGeom prst="line">
            <a:avLst/>
          </a:prstGeom>
          <a:ln w="25400" cap="rnd">
            <a:solidFill>
              <a:srgbClr val="B1B7C0"/>
            </a:solidFill>
            <a:prstDash val="dot"/>
          </a:ln>
        </p:spPr>
        <p:txBody>
          <a:bodyPr lIns="60960" tIns="60960" rIns="60960" bIns="60960"/>
          <a:lstStyle/>
          <a:p>
            <a:endParaRPr sz="900">
              <a:latin typeface="Century Gothic" panose="020B0502020202020204" pitchFamily="34" charset="0"/>
            </a:endParaRPr>
          </a:p>
        </p:txBody>
      </p:sp>
      <p:sp>
        <p:nvSpPr>
          <p:cNvPr id="33" name="Line">
            <a:extLst>
              <a:ext uri="{FF2B5EF4-FFF2-40B4-BE49-F238E27FC236}">
                <a16:creationId xmlns:a16="http://schemas.microsoft.com/office/drawing/2014/main" id="{F9886863-DD7A-2D43-B135-8FB0D2BB6D0D}"/>
              </a:ext>
            </a:extLst>
          </p:cNvPr>
          <p:cNvSpPr/>
          <p:nvPr userDrawn="1"/>
        </p:nvSpPr>
        <p:spPr>
          <a:xfrm>
            <a:off x="8433349" y="2962520"/>
            <a:ext cx="0" cy="2880002"/>
          </a:xfrm>
          <a:prstGeom prst="line">
            <a:avLst/>
          </a:prstGeom>
          <a:ln w="25400" cap="rnd">
            <a:solidFill>
              <a:srgbClr val="B1B7C0"/>
            </a:solidFill>
            <a:prstDash val="dot"/>
          </a:ln>
        </p:spPr>
        <p:txBody>
          <a:bodyPr lIns="60960" tIns="60960" rIns="60960" bIns="60960"/>
          <a:lstStyle/>
          <a:p>
            <a:endParaRPr sz="900">
              <a:latin typeface="Century Gothic" panose="020B0502020202020204" pitchFamily="34" charset="0"/>
            </a:endParaRPr>
          </a:p>
        </p:txBody>
      </p:sp>
      <p:sp>
        <p:nvSpPr>
          <p:cNvPr id="34" name="Line">
            <a:extLst>
              <a:ext uri="{FF2B5EF4-FFF2-40B4-BE49-F238E27FC236}">
                <a16:creationId xmlns:a16="http://schemas.microsoft.com/office/drawing/2014/main" id="{64D13198-9824-F549-A449-3D94AA4FF2E7}"/>
              </a:ext>
            </a:extLst>
          </p:cNvPr>
          <p:cNvSpPr/>
          <p:nvPr userDrawn="1"/>
        </p:nvSpPr>
        <p:spPr>
          <a:xfrm flipH="1">
            <a:off x="6096397" y="2962520"/>
            <a:ext cx="0" cy="2880002"/>
          </a:xfrm>
          <a:prstGeom prst="line">
            <a:avLst/>
          </a:prstGeom>
          <a:ln w="25400" cap="rnd">
            <a:solidFill>
              <a:srgbClr val="B1B7C0"/>
            </a:solidFill>
            <a:prstDash val="dot"/>
          </a:ln>
        </p:spPr>
        <p:txBody>
          <a:bodyPr lIns="60960" tIns="60960" rIns="60960" bIns="60960"/>
          <a:lstStyle/>
          <a:p>
            <a:endParaRPr sz="900">
              <a:latin typeface="Century Gothic" panose="020B0502020202020204" pitchFamily="34" charset="0"/>
            </a:endParaRPr>
          </a:p>
        </p:txBody>
      </p:sp>
      <p:sp>
        <p:nvSpPr>
          <p:cNvPr id="57" name="Marcador de texto 45">
            <a:extLst>
              <a:ext uri="{FF2B5EF4-FFF2-40B4-BE49-F238E27FC236}">
                <a16:creationId xmlns:a16="http://schemas.microsoft.com/office/drawing/2014/main" id="{8F867AFB-424E-B64A-B502-B9B4ABA02418}"/>
              </a:ext>
            </a:extLst>
          </p:cNvPr>
          <p:cNvSpPr>
            <a:spLocks noGrp="1"/>
          </p:cNvSpPr>
          <p:nvPr>
            <p:ph type="body" sz="quarter" idx="59" hasCustomPrompt="1"/>
          </p:nvPr>
        </p:nvSpPr>
        <p:spPr>
          <a:xfrm>
            <a:off x="1896163" y="2955490"/>
            <a:ext cx="1389611" cy="395846"/>
          </a:xfrm>
          <a:prstGeom prst="rect">
            <a:avLst/>
          </a:prstGeom>
        </p:spPr>
        <p:txBody>
          <a:bodyPr lIns="0" tIns="0" rIns="0" bIns="0" anchor="ctr"/>
          <a:lstStyle>
            <a:lvl1pPr marL="0" indent="0" algn="ctr">
              <a:buNone/>
              <a:defRPr sz="2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8" name="Marcador de texto 45">
            <a:extLst>
              <a:ext uri="{FF2B5EF4-FFF2-40B4-BE49-F238E27FC236}">
                <a16:creationId xmlns:a16="http://schemas.microsoft.com/office/drawing/2014/main" id="{D1853945-52F4-E049-9667-B3D5FD53915F}"/>
              </a:ext>
            </a:extLst>
          </p:cNvPr>
          <p:cNvSpPr>
            <a:spLocks noGrp="1"/>
          </p:cNvSpPr>
          <p:nvPr>
            <p:ph type="body" sz="quarter" idx="60" hasCustomPrompt="1"/>
          </p:nvPr>
        </p:nvSpPr>
        <p:spPr>
          <a:xfrm>
            <a:off x="4221255" y="3463739"/>
            <a:ext cx="1389859" cy="364579"/>
          </a:xfrm>
          <a:prstGeom prst="rect">
            <a:avLst/>
          </a:prstGeom>
        </p:spPr>
        <p:txBody>
          <a:bodyPr lIns="0" tIns="0" rIns="0" bIns="0" anchor="ctr"/>
          <a:lstStyle>
            <a:lvl1pPr marL="0" indent="0" algn="ctr">
              <a:buNone/>
              <a:defRPr sz="1200" b="1">
                <a:solidFill>
                  <a:schemeClr val="bg2">
                    <a:lumMod val="75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9" name="Marcador de texto 45">
            <a:extLst>
              <a:ext uri="{FF2B5EF4-FFF2-40B4-BE49-F238E27FC236}">
                <a16:creationId xmlns:a16="http://schemas.microsoft.com/office/drawing/2014/main" id="{DA9D278E-721B-524D-A210-30C24883C4A5}"/>
              </a:ext>
            </a:extLst>
          </p:cNvPr>
          <p:cNvSpPr>
            <a:spLocks noGrp="1"/>
          </p:cNvSpPr>
          <p:nvPr>
            <p:ph type="body" sz="quarter" idx="61" hasCustomPrompt="1"/>
          </p:nvPr>
        </p:nvSpPr>
        <p:spPr>
          <a:xfrm>
            <a:off x="4221502" y="2955490"/>
            <a:ext cx="1389611" cy="395846"/>
          </a:xfrm>
          <a:prstGeom prst="rect">
            <a:avLst/>
          </a:prstGeom>
        </p:spPr>
        <p:txBody>
          <a:bodyPr lIns="0" tIns="0" rIns="0" bIns="0" anchor="ctr"/>
          <a:lstStyle>
            <a:lvl1pPr marL="0" indent="0" algn="ctr">
              <a:buNone/>
              <a:defRPr sz="2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0" name="Marcador de texto 45">
            <a:extLst>
              <a:ext uri="{FF2B5EF4-FFF2-40B4-BE49-F238E27FC236}">
                <a16:creationId xmlns:a16="http://schemas.microsoft.com/office/drawing/2014/main" id="{A97B545C-713F-FE44-A9C8-DAFB5156C536}"/>
              </a:ext>
            </a:extLst>
          </p:cNvPr>
          <p:cNvSpPr>
            <a:spLocks noGrp="1"/>
          </p:cNvSpPr>
          <p:nvPr>
            <p:ph type="body" sz="quarter" idx="62" hasCustomPrompt="1"/>
          </p:nvPr>
        </p:nvSpPr>
        <p:spPr>
          <a:xfrm>
            <a:off x="6585786" y="3463739"/>
            <a:ext cx="1389859" cy="364579"/>
          </a:xfrm>
          <a:prstGeom prst="rect">
            <a:avLst/>
          </a:prstGeom>
        </p:spPr>
        <p:txBody>
          <a:bodyPr lIns="0" tIns="0" rIns="0" bIns="0" anchor="ctr"/>
          <a:lstStyle>
            <a:lvl1pPr marL="0" indent="0" algn="ctr">
              <a:buNone/>
              <a:defRPr sz="1200" b="1">
                <a:solidFill>
                  <a:schemeClr val="bg2">
                    <a:lumMod val="75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1" name="Marcador de texto 45">
            <a:extLst>
              <a:ext uri="{FF2B5EF4-FFF2-40B4-BE49-F238E27FC236}">
                <a16:creationId xmlns:a16="http://schemas.microsoft.com/office/drawing/2014/main" id="{5AD7883C-2C5F-9C49-AF07-A30A5D56113C}"/>
              </a:ext>
            </a:extLst>
          </p:cNvPr>
          <p:cNvSpPr>
            <a:spLocks noGrp="1"/>
          </p:cNvSpPr>
          <p:nvPr>
            <p:ph type="body" sz="quarter" idx="63" hasCustomPrompt="1"/>
          </p:nvPr>
        </p:nvSpPr>
        <p:spPr>
          <a:xfrm>
            <a:off x="6586033" y="2955490"/>
            <a:ext cx="1389611" cy="395846"/>
          </a:xfrm>
          <a:prstGeom prst="rect">
            <a:avLst/>
          </a:prstGeom>
        </p:spPr>
        <p:txBody>
          <a:bodyPr lIns="0" tIns="0" rIns="0" bIns="0" anchor="ctr"/>
          <a:lstStyle>
            <a:lvl1pPr marL="0" indent="0" algn="ctr">
              <a:buNone/>
              <a:defRPr sz="2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2" name="Marcador de texto 45">
            <a:extLst>
              <a:ext uri="{FF2B5EF4-FFF2-40B4-BE49-F238E27FC236}">
                <a16:creationId xmlns:a16="http://schemas.microsoft.com/office/drawing/2014/main" id="{4C1D4310-503D-C448-B7DC-033F302EC669}"/>
              </a:ext>
            </a:extLst>
          </p:cNvPr>
          <p:cNvSpPr>
            <a:spLocks noGrp="1"/>
          </p:cNvSpPr>
          <p:nvPr>
            <p:ph type="body" sz="quarter" idx="64" hasCustomPrompt="1"/>
          </p:nvPr>
        </p:nvSpPr>
        <p:spPr>
          <a:xfrm>
            <a:off x="8911126" y="3463739"/>
            <a:ext cx="1389859" cy="364579"/>
          </a:xfrm>
          <a:prstGeom prst="rect">
            <a:avLst/>
          </a:prstGeom>
        </p:spPr>
        <p:txBody>
          <a:bodyPr lIns="0" tIns="0" rIns="0" bIns="0" anchor="ctr"/>
          <a:lstStyle>
            <a:lvl1pPr marL="0" indent="0" algn="ctr">
              <a:buNone/>
              <a:defRPr sz="1200" b="1">
                <a:solidFill>
                  <a:schemeClr val="bg2">
                    <a:lumMod val="75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3" name="Marcador de texto 45">
            <a:extLst>
              <a:ext uri="{FF2B5EF4-FFF2-40B4-BE49-F238E27FC236}">
                <a16:creationId xmlns:a16="http://schemas.microsoft.com/office/drawing/2014/main" id="{42FB1547-F512-C64E-960C-7363BCECCF87}"/>
              </a:ext>
            </a:extLst>
          </p:cNvPr>
          <p:cNvSpPr>
            <a:spLocks noGrp="1"/>
          </p:cNvSpPr>
          <p:nvPr>
            <p:ph type="body" sz="quarter" idx="65" hasCustomPrompt="1"/>
          </p:nvPr>
        </p:nvSpPr>
        <p:spPr>
          <a:xfrm>
            <a:off x="8911373" y="2955490"/>
            <a:ext cx="1389611" cy="395846"/>
          </a:xfrm>
          <a:prstGeom prst="rect">
            <a:avLst/>
          </a:prstGeom>
        </p:spPr>
        <p:txBody>
          <a:bodyPr lIns="0" tIns="0" rIns="0" bIns="0" anchor="ctr"/>
          <a:lstStyle>
            <a:lvl1pPr marL="0" indent="0" algn="ctr">
              <a:buNone/>
              <a:defRPr sz="2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4" name="Marcador de texto 45">
            <a:extLst>
              <a:ext uri="{FF2B5EF4-FFF2-40B4-BE49-F238E27FC236}">
                <a16:creationId xmlns:a16="http://schemas.microsoft.com/office/drawing/2014/main" id="{828C7F01-D6FA-9A49-A25C-2CAF8B3C9172}"/>
              </a:ext>
            </a:extLst>
          </p:cNvPr>
          <p:cNvSpPr>
            <a:spLocks noGrp="1"/>
          </p:cNvSpPr>
          <p:nvPr>
            <p:ph type="body" sz="quarter" idx="66" hasCustomPrompt="1"/>
          </p:nvPr>
        </p:nvSpPr>
        <p:spPr>
          <a:xfrm>
            <a:off x="6251386" y="4876998"/>
            <a:ext cx="2052362" cy="769442"/>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65" name="Marcador de texto 45">
            <a:extLst>
              <a:ext uri="{FF2B5EF4-FFF2-40B4-BE49-F238E27FC236}">
                <a16:creationId xmlns:a16="http://schemas.microsoft.com/office/drawing/2014/main" id="{C400B599-1090-4E46-BB5A-C46725773644}"/>
              </a:ext>
            </a:extLst>
          </p:cNvPr>
          <p:cNvSpPr>
            <a:spLocks noGrp="1"/>
          </p:cNvSpPr>
          <p:nvPr>
            <p:ph type="body" sz="quarter" idx="67" hasCustomPrompt="1"/>
          </p:nvPr>
        </p:nvSpPr>
        <p:spPr>
          <a:xfrm>
            <a:off x="3898792" y="4876998"/>
            <a:ext cx="2052362" cy="769442"/>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66" name="Marcador de texto 45">
            <a:extLst>
              <a:ext uri="{FF2B5EF4-FFF2-40B4-BE49-F238E27FC236}">
                <a16:creationId xmlns:a16="http://schemas.microsoft.com/office/drawing/2014/main" id="{0B63E2AE-B8B5-CA4D-AAD8-21282DBD1703}"/>
              </a:ext>
            </a:extLst>
          </p:cNvPr>
          <p:cNvSpPr>
            <a:spLocks noGrp="1"/>
          </p:cNvSpPr>
          <p:nvPr>
            <p:ph type="body" sz="quarter" idx="68" hasCustomPrompt="1"/>
          </p:nvPr>
        </p:nvSpPr>
        <p:spPr>
          <a:xfrm>
            <a:off x="1579627" y="4876998"/>
            <a:ext cx="2052362" cy="769442"/>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31" name="Line">
            <a:extLst>
              <a:ext uri="{FF2B5EF4-FFF2-40B4-BE49-F238E27FC236}">
                <a16:creationId xmlns:a16="http://schemas.microsoft.com/office/drawing/2014/main" id="{C1C80095-B9FD-FE4C-8DEF-969171AB46A0}"/>
              </a:ext>
            </a:extLst>
          </p:cNvPr>
          <p:cNvSpPr/>
          <p:nvPr userDrawn="1"/>
        </p:nvSpPr>
        <p:spPr>
          <a:xfrm>
            <a:off x="368284" y="1448780"/>
            <a:ext cx="855475" cy="0"/>
          </a:xfrm>
          <a:prstGeom prst="line">
            <a:avLst/>
          </a:prstGeom>
          <a:ln w="63500">
            <a:solidFill>
              <a:schemeClr val="accent3"/>
            </a:solidFill>
          </a:ln>
        </p:spPr>
        <p:txBody>
          <a:bodyPr lIns="60960" tIns="60960" rIns="60960" bIns="60960"/>
          <a:lstStyle/>
          <a:p>
            <a:endParaRPr sz="900">
              <a:latin typeface="Century Gothic" panose="020B0502020202020204" pitchFamily="34" charset="0"/>
            </a:endParaRPr>
          </a:p>
        </p:txBody>
      </p:sp>
      <p:sp>
        <p:nvSpPr>
          <p:cNvPr id="32" name="Marcador de texto 15">
            <a:extLst>
              <a:ext uri="{FF2B5EF4-FFF2-40B4-BE49-F238E27FC236}">
                <a16:creationId xmlns:a16="http://schemas.microsoft.com/office/drawing/2014/main" id="{733EE458-E355-7349-8C89-C4D8E0B51EF9}"/>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5" name="Slide Number Placeholder 5">
            <a:extLst>
              <a:ext uri="{FF2B5EF4-FFF2-40B4-BE49-F238E27FC236}">
                <a16:creationId xmlns:a16="http://schemas.microsoft.com/office/drawing/2014/main" id="{8CD9AE7C-0852-4A48-8F6F-4A9AB0231028}"/>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15162533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Grafico No. 0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55" name="Marcador de texto 45">
            <a:extLst>
              <a:ext uri="{FF2B5EF4-FFF2-40B4-BE49-F238E27FC236}">
                <a16:creationId xmlns:a16="http://schemas.microsoft.com/office/drawing/2014/main" id="{D5C66119-E6C8-564C-8D1E-9693D85897F0}"/>
              </a:ext>
            </a:extLst>
          </p:cNvPr>
          <p:cNvSpPr>
            <a:spLocks noGrp="1"/>
          </p:cNvSpPr>
          <p:nvPr>
            <p:ph type="body" sz="quarter" idx="57" hasCustomPrompt="1"/>
          </p:nvPr>
        </p:nvSpPr>
        <p:spPr>
          <a:xfrm>
            <a:off x="9751951" y="2471030"/>
            <a:ext cx="2052362" cy="769442"/>
          </a:xfrm>
          <a:prstGeom prst="rect">
            <a:avLst/>
          </a:prstGeom>
        </p:spPr>
        <p:txBody>
          <a:bodyPr wrap="square" lIns="0" tIns="0" rIns="0" bIns="0" anchor="t">
            <a:spAutoFit/>
          </a:bodyPr>
          <a:lstStyle>
            <a:lvl1pPr marL="0" indent="0" algn="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63" name="Marcador de texto 45">
            <a:extLst>
              <a:ext uri="{FF2B5EF4-FFF2-40B4-BE49-F238E27FC236}">
                <a16:creationId xmlns:a16="http://schemas.microsoft.com/office/drawing/2014/main" id="{42FB1547-F512-C64E-960C-7363BCECCF87}"/>
              </a:ext>
            </a:extLst>
          </p:cNvPr>
          <p:cNvSpPr>
            <a:spLocks noGrp="1"/>
          </p:cNvSpPr>
          <p:nvPr>
            <p:ph type="body" sz="quarter" idx="65" hasCustomPrompt="1"/>
          </p:nvPr>
        </p:nvSpPr>
        <p:spPr>
          <a:xfrm>
            <a:off x="9751951" y="1938472"/>
            <a:ext cx="2062128" cy="395846"/>
          </a:xfrm>
          <a:prstGeom prst="rect">
            <a:avLst/>
          </a:prstGeom>
        </p:spPr>
        <p:txBody>
          <a:bodyPr lIns="0" tIns="0" rIns="0" bIns="0" anchor="b"/>
          <a:lstStyle>
            <a:lvl1pPr marL="0" indent="0" algn="r">
              <a:buNone/>
              <a:defRPr sz="2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Modificar</a:t>
            </a:r>
            <a:endParaRPr lang="es-ES_tradnl"/>
          </a:p>
        </p:txBody>
      </p:sp>
      <p:sp>
        <p:nvSpPr>
          <p:cNvPr id="31" name="Line">
            <a:extLst>
              <a:ext uri="{FF2B5EF4-FFF2-40B4-BE49-F238E27FC236}">
                <a16:creationId xmlns:a16="http://schemas.microsoft.com/office/drawing/2014/main" id="{B40A9A10-F4FA-C845-9AD2-293639B3EE15}"/>
              </a:ext>
            </a:extLst>
          </p:cNvPr>
          <p:cNvSpPr/>
          <p:nvPr userDrawn="1"/>
        </p:nvSpPr>
        <p:spPr>
          <a:xfrm rot="10800000" flipH="1">
            <a:off x="3767276" y="3772447"/>
            <a:ext cx="2336952" cy="11684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9671"/>
                  <a:pt x="4835" y="0"/>
                  <a:pt x="10800" y="0"/>
                </a:cubicBezTo>
                <a:cubicBezTo>
                  <a:pt x="16765" y="0"/>
                  <a:pt x="21600" y="9671"/>
                  <a:pt x="21600" y="21600"/>
                </a:cubicBezTo>
              </a:path>
            </a:pathLst>
          </a:custGeom>
          <a:ln w="2032000">
            <a:solidFill>
              <a:schemeClr val="tx2"/>
            </a:solidFill>
            <a:miter/>
          </a:ln>
        </p:spPr>
        <p:txBody>
          <a:bodyPr lIns="60960" tIns="60960" rIns="60960" bIns="60960" anchor="ctr"/>
          <a:lstStyle/>
          <a:p>
            <a:pPr algn="ctr"/>
            <a:endParaRPr sz="900">
              <a:latin typeface="Century Gothic" panose="020B0502020202020204" pitchFamily="34" charset="0"/>
            </a:endParaRPr>
          </a:p>
        </p:txBody>
      </p:sp>
      <p:sp>
        <p:nvSpPr>
          <p:cNvPr id="32" name="Line">
            <a:extLst>
              <a:ext uri="{FF2B5EF4-FFF2-40B4-BE49-F238E27FC236}">
                <a16:creationId xmlns:a16="http://schemas.microsoft.com/office/drawing/2014/main" id="{D22CF8FA-3954-7B4E-9143-7680265DC648}"/>
              </a:ext>
            </a:extLst>
          </p:cNvPr>
          <p:cNvSpPr/>
          <p:nvPr userDrawn="1"/>
        </p:nvSpPr>
        <p:spPr>
          <a:xfrm rot="10800000" flipH="1">
            <a:off x="6104228" y="3772447"/>
            <a:ext cx="2336952" cy="11684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9671"/>
                  <a:pt x="4835" y="0"/>
                  <a:pt x="10800" y="0"/>
                </a:cubicBezTo>
                <a:cubicBezTo>
                  <a:pt x="16765" y="0"/>
                  <a:pt x="21600" y="9671"/>
                  <a:pt x="21600" y="21600"/>
                </a:cubicBezTo>
              </a:path>
            </a:pathLst>
          </a:custGeom>
          <a:ln w="2032000">
            <a:solidFill>
              <a:schemeClr val="accent1"/>
            </a:solidFill>
            <a:miter/>
          </a:ln>
        </p:spPr>
        <p:txBody>
          <a:bodyPr lIns="60960" tIns="60960" rIns="60960" bIns="60960" anchor="ctr"/>
          <a:lstStyle/>
          <a:p>
            <a:pPr algn="ctr">
              <a:defRPr>
                <a:solidFill>
                  <a:schemeClr val="accent1">
                    <a:hueOff val="-3278742"/>
                    <a:satOff val="8509"/>
                    <a:lumOff val="39215"/>
                  </a:schemeClr>
                </a:solidFill>
              </a:defRPr>
            </a:pPr>
            <a:endParaRPr sz="900">
              <a:latin typeface="Century Gothic" panose="020B0502020202020204" pitchFamily="34" charset="0"/>
            </a:endParaRPr>
          </a:p>
        </p:txBody>
      </p:sp>
      <p:sp>
        <p:nvSpPr>
          <p:cNvPr id="36" name="Line">
            <a:extLst>
              <a:ext uri="{FF2B5EF4-FFF2-40B4-BE49-F238E27FC236}">
                <a16:creationId xmlns:a16="http://schemas.microsoft.com/office/drawing/2014/main" id="{322F5F7F-6CA2-2344-933F-7BCC93180C4A}"/>
              </a:ext>
            </a:extLst>
          </p:cNvPr>
          <p:cNvSpPr/>
          <p:nvPr userDrawn="1"/>
        </p:nvSpPr>
        <p:spPr>
          <a:xfrm>
            <a:off x="6104228" y="2602954"/>
            <a:ext cx="2336952" cy="11684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9671"/>
                  <a:pt x="4835" y="0"/>
                  <a:pt x="10800" y="0"/>
                </a:cubicBezTo>
                <a:cubicBezTo>
                  <a:pt x="16765" y="0"/>
                  <a:pt x="21600" y="9671"/>
                  <a:pt x="21600" y="21600"/>
                </a:cubicBezTo>
              </a:path>
            </a:pathLst>
          </a:custGeom>
          <a:ln w="2032000">
            <a:solidFill>
              <a:schemeClr val="tx2"/>
            </a:solidFill>
            <a:miter/>
          </a:ln>
        </p:spPr>
        <p:txBody>
          <a:bodyPr lIns="60960" tIns="60960" rIns="60960" bIns="60960" anchor="ctr"/>
          <a:lstStyle/>
          <a:p>
            <a:pPr algn="ctr">
              <a:defRPr>
                <a:solidFill>
                  <a:schemeClr val="accent1">
                    <a:hueOff val="-3278742"/>
                    <a:satOff val="8509"/>
                    <a:lumOff val="39215"/>
                  </a:schemeClr>
                </a:solidFill>
              </a:defRPr>
            </a:pPr>
            <a:endParaRPr sz="900">
              <a:latin typeface="Century Gothic" panose="020B0502020202020204" pitchFamily="34" charset="0"/>
            </a:endParaRPr>
          </a:p>
        </p:txBody>
      </p:sp>
      <p:sp>
        <p:nvSpPr>
          <p:cNvPr id="37" name="Line">
            <a:extLst>
              <a:ext uri="{FF2B5EF4-FFF2-40B4-BE49-F238E27FC236}">
                <a16:creationId xmlns:a16="http://schemas.microsoft.com/office/drawing/2014/main" id="{C5DD4EA9-8F93-EB4A-A825-3FAED17AF392}"/>
              </a:ext>
            </a:extLst>
          </p:cNvPr>
          <p:cNvSpPr/>
          <p:nvPr userDrawn="1"/>
        </p:nvSpPr>
        <p:spPr>
          <a:xfrm>
            <a:off x="3767276" y="2602954"/>
            <a:ext cx="2336952" cy="11684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9671"/>
                  <a:pt x="4835" y="0"/>
                  <a:pt x="10800" y="0"/>
                </a:cubicBezTo>
                <a:cubicBezTo>
                  <a:pt x="16765" y="0"/>
                  <a:pt x="21600" y="9671"/>
                  <a:pt x="21600" y="21600"/>
                </a:cubicBezTo>
              </a:path>
            </a:pathLst>
          </a:custGeom>
          <a:ln w="2032000">
            <a:solidFill>
              <a:schemeClr val="accent1"/>
            </a:solidFill>
            <a:miter/>
          </a:ln>
        </p:spPr>
        <p:txBody>
          <a:bodyPr lIns="60960" tIns="60960" rIns="60960" bIns="60960" anchor="ctr"/>
          <a:lstStyle/>
          <a:p>
            <a:pPr algn="ctr"/>
            <a:endParaRPr sz="900">
              <a:latin typeface="Century Gothic" panose="020B0502020202020204" pitchFamily="34" charset="0"/>
            </a:endParaRPr>
          </a:p>
        </p:txBody>
      </p:sp>
      <p:sp>
        <p:nvSpPr>
          <p:cNvPr id="38" name="Line">
            <a:extLst>
              <a:ext uri="{FF2B5EF4-FFF2-40B4-BE49-F238E27FC236}">
                <a16:creationId xmlns:a16="http://schemas.microsoft.com/office/drawing/2014/main" id="{F8FD7263-E2DA-7645-B51C-7D0C74E9A000}"/>
              </a:ext>
            </a:extLst>
          </p:cNvPr>
          <p:cNvSpPr/>
          <p:nvPr userDrawn="1"/>
        </p:nvSpPr>
        <p:spPr>
          <a:xfrm>
            <a:off x="7257323" y="2147152"/>
            <a:ext cx="0" cy="836960"/>
          </a:xfrm>
          <a:prstGeom prst="line">
            <a:avLst/>
          </a:prstGeom>
          <a:ln w="25400" cap="rnd">
            <a:solidFill>
              <a:schemeClr val="bg1"/>
            </a:solidFill>
            <a:prstDash val="dot"/>
          </a:ln>
        </p:spPr>
        <p:txBody>
          <a:bodyPr lIns="60960" tIns="60960" rIns="60960" bIns="60960"/>
          <a:lstStyle/>
          <a:p>
            <a:endParaRPr sz="900">
              <a:latin typeface="Century Gothic" panose="020B0502020202020204" pitchFamily="34" charset="0"/>
            </a:endParaRPr>
          </a:p>
        </p:txBody>
      </p:sp>
      <p:grpSp>
        <p:nvGrpSpPr>
          <p:cNvPr id="40" name="Group">
            <a:extLst>
              <a:ext uri="{FF2B5EF4-FFF2-40B4-BE49-F238E27FC236}">
                <a16:creationId xmlns:a16="http://schemas.microsoft.com/office/drawing/2014/main" id="{D4643F02-B1EB-0442-81AE-CF160136A27B}"/>
              </a:ext>
            </a:extLst>
          </p:cNvPr>
          <p:cNvGrpSpPr/>
          <p:nvPr userDrawn="1"/>
        </p:nvGrpSpPr>
        <p:grpSpPr>
          <a:xfrm>
            <a:off x="375854" y="2387600"/>
            <a:ext cx="2949360" cy="683399"/>
            <a:chOff x="0" y="0"/>
            <a:chExt cx="5898334" cy="1366794"/>
          </a:xfrm>
        </p:grpSpPr>
        <p:sp>
          <p:nvSpPr>
            <p:cNvPr id="41" name="Line">
              <a:extLst>
                <a:ext uri="{FF2B5EF4-FFF2-40B4-BE49-F238E27FC236}">
                  <a16:creationId xmlns:a16="http://schemas.microsoft.com/office/drawing/2014/main" id="{FC51F421-0BA9-7749-898D-8940935D4BE4}"/>
                </a:ext>
              </a:extLst>
            </p:cNvPr>
            <p:cNvSpPr/>
            <p:nvPr/>
          </p:nvSpPr>
          <p:spPr>
            <a:xfrm flipH="1" flipV="1">
              <a:off x="-1" y="0"/>
              <a:ext cx="4531541" cy="1"/>
            </a:xfrm>
            <a:prstGeom prst="line">
              <a:avLst/>
            </a:prstGeom>
            <a:noFill/>
            <a:ln w="25400" cap="rnd">
              <a:solidFill>
                <a:srgbClr val="BFBFBF"/>
              </a:solidFill>
              <a:prstDash val="solid"/>
              <a:round/>
            </a:ln>
            <a:effectLst/>
          </p:spPr>
          <p:txBody>
            <a:bodyPr wrap="square" lIns="121920" tIns="121920" rIns="121920" bIns="121920" numCol="1" anchor="t">
              <a:noAutofit/>
            </a:bodyPr>
            <a:lstStyle/>
            <a:p>
              <a:endParaRPr sz="900">
                <a:latin typeface="Century Gothic" panose="020B0502020202020204" pitchFamily="34" charset="0"/>
              </a:endParaRPr>
            </a:p>
          </p:txBody>
        </p:sp>
        <p:sp>
          <p:nvSpPr>
            <p:cNvPr id="42" name="Line">
              <a:extLst>
                <a:ext uri="{FF2B5EF4-FFF2-40B4-BE49-F238E27FC236}">
                  <a16:creationId xmlns:a16="http://schemas.microsoft.com/office/drawing/2014/main" id="{7119DA66-4DFE-8C46-ABB4-1C26EADC5EC3}"/>
                </a:ext>
              </a:extLst>
            </p:cNvPr>
            <p:cNvSpPr/>
            <p:nvPr/>
          </p:nvSpPr>
          <p:spPr>
            <a:xfrm>
              <a:off x="4531539" y="-1"/>
              <a:ext cx="1366795" cy="1366796"/>
            </a:xfrm>
            <a:prstGeom prst="line">
              <a:avLst/>
            </a:prstGeom>
            <a:noFill/>
            <a:ln w="25400" cap="flat">
              <a:solidFill>
                <a:srgbClr val="BFBFBF"/>
              </a:solidFill>
              <a:prstDash val="solid"/>
              <a:round/>
              <a:tailEnd type="oval" w="med" len="med"/>
            </a:ln>
            <a:effectLst/>
          </p:spPr>
          <p:txBody>
            <a:bodyPr wrap="square" lIns="121920" tIns="121920" rIns="121920" bIns="121920" numCol="1" anchor="t">
              <a:noAutofit/>
            </a:bodyPr>
            <a:lstStyle/>
            <a:p>
              <a:endParaRPr sz="900">
                <a:latin typeface="Century Gothic" panose="020B0502020202020204" pitchFamily="34" charset="0"/>
              </a:endParaRPr>
            </a:p>
          </p:txBody>
        </p:sp>
      </p:grpSp>
      <p:sp>
        <p:nvSpPr>
          <p:cNvPr id="46" name="Line">
            <a:extLst>
              <a:ext uri="{FF2B5EF4-FFF2-40B4-BE49-F238E27FC236}">
                <a16:creationId xmlns:a16="http://schemas.microsoft.com/office/drawing/2014/main" id="{B986D2BE-56A2-B346-A633-7354A2B6005E}"/>
              </a:ext>
            </a:extLst>
          </p:cNvPr>
          <p:cNvSpPr/>
          <p:nvPr userDrawn="1"/>
        </p:nvSpPr>
        <p:spPr>
          <a:xfrm>
            <a:off x="7257323" y="4516470"/>
            <a:ext cx="0" cy="836960"/>
          </a:xfrm>
          <a:prstGeom prst="line">
            <a:avLst/>
          </a:prstGeom>
          <a:ln w="25400" cap="rnd">
            <a:solidFill>
              <a:schemeClr val="bg1"/>
            </a:solidFill>
            <a:prstDash val="dot"/>
          </a:ln>
        </p:spPr>
        <p:txBody>
          <a:bodyPr lIns="60960" tIns="60960" rIns="60960" bIns="60960"/>
          <a:lstStyle/>
          <a:p>
            <a:endParaRPr sz="900">
              <a:latin typeface="Century Gothic" panose="020B0502020202020204" pitchFamily="34" charset="0"/>
            </a:endParaRPr>
          </a:p>
        </p:txBody>
      </p:sp>
      <p:sp>
        <p:nvSpPr>
          <p:cNvPr id="47" name="Line">
            <a:extLst>
              <a:ext uri="{FF2B5EF4-FFF2-40B4-BE49-F238E27FC236}">
                <a16:creationId xmlns:a16="http://schemas.microsoft.com/office/drawing/2014/main" id="{ADB54401-E3BA-0740-BA9B-876FFA3D0633}"/>
              </a:ext>
            </a:extLst>
          </p:cNvPr>
          <p:cNvSpPr/>
          <p:nvPr userDrawn="1"/>
        </p:nvSpPr>
        <p:spPr>
          <a:xfrm>
            <a:off x="4927921" y="2147152"/>
            <a:ext cx="0" cy="836960"/>
          </a:xfrm>
          <a:prstGeom prst="line">
            <a:avLst/>
          </a:prstGeom>
          <a:ln w="25400" cap="rnd">
            <a:solidFill>
              <a:schemeClr val="bg1"/>
            </a:solidFill>
            <a:prstDash val="dot"/>
          </a:ln>
        </p:spPr>
        <p:txBody>
          <a:bodyPr lIns="60960" tIns="60960" rIns="60960" bIns="60960"/>
          <a:lstStyle/>
          <a:p>
            <a:endParaRPr sz="900">
              <a:latin typeface="Century Gothic" panose="020B0502020202020204" pitchFamily="34" charset="0"/>
            </a:endParaRPr>
          </a:p>
        </p:txBody>
      </p:sp>
      <p:sp>
        <p:nvSpPr>
          <p:cNvPr id="48" name="Line">
            <a:extLst>
              <a:ext uri="{FF2B5EF4-FFF2-40B4-BE49-F238E27FC236}">
                <a16:creationId xmlns:a16="http://schemas.microsoft.com/office/drawing/2014/main" id="{80CE35EC-88D5-6143-9374-038B60E4BDF5}"/>
              </a:ext>
            </a:extLst>
          </p:cNvPr>
          <p:cNvSpPr/>
          <p:nvPr userDrawn="1"/>
        </p:nvSpPr>
        <p:spPr>
          <a:xfrm>
            <a:off x="4927921" y="4516470"/>
            <a:ext cx="0" cy="836960"/>
          </a:xfrm>
          <a:prstGeom prst="line">
            <a:avLst/>
          </a:prstGeom>
          <a:ln w="25400" cap="rnd">
            <a:solidFill>
              <a:schemeClr val="bg1"/>
            </a:solidFill>
            <a:prstDash val="dot"/>
          </a:ln>
        </p:spPr>
        <p:txBody>
          <a:bodyPr lIns="60960" tIns="60960" rIns="60960" bIns="60960"/>
          <a:lstStyle/>
          <a:p>
            <a:endParaRPr sz="900">
              <a:latin typeface="Century Gothic" panose="020B0502020202020204" pitchFamily="34" charset="0"/>
            </a:endParaRPr>
          </a:p>
        </p:txBody>
      </p:sp>
      <p:grpSp>
        <p:nvGrpSpPr>
          <p:cNvPr id="68" name="Group">
            <a:extLst>
              <a:ext uri="{FF2B5EF4-FFF2-40B4-BE49-F238E27FC236}">
                <a16:creationId xmlns:a16="http://schemas.microsoft.com/office/drawing/2014/main" id="{4A87A8F7-0CEC-674C-B4A2-A284EC19CCDC}"/>
              </a:ext>
            </a:extLst>
          </p:cNvPr>
          <p:cNvGrpSpPr/>
          <p:nvPr userDrawn="1"/>
        </p:nvGrpSpPr>
        <p:grpSpPr>
          <a:xfrm>
            <a:off x="375856" y="4048847"/>
            <a:ext cx="2858958" cy="593003"/>
            <a:chOff x="0" y="23079"/>
            <a:chExt cx="5717544" cy="1186005"/>
          </a:xfrm>
        </p:grpSpPr>
        <p:sp>
          <p:nvSpPr>
            <p:cNvPr id="69" name="Line">
              <a:extLst>
                <a:ext uri="{FF2B5EF4-FFF2-40B4-BE49-F238E27FC236}">
                  <a16:creationId xmlns:a16="http://schemas.microsoft.com/office/drawing/2014/main" id="{A82D8DA5-FA61-C441-9F1F-6280AD17B195}"/>
                </a:ext>
              </a:extLst>
            </p:cNvPr>
            <p:cNvSpPr/>
            <p:nvPr/>
          </p:nvSpPr>
          <p:spPr>
            <a:xfrm flipH="1" flipV="1">
              <a:off x="0" y="1209084"/>
              <a:ext cx="4531540" cy="1"/>
            </a:xfrm>
            <a:prstGeom prst="line">
              <a:avLst/>
            </a:prstGeom>
            <a:noFill/>
            <a:ln w="25400" cap="rnd">
              <a:solidFill>
                <a:srgbClr val="BFBFBF"/>
              </a:solidFill>
              <a:prstDash val="solid"/>
              <a:round/>
            </a:ln>
            <a:effectLst/>
          </p:spPr>
          <p:txBody>
            <a:bodyPr wrap="square" lIns="121920" tIns="121920" rIns="121920" bIns="121920" numCol="1" anchor="t">
              <a:noAutofit/>
            </a:bodyPr>
            <a:lstStyle/>
            <a:p>
              <a:endParaRPr sz="900">
                <a:latin typeface="Century Gothic" panose="020B0502020202020204" pitchFamily="34" charset="0"/>
              </a:endParaRPr>
            </a:p>
          </p:txBody>
        </p:sp>
        <p:sp>
          <p:nvSpPr>
            <p:cNvPr id="70" name="Line">
              <a:extLst>
                <a:ext uri="{FF2B5EF4-FFF2-40B4-BE49-F238E27FC236}">
                  <a16:creationId xmlns:a16="http://schemas.microsoft.com/office/drawing/2014/main" id="{D26EF903-B071-DC49-940C-55FCE0EF16C0}"/>
                </a:ext>
              </a:extLst>
            </p:cNvPr>
            <p:cNvSpPr/>
            <p:nvPr/>
          </p:nvSpPr>
          <p:spPr>
            <a:xfrm flipV="1">
              <a:off x="4531539" y="23079"/>
              <a:ext cx="1186006" cy="1186006"/>
            </a:xfrm>
            <a:prstGeom prst="line">
              <a:avLst/>
            </a:prstGeom>
            <a:noFill/>
            <a:ln w="25400" cap="flat">
              <a:solidFill>
                <a:srgbClr val="BFBFBF"/>
              </a:solidFill>
              <a:prstDash val="solid"/>
              <a:round/>
              <a:tailEnd type="oval" w="med" len="med"/>
            </a:ln>
            <a:effectLst/>
          </p:spPr>
          <p:txBody>
            <a:bodyPr wrap="square" lIns="121920" tIns="121920" rIns="121920" bIns="121920" numCol="1" anchor="t">
              <a:noAutofit/>
            </a:bodyPr>
            <a:lstStyle/>
            <a:p>
              <a:endParaRPr sz="900">
                <a:latin typeface="Century Gothic" panose="020B0502020202020204" pitchFamily="34" charset="0"/>
              </a:endParaRPr>
            </a:p>
          </p:txBody>
        </p:sp>
      </p:grpSp>
      <p:grpSp>
        <p:nvGrpSpPr>
          <p:cNvPr id="72" name="Group">
            <a:extLst>
              <a:ext uri="{FF2B5EF4-FFF2-40B4-BE49-F238E27FC236}">
                <a16:creationId xmlns:a16="http://schemas.microsoft.com/office/drawing/2014/main" id="{4D8B7E07-F6B9-034C-B534-9593E59B9C72}"/>
              </a:ext>
            </a:extLst>
          </p:cNvPr>
          <p:cNvGrpSpPr/>
          <p:nvPr userDrawn="1"/>
        </p:nvGrpSpPr>
        <p:grpSpPr>
          <a:xfrm flipH="1">
            <a:off x="8864721" y="2387600"/>
            <a:ext cx="2949358" cy="683399"/>
            <a:chOff x="0" y="0"/>
            <a:chExt cx="5898333" cy="1366794"/>
          </a:xfrm>
        </p:grpSpPr>
        <p:sp>
          <p:nvSpPr>
            <p:cNvPr id="73" name="Line">
              <a:extLst>
                <a:ext uri="{FF2B5EF4-FFF2-40B4-BE49-F238E27FC236}">
                  <a16:creationId xmlns:a16="http://schemas.microsoft.com/office/drawing/2014/main" id="{E85075C6-A6A4-3441-A3CB-6803FCA3E7E8}"/>
                </a:ext>
              </a:extLst>
            </p:cNvPr>
            <p:cNvSpPr/>
            <p:nvPr/>
          </p:nvSpPr>
          <p:spPr>
            <a:xfrm flipH="1" flipV="1">
              <a:off x="0" y="0"/>
              <a:ext cx="4531540" cy="1"/>
            </a:xfrm>
            <a:prstGeom prst="line">
              <a:avLst/>
            </a:prstGeom>
            <a:noFill/>
            <a:ln w="25400" cap="rnd">
              <a:solidFill>
                <a:srgbClr val="BFBFBF"/>
              </a:solidFill>
              <a:prstDash val="solid"/>
              <a:round/>
            </a:ln>
            <a:effectLst/>
          </p:spPr>
          <p:txBody>
            <a:bodyPr wrap="square" lIns="121920" tIns="121920" rIns="121920" bIns="121920" numCol="1" anchor="t">
              <a:noAutofit/>
            </a:bodyPr>
            <a:lstStyle/>
            <a:p>
              <a:endParaRPr sz="900">
                <a:latin typeface="Century Gothic" panose="020B0502020202020204" pitchFamily="34" charset="0"/>
              </a:endParaRPr>
            </a:p>
          </p:txBody>
        </p:sp>
        <p:sp>
          <p:nvSpPr>
            <p:cNvPr id="74" name="Line">
              <a:extLst>
                <a:ext uri="{FF2B5EF4-FFF2-40B4-BE49-F238E27FC236}">
                  <a16:creationId xmlns:a16="http://schemas.microsoft.com/office/drawing/2014/main" id="{5B27DBA2-137B-154E-9475-05513CB99A91}"/>
                </a:ext>
              </a:extLst>
            </p:cNvPr>
            <p:cNvSpPr/>
            <p:nvPr/>
          </p:nvSpPr>
          <p:spPr>
            <a:xfrm>
              <a:off x="4531539" y="0"/>
              <a:ext cx="1366795" cy="1366795"/>
            </a:xfrm>
            <a:prstGeom prst="line">
              <a:avLst/>
            </a:prstGeom>
            <a:noFill/>
            <a:ln w="25400" cap="flat">
              <a:solidFill>
                <a:srgbClr val="BFBFBF"/>
              </a:solidFill>
              <a:prstDash val="solid"/>
              <a:round/>
              <a:tailEnd type="oval" w="med" len="med"/>
            </a:ln>
            <a:effectLst/>
          </p:spPr>
          <p:txBody>
            <a:bodyPr wrap="square" lIns="121920" tIns="121920" rIns="121920" bIns="121920" numCol="1" anchor="t">
              <a:noAutofit/>
            </a:bodyPr>
            <a:lstStyle/>
            <a:p>
              <a:endParaRPr sz="900">
                <a:latin typeface="Century Gothic" panose="020B0502020202020204" pitchFamily="34" charset="0"/>
              </a:endParaRPr>
            </a:p>
          </p:txBody>
        </p:sp>
      </p:grpSp>
      <p:grpSp>
        <p:nvGrpSpPr>
          <p:cNvPr id="77" name="Group">
            <a:extLst>
              <a:ext uri="{FF2B5EF4-FFF2-40B4-BE49-F238E27FC236}">
                <a16:creationId xmlns:a16="http://schemas.microsoft.com/office/drawing/2014/main" id="{AE912F5C-F5ED-0E4B-92F0-B2F3C100BCDC}"/>
              </a:ext>
            </a:extLst>
          </p:cNvPr>
          <p:cNvGrpSpPr/>
          <p:nvPr userDrawn="1"/>
        </p:nvGrpSpPr>
        <p:grpSpPr>
          <a:xfrm flipH="1">
            <a:off x="8973251" y="4066976"/>
            <a:ext cx="2840829" cy="574875"/>
            <a:chOff x="0" y="23079"/>
            <a:chExt cx="5681287" cy="1149748"/>
          </a:xfrm>
        </p:grpSpPr>
        <p:sp>
          <p:nvSpPr>
            <p:cNvPr id="78" name="Line">
              <a:extLst>
                <a:ext uri="{FF2B5EF4-FFF2-40B4-BE49-F238E27FC236}">
                  <a16:creationId xmlns:a16="http://schemas.microsoft.com/office/drawing/2014/main" id="{EA41F4C8-C8E2-A44B-9C93-191FC5F0D473}"/>
                </a:ext>
              </a:extLst>
            </p:cNvPr>
            <p:cNvSpPr/>
            <p:nvPr/>
          </p:nvSpPr>
          <p:spPr>
            <a:xfrm flipH="1" flipV="1">
              <a:off x="0" y="1172827"/>
              <a:ext cx="4531540" cy="1"/>
            </a:xfrm>
            <a:prstGeom prst="line">
              <a:avLst/>
            </a:prstGeom>
            <a:noFill/>
            <a:ln w="25400" cap="rnd">
              <a:solidFill>
                <a:srgbClr val="BFBFBF"/>
              </a:solidFill>
              <a:prstDash val="solid"/>
              <a:round/>
            </a:ln>
            <a:effectLst/>
          </p:spPr>
          <p:txBody>
            <a:bodyPr wrap="square" lIns="121920" tIns="121920" rIns="121920" bIns="121920" numCol="1" anchor="t">
              <a:noAutofit/>
            </a:bodyPr>
            <a:lstStyle/>
            <a:p>
              <a:endParaRPr sz="900">
                <a:latin typeface="Century Gothic" panose="020B0502020202020204" pitchFamily="34" charset="0"/>
              </a:endParaRPr>
            </a:p>
          </p:txBody>
        </p:sp>
        <p:sp>
          <p:nvSpPr>
            <p:cNvPr id="79" name="Line">
              <a:extLst>
                <a:ext uri="{FF2B5EF4-FFF2-40B4-BE49-F238E27FC236}">
                  <a16:creationId xmlns:a16="http://schemas.microsoft.com/office/drawing/2014/main" id="{AEF1A524-D00C-164C-A4BE-0F6169E77FC3}"/>
                </a:ext>
              </a:extLst>
            </p:cNvPr>
            <p:cNvSpPr/>
            <p:nvPr/>
          </p:nvSpPr>
          <p:spPr>
            <a:xfrm flipV="1">
              <a:off x="4531539" y="23079"/>
              <a:ext cx="1149749" cy="1149749"/>
            </a:xfrm>
            <a:prstGeom prst="line">
              <a:avLst/>
            </a:prstGeom>
            <a:noFill/>
            <a:ln w="25400" cap="flat">
              <a:solidFill>
                <a:srgbClr val="BFBFBF"/>
              </a:solidFill>
              <a:prstDash val="solid"/>
              <a:round/>
              <a:tailEnd type="oval" w="med" len="med"/>
            </a:ln>
            <a:effectLst/>
          </p:spPr>
          <p:txBody>
            <a:bodyPr wrap="square" lIns="121920" tIns="121920" rIns="121920" bIns="121920" numCol="1" anchor="t">
              <a:noAutofit/>
            </a:bodyPr>
            <a:lstStyle/>
            <a:p>
              <a:endParaRPr sz="900">
                <a:latin typeface="Century Gothic" panose="020B0502020202020204" pitchFamily="34" charset="0"/>
              </a:endParaRPr>
            </a:p>
          </p:txBody>
        </p:sp>
      </p:grpSp>
      <p:sp>
        <p:nvSpPr>
          <p:cNvPr id="81" name="Marcador de texto 45">
            <a:extLst>
              <a:ext uri="{FF2B5EF4-FFF2-40B4-BE49-F238E27FC236}">
                <a16:creationId xmlns:a16="http://schemas.microsoft.com/office/drawing/2014/main" id="{B27E7991-6E61-4142-84D1-C59954587275}"/>
              </a:ext>
            </a:extLst>
          </p:cNvPr>
          <p:cNvSpPr>
            <a:spLocks noGrp="1"/>
          </p:cNvSpPr>
          <p:nvPr>
            <p:ph type="body" sz="quarter" idx="66" hasCustomPrompt="1"/>
          </p:nvPr>
        </p:nvSpPr>
        <p:spPr>
          <a:xfrm>
            <a:off x="9751951" y="4717841"/>
            <a:ext cx="2052362" cy="769442"/>
          </a:xfrm>
          <a:prstGeom prst="rect">
            <a:avLst/>
          </a:prstGeom>
        </p:spPr>
        <p:txBody>
          <a:bodyPr wrap="square" lIns="0" tIns="0" rIns="0" bIns="0" anchor="t">
            <a:spAutoFit/>
          </a:bodyPr>
          <a:lstStyle>
            <a:lvl1pPr marL="0" indent="0" algn="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82" name="Marcador de texto 45">
            <a:extLst>
              <a:ext uri="{FF2B5EF4-FFF2-40B4-BE49-F238E27FC236}">
                <a16:creationId xmlns:a16="http://schemas.microsoft.com/office/drawing/2014/main" id="{6988A68D-B8E8-1045-A700-CDA316C1B74B}"/>
              </a:ext>
            </a:extLst>
          </p:cNvPr>
          <p:cNvSpPr>
            <a:spLocks noGrp="1"/>
          </p:cNvSpPr>
          <p:nvPr>
            <p:ph type="body" sz="quarter" idx="67" hasCustomPrompt="1"/>
          </p:nvPr>
        </p:nvSpPr>
        <p:spPr>
          <a:xfrm>
            <a:off x="9751951" y="4185283"/>
            <a:ext cx="2062128" cy="395846"/>
          </a:xfrm>
          <a:prstGeom prst="rect">
            <a:avLst/>
          </a:prstGeom>
        </p:spPr>
        <p:txBody>
          <a:bodyPr lIns="0" tIns="0" rIns="0" bIns="0" anchor="b"/>
          <a:lstStyle>
            <a:lvl1pPr marL="0" indent="0" algn="r">
              <a:buNone/>
              <a:defRPr sz="2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Modificar</a:t>
            </a:r>
            <a:endParaRPr lang="es-ES_tradnl"/>
          </a:p>
        </p:txBody>
      </p:sp>
      <p:sp>
        <p:nvSpPr>
          <p:cNvPr id="83" name="Marcador de texto 45">
            <a:extLst>
              <a:ext uri="{FF2B5EF4-FFF2-40B4-BE49-F238E27FC236}">
                <a16:creationId xmlns:a16="http://schemas.microsoft.com/office/drawing/2014/main" id="{D0F5438E-2765-CD43-A188-B4158B043EE1}"/>
              </a:ext>
            </a:extLst>
          </p:cNvPr>
          <p:cNvSpPr>
            <a:spLocks noGrp="1"/>
          </p:cNvSpPr>
          <p:nvPr>
            <p:ph type="body" sz="quarter" idx="68" hasCustomPrompt="1"/>
          </p:nvPr>
        </p:nvSpPr>
        <p:spPr>
          <a:xfrm>
            <a:off x="372210" y="2471030"/>
            <a:ext cx="2052362" cy="769442"/>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84" name="Marcador de texto 45">
            <a:extLst>
              <a:ext uri="{FF2B5EF4-FFF2-40B4-BE49-F238E27FC236}">
                <a16:creationId xmlns:a16="http://schemas.microsoft.com/office/drawing/2014/main" id="{63FE3552-A07A-E849-9183-C02DDA3A5E46}"/>
              </a:ext>
            </a:extLst>
          </p:cNvPr>
          <p:cNvSpPr>
            <a:spLocks noGrp="1"/>
          </p:cNvSpPr>
          <p:nvPr>
            <p:ph type="body" sz="quarter" idx="69" hasCustomPrompt="1"/>
          </p:nvPr>
        </p:nvSpPr>
        <p:spPr>
          <a:xfrm>
            <a:off x="372210" y="1938472"/>
            <a:ext cx="2062128" cy="395846"/>
          </a:xfrm>
          <a:prstGeom prst="rect">
            <a:avLst/>
          </a:prstGeom>
        </p:spPr>
        <p:txBody>
          <a:bodyPr lIns="0" tIns="0" rIns="0" bIns="0" anchor="b"/>
          <a:lstStyle>
            <a:lvl1pPr marL="0" indent="0" algn="l">
              <a:buNone/>
              <a:defRPr sz="2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Modificar</a:t>
            </a:r>
            <a:endParaRPr lang="es-ES_tradnl"/>
          </a:p>
        </p:txBody>
      </p:sp>
      <p:sp>
        <p:nvSpPr>
          <p:cNvPr id="85" name="Marcador de texto 45">
            <a:extLst>
              <a:ext uri="{FF2B5EF4-FFF2-40B4-BE49-F238E27FC236}">
                <a16:creationId xmlns:a16="http://schemas.microsoft.com/office/drawing/2014/main" id="{9DA324BF-D4A9-D64A-B7C9-2AD624EFE46A}"/>
              </a:ext>
            </a:extLst>
          </p:cNvPr>
          <p:cNvSpPr>
            <a:spLocks noGrp="1"/>
          </p:cNvSpPr>
          <p:nvPr>
            <p:ph type="body" sz="quarter" idx="70" hasCustomPrompt="1"/>
          </p:nvPr>
        </p:nvSpPr>
        <p:spPr>
          <a:xfrm>
            <a:off x="372210" y="4717841"/>
            <a:ext cx="2052362" cy="769442"/>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86" name="Marcador de texto 45">
            <a:extLst>
              <a:ext uri="{FF2B5EF4-FFF2-40B4-BE49-F238E27FC236}">
                <a16:creationId xmlns:a16="http://schemas.microsoft.com/office/drawing/2014/main" id="{95352567-0DD2-9C4C-B742-780AABF7529F}"/>
              </a:ext>
            </a:extLst>
          </p:cNvPr>
          <p:cNvSpPr>
            <a:spLocks noGrp="1"/>
          </p:cNvSpPr>
          <p:nvPr>
            <p:ph type="body" sz="quarter" idx="71" hasCustomPrompt="1"/>
          </p:nvPr>
        </p:nvSpPr>
        <p:spPr>
          <a:xfrm>
            <a:off x="372210" y="4185283"/>
            <a:ext cx="2062128" cy="395846"/>
          </a:xfrm>
          <a:prstGeom prst="rect">
            <a:avLst/>
          </a:prstGeom>
        </p:spPr>
        <p:txBody>
          <a:bodyPr lIns="0" tIns="0" rIns="0" bIns="0" anchor="b"/>
          <a:lstStyle>
            <a:lvl1pPr marL="0" indent="0" algn="l">
              <a:buNone/>
              <a:defRPr sz="20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Modificar</a:t>
            </a:r>
            <a:endParaRPr lang="es-ES_tradnl"/>
          </a:p>
        </p:txBody>
      </p:sp>
      <p:sp>
        <p:nvSpPr>
          <p:cNvPr id="87" name="Marcador de texto 45">
            <a:extLst>
              <a:ext uri="{FF2B5EF4-FFF2-40B4-BE49-F238E27FC236}">
                <a16:creationId xmlns:a16="http://schemas.microsoft.com/office/drawing/2014/main" id="{BC0909CC-4B3E-0743-B80D-EA95A8940F4C}"/>
              </a:ext>
            </a:extLst>
          </p:cNvPr>
          <p:cNvSpPr>
            <a:spLocks noGrp="1"/>
          </p:cNvSpPr>
          <p:nvPr>
            <p:ph type="body" sz="quarter" idx="72" hasCustomPrompt="1"/>
          </p:nvPr>
        </p:nvSpPr>
        <p:spPr>
          <a:xfrm>
            <a:off x="7349868" y="2561926"/>
            <a:ext cx="980037" cy="415499"/>
          </a:xfrm>
          <a:prstGeom prst="rect">
            <a:avLst/>
          </a:prstGeom>
        </p:spPr>
        <p:txBody>
          <a:bodyPr wrap="square" lIns="0" tIns="0" rIns="0" bIns="0" anchor="t">
            <a:spAutoFit/>
          </a:bodyPr>
          <a:lstStyle>
            <a:lvl1pPr marL="0" indent="0" algn="l">
              <a:lnSpc>
                <a:spcPct val="100000"/>
              </a:lnSpc>
              <a:buNone/>
              <a:defRPr sz="9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a:t>
            </a:r>
          </a:p>
        </p:txBody>
      </p:sp>
      <p:sp>
        <p:nvSpPr>
          <p:cNvPr id="62" name="Marcador de texto 45">
            <a:extLst>
              <a:ext uri="{FF2B5EF4-FFF2-40B4-BE49-F238E27FC236}">
                <a16:creationId xmlns:a16="http://schemas.microsoft.com/office/drawing/2014/main" id="{4C1D4310-503D-C448-B7DC-033F302EC669}"/>
              </a:ext>
            </a:extLst>
          </p:cNvPr>
          <p:cNvSpPr>
            <a:spLocks noGrp="1"/>
          </p:cNvSpPr>
          <p:nvPr>
            <p:ph type="body" sz="quarter" idx="64" hasCustomPrompt="1"/>
          </p:nvPr>
        </p:nvSpPr>
        <p:spPr>
          <a:xfrm>
            <a:off x="6456064" y="2584618"/>
            <a:ext cx="717797" cy="364579"/>
          </a:xfrm>
          <a:prstGeom prst="rect">
            <a:avLst/>
          </a:prstGeom>
        </p:spPr>
        <p:txBody>
          <a:bodyPr lIns="0" tIns="0" rIns="0" bIns="0" anchor="ctr"/>
          <a:lstStyle>
            <a:lvl1pPr marL="0" indent="0" algn="r">
              <a:buNone/>
              <a:defRPr sz="14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a:t>
            </a:r>
            <a:endParaRPr lang="es-ES_tradnl"/>
          </a:p>
        </p:txBody>
      </p:sp>
      <p:sp>
        <p:nvSpPr>
          <p:cNvPr id="88" name="Marcador de texto 45">
            <a:extLst>
              <a:ext uri="{FF2B5EF4-FFF2-40B4-BE49-F238E27FC236}">
                <a16:creationId xmlns:a16="http://schemas.microsoft.com/office/drawing/2014/main" id="{A998BBC2-C2BA-AA4E-86AB-968AC1E93793}"/>
              </a:ext>
            </a:extLst>
          </p:cNvPr>
          <p:cNvSpPr>
            <a:spLocks noGrp="1"/>
          </p:cNvSpPr>
          <p:nvPr>
            <p:ph type="body" sz="quarter" idx="73" hasCustomPrompt="1"/>
          </p:nvPr>
        </p:nvSpPr>
        <p:spPr>
          <a:xfrm>
            <a:off x="5011464" y="2561926"/>
            <a:ext cx="980037" cy="415499"/>
          </a:xfrm>
          <a:prstGeom prst="rect">
            <a:avLst/>
          </a:prstGeom>
        </p:spPr>
        <p:txBody>
          <a:bodyPr wrap="square" lIns="0" tIns="0" rIns="0" bIns="0" anchor="t">
            <a:spAutoFit/>
          </a:bodyPr>
          <a:lstStyle>
            <a:lvl1pPr marL="0" indent="0" algn="l">
              <a:lnSpc>
                <a:spcPct val="100000"/>
              </a:lnSpc>
              <a:buNone/>
              <a:defRPr sz="9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a:t>
            </a:r>
          </a:p>
        </p:txBody>
      </p:sp>
      <p:sp>
        <p:nvSpPr>
          <p:cNvPr id="89" name="Marcador de texto 45">
            <a:extLst>
              <a:ext uri="{FF2B5EF4-FFF2-40B4-BE49-F238E27FC236}">
                <a16:creationId xmlns:a16="http://schemas.microsoft.com/office/drawing/2014/main" id="{E547E19B-C984-8A4A-B164-83EFAD75F13C}"/>
              </a:ext>
            </a:extLst>
          </p:cNvPr>
          <p:cNvSpPr>
            <a:spLocks noGrp="1"/>
          </p:cNvSpPr>
          <p:nvPr>
            <p:ph type="body" sz="quarter" idx="74" hasCustomPrompt="1"/>
          </p:nvPr>
        </p:nvSpPr>
        <p:spPr>
          <a:xfrm>
            <a:off x="4117660" y="2584618"/>
            <a:ext cx="717797" cy="364579"/>
          </a:xfrm>
          <a:prstGeom prst="rect">
            <a:avLst/>
          </a:prstGeom>
        </p:spPr>
        <p:txBody>
          <a:bodyPr lIns="0" tIns="0" rIns="0" bIns="0" anchor="ctr"/>
          <a:lstStyle>
            <a:lvl1pPr marL="0" indent="0" algn="r">
              <a:buNone/>
              <a:defRPr sz="14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a:t>
            </a:r>
            <a:endParaRPr lang="es-ES_tradnl"/>
          </a:p>
        </p:txBody>
      </p:sp>
      <p:sp>
        <p:nvSpPr>
          <p:cNvPr id="90" name="Marcador de texto 45">
            <a:extLst>
              <a:ext uri="{FF2B5EF4-FFF2-40B4-BE49-F238E27FC236}">
                <a16:creationId xmlns:a16="http://schemas.microsoft.com/office/drawing/2014/main" id="{55022516-4BD7-F747-8844-56811EE5A502}"/>
              </a:ext>
            </a:extLst>
          </p:cNvPr>
          <p:cNvSpPr>
            <a:spLocks noGrp="1"/>
          </p:cNvSpPr>
          <p:nvPr>
            <p:ph type="body" sz="quarter" idx="75" hasCustomPrompt="1"/>
          </p:nvPr>
        </p:nvSpPr>
        <p:spPr>
          <a:xfrm>
            <a:off x="7349868" y="4508292"/>
            <a:ext cx="980037" cy="415499"/>
          </a:xfrm>
          <a:prstGeom prst="rect">
            <a:avLst/>
          </a:prstGeom>
        </p:spPr>
        <p:txBody>
          <a:bodyPr wrap="square" lIns="0" tIns="0" rIns="0" bIns="0" anchor="t">
            <a:spAutoFit/>
          </a:bodyPr>
          <a:lstStyle>
            <a:lvl1pPr marL="0" indent="0" algn="l">
              <a:lnSpc>
                <a:spcPct val="100000"/>
              </a:lnSpc>
              <a:buNone/>
              <a:defRPr sz="9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a:t>
            </a:r>
          </a:p>
        </p:txBody>
      </p:sp>
      <p:sp>
        <p:nvSpPr>
          <p:cNvPr id="91" name="Marcador de texto 45">
            <a:extLst>
              <a:ext uri="{FF2B5EF4-FFF2-40B4-BE49-F238E27FC236}">
                <a16:creationId xmlns:a16="http://schemas.microsoft.com/office/drawing/2014/main" id="{E34244AD-7A73-E448-A28C-2CF698F9836D}"/>
              </a:ext>
            </a:extLst>
          </p:cNvPr>
          <p:cNvSpPr>
            <a:spLocks noGrp="1"/>
          </p:cNvSpPr>
          <p:nvPr>
            <p:ph type="body" sz="quarter" idx="76" hasCustomPrompt="1"/>
          </p:nvPr>
        </p:nvSpPr>
        <p:spPr>
          <a:xfrm>
            <a:off x="6456064" y="4530984"/>
            <a:ext cx="717797" cy="364579"/>
          </a:xfrm>
          <a:prstGeom prst="rect">
            <a:avLst/>
          </a:prstGeom>
        </p:spPr>
        <p:txBody>
          <a:bodyPr lIns="0" tIns="0" rIns="0" bIns="0" anchor="ctr"/>
          <a:lstStyle>
            <a:lvl1pPr marL="0" indent="0" algn="r">
              <a:buNone/>
              <a:defRPr sz="14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a:t>
            </a:r>
            <a:endParaRPr lang="es-ES_tradnl"/>
          </a:p>
        </p:txBody>
      </p:sp>
      <p:sp>
        <p:nvSpPr>
          <p:cNvPr id="92" name="Marcador de texto 45">
            <a:extLst>
              <a:ext uri="{FF2B5EF4-FFF2-40B4-BE49-F238E27FC236}">
                <a16:creationId xmlns:a16="http://schemas.microsoft.com/office/drawing/2014/main" id="{F09A0026-FC92-C94F-8BBF-917F9F158353}"/>
              </a:ext>
            </a:extLst>
          </p:cNvPr>
          <p:cNvSpPr>
            <a:spLocks noGrp="1"/>
          </p:cNvSpPr>
          <p:nvPr>
            <p:ph type="body" sz="quarter" idx="77" hasCustomPrompt="1"/>
          </p:nvPr>
        </p:nvSpPr>
        <p:spPr>
          <a:xfrm>
            <a:off x="5011464" y="4508292"/>
            <a:ext cx="980037" cy="415499"/>
          </a:xfrm>
          <a:prstGeom prst="rect">
            <a:avLst/>
          </a:prstGeom>
        </p:spPr>
        <p:txBody>
          <a:bodyPr wrap="square" lIns="0" tIns="0" rIns="0" bIns="0" anchor="t">
            <a:spAutoFit/>
          </a:bodyPr>
          <a:lstStyle>
            <a:lvl1pPr marL="0" indent="0" algn="l">
              <a:lnSpc>
                <a:spcPct val="100000"/>
              </a:lnSpc>
              <a:buNone/>
              <a:defRPr sz="9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a:t>
            </a:r>
          </a:p>
        </p:txBody>
      </p:sp>
      <p:sp>
        <p:nvSpPr>
          <p:cNvPr id="93" name="Marcador de texto 45">
            <a:extLst>
              <a:ext uri="{FF2B5EF4-FFF2-40B4-BE49-F238E27FC236}">
                <a16:creationId xmlns:a16="http://schemas.microsoft.com/office/drawing/2014/main" id="{9BCF73CC-428C-3643-B2B7-C1A0012C11FC}"/>
              </a:ext>
            </a:extLst>
          </p:cNvPr>
          <p:cNvSpPr>
            <a:spLocks noGrp="1"/>
          </p:cNvSpPr>
          <p:nvPr>
            <p:ph type="body" sz="quarter" idx="78" hasCustomPrompt="1"/>
          </p:nvPr>
        </p:nvSpPr>
        <p:spPr>
          <a:xfrm>
            <a:off x="4117660" y="4530984"/>
            <a:ext cx="717797" cy="364579"/>
          </a:xfrm>
          <a:prstGeom prst="rect">
            <a:avLst/>
          </a:prstGeom>
        </p:spPr>
        <p:txBody>
          <a:bodyPr lIns="0" tIns="0" rIns="0" bIns="0" anchor="ctr"/>
          <a:lstStyle>
            <a:lvl1pPr marL="0" indent="0" algn="r">
              <a:buNone/>
              <a:defRPr sz="14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a:t>
            </a:r>
            <a:endParaRPr lang="es-ES_tradnl"/>
          </a:p>
        </p:txBody>
      </p:sp>
      <p:sp>
        <p:nvSpPr>
          <p:cNvPr id="43" name="Line">
            <a:extLst>
              <a:ext uri="{FF2B5EF4-FFF2-40B4-BE49-F238E27FC236}">
                <a16:creationId xmlns:a16="http://schemas.microsoft.com/office/drawing/2014/main" id="{02497152-EA0F-5444-AA0F-9B1358AB34BD}"/>
              </a:ext>
            </a:extLst>
          </p:cNvPr>
          <p:cNvSpPr/>
          <p:nvPr userDrawn="1"/>
        </p:nvSpPr>
        <p:spPr>
          <a:xfrm>
            <a:off x="368284" y="1448780"/>
            <a:ext cx="855475" cy="0"/>
          </a:xfrm>
          <a:prstGeom prst="line">
            <a:avLst/>
          </a:prstGeom>
          <a:ln w="63500">
            <a:solidFill>
              <a:schemeClr val="accent3"/>
            </a:solidFill>
          </a:ln>
        </p:spPr>
        <p:txBody>
          <a:bodyPr lIns="60960" tIns="60960" rIns="60960" bIns="60960"/>
          <a:lstStyle/>
          <a:p>
            <a:endParaRPr sz="900">
              <a:latin typeface="Century Gothic" panose="020B0502020202020204" pitchFamily="34" charset="0"/>
            </a:endParaRPr>
          </a:p>
        </p:txBody>
      </p:sp>
      <p:sp>
        <p:nvSpPr>
          <p:cNvPr id="45" name="Marcador de texto 15">
            <a:extLst>
              <a:ext uri="{FF2B5EF4-FFF2-40B4-BE49-F238E27FC236}">
                <a16:creationId xmlns:a16="http://schemas.microsoft.com/office/drawing/2014/main" id="{7FF1D3BF-D3D1-5540-9CC2-BE65B7C0D29C}"/>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49" name="Slide Number Placeholder 5">
            <a:extLst>
              <a:ext uri="{FF2B5EF4-FFF2-40B4-BE49-F238E27FC236}">
                <a16:creationId xmlns:a16="http://schemas.microsoft.com/office/drawing/2014/main" id="{2B654DF0-8762-B247-91D1-E31FC585B4DD}"/>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402490729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Grafico No. 03">
    <p:spTree>
      <p:nvGrpSpPr>
        <p:cNvPr id="1" name=""/>
        <p:cNvGrpSpPr/>
        <p:nvPr/>
      </p:nvGrpSpPr>
      <p:grpSpPr>
        <a:xfrm>
          <a:off x="0" y="0"/>
          <a:ext cx="0" cy="0"/>
          <a:chOff x="0" y="0"/>
          <a:chExt cx="0" cy="0"/>
        </a:xfrm>
      </p:grpSpPr>
      <p:pic>
        <p:nvPicPr>
          <p:cNvPr id="27" name="Gráfico 26">
            <a:extLst>
              <a:ext uri="{FF2B5EF4-FFF2-40B4-BE49-F238E27FC236}">
                <a16:creationId xmlns:a16="http://schemas.microsoft.com/office/drawing/2014/main" id="{40129D67-E80D-0C40-9053-585F735D277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2886869">
            <a:off x="3327736" y="2216460"/>
            <a:ext cx="2741171" cy="2699191"/>
          </a:xfrm>
          <a:prstGeom prst="rect">
            <a:avLst/>
          </a:prstGeom>
        </p:spPr>
      </p:pic>
      <p:pic>
        <p:nvPicPr>
          <p:cNvPr id="28" name="Gráfico 27">
            <a:extLst>
              <a:ext uri="{FF2B5EF4-FFF2-40B4-BE49-F238E27FC236}">
                <a16:creationId xmlns:a16="http://schemas.microsoft.com/office/drawing/2014/main" id="{5C860B52-D3B4-3849-97E7-13D769E253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2886869">
            <a:off x="6254909" y="2216459"/>
            <a:ext cx="2741171" cy="2699191"/>
          </a:xfrm>
          <a:prstGeom prst="rect">
            <a:avLst/>
          </a:prstGeom>
        </p:spPr>
      </p:pic>
      <p:pic>
        <p:nvPicPr>
          <p:cNvPr id="29" name="Gráfico 28">
            <a:extLst>
              <a:ext uri="{FF2B5EF4-FFF2-40B4-BE49-F238E27FC236}">
                <a16:creationId xmlns:a16="http://schemas.microsoft.com/office/drawing/2014/main" id="{029BD0C1-E816-0945-A74A-76A65CA09F4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2886869">
            <a:off x="9153745" y="2216459"/>
            <a:ext cx="2741171" cy="2699191"/>
          </a:xfrm>
          <a:prstGeom prst="rect">
            <a:avLst/>
          </a:prstGeom>
        </p:spPr>
      </p:pic>
      <p:pic>
        <p:nvPicPr>
          <p:cNvPr id="26" name="Gráfico 25">
            <a:extLst>
              <a:ext uri="{FF2B5EF4-FFF2-40B4-BE49-F238E27FC236}">
                <a16:creationId xmlns:a16="http://schemas.microsoft.com/office/drawing/2014/main" id="{12BE70D9-6C30-7D41-BC8E-C2497375611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2886869">
            <a:off x="419755" y="2216460"/>
            <a:ext cx="2741171" cy="2699191"/>
          </a:xfrm>
          <a:prstGeom prst="rect">
            <a:avLst/>
          </a:prstGeom>
        </p:spPr>
      </p:pic>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43" name="Circle">
            <a:extLst>
              <a:ext uri="{FF2B5EF4-FFF2-40B4-BE49-F238E27FC236}">
                <a16:creationId xmlns:a16="http://schemas.microsoft.com/office/drawing/2014/main" id="{95D7A63F-6A60-0843-BEBE-57AC4C80AB97}"/>
              </a:ext>
            </a:extLst>
          </p:cNvPr>
          <p:cNvSpPr/>
          <p:nvPr userDrawn="1"/>
        </p:nvSpPr>
        <p:spPr>
          <a:xfrm>
            <a:off x="857461" y="2672293"/>
            <a:ext cx="1805001" cy="1804884"/>
          </a:xfrm>
          <a:prstGeom prst="ellipse">
            <a:avLst/>
          </a:prstGeom>
          <a:solidFill>
            <a:schemeClr val="bg1"/>
          </a:solidFill>
          <a:ln w="50800">
            <a:solidFill>
              <a:schemeClr val="accent4">
                <a:lumOff val="30196"/>
              </a:schemeClr>
            </a:solidFill>
          </a:ln>
        </p:spPr>
        <p:txBody>
          <a:bodyPr lIns="60960" tIns="60960" rIns="60960" bIns="60960" anchor="ctr"/>
          <a:lstStyle/>
          <a:p>
            <a:pPr algn="ctr">
              <a:defRPr sz="3600">
                <a:solidFill>
                  <a:srgbClr val="87CB3D"/>
                </a:solidFill>
              </a:defRPr>
            </a:pPr>
            <a:endParaRPr sz="1800">
              <a:latin typeface="Century Gothic" panose="020B0502020202020204" pitchFamily="34" charset="0"/>
            </a:endParaRPr>
          </a:p>
        </p:txBody>
      </p:sp>
      <p:sp>
        <p:nvSpPr>
          <p:cNvPr id="45" name="Shape">
            <a:extLst>
              <a:ext uri="{FF2B5EF4-FFF2-40B4-BE49-F238E27FC236}">
                <a16:creationId xmlns:a16="http://schemas.microsoft.com/office/drawing/2014/main" id="{E6EFB6E9-E998-4940-A8B8-FFFF0EF9EA42}"/>
              </a:ext>
            </a:extLst>
          </p:cNvPr>
          <p:cNvSpPr/>
          <p:nvPr userDrawn="1"/>
        </p:nvSpPr>
        <p:spPr>
          <a:xfrm>
            <a:off x="919905" y="3566055"/>
            <a:ext cx="1680111" cy="8400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1600" y="11929"/>
                  <a:pt x="16765" y="21600"/>
                  <a:pt x="10800" y="21600"/>
                </a:cubicBezTo>
                <a:cubicBezTo>
                  <a:pt x="4835" y="21600"/>
                  <a:pt x="0" y="11929"/>
                  <a:pt x="0" y="0"/>
                </a:cubicBezTo>
                <a:lnTo>
                  <a:pt x="10800" y="0"/>
                </a:lnTo>
                <a:close/>
              </a:path>
            </a:pathLst>
          </a:custGeom>
          <a:solidFill>
            <a:schemeClr val="accent1"/>
          </a:solidFill>
          <a:ln w="12700">
            <a:miter lim="400000"/>
          </a:ln>
        </p:spPr>
        <p:txBody>
          <a:bodyPr lIns="60960" tIns="60960" rIns="60960" bIns="60960" anchor="ctr"/>
          <a:lstStyle/>
          <a:p>
            <a:pPr algn="ctr"/>
            <a:endParaRPr sz="900">
              <a:latin typeface="Century Gothic" panose="020B0502020202020204" pitchFamily="34" charset="0"/>
            </a:endParaRPr>
          </a:p>
        </p:txBody>
      </p:sp>
      <p:sp>
        <p:nvSpPr>
          <p:cNvPr id="50" name="Circle">
            <a:extLst>
              <a:ext uri="{FF2B5EF4-FFF2-40B4-BE49-F238E27FC236}">
                <a16:creationId xmlns:a16="http://schemas.microsoft.com/office/drawing/2014/main" id="{A6A27CA6-95E4-CF4E-9366-19D2330480A0}"/>
              </a:ext>
            </a:extLst>
          </p:cNvPr>
          <p:cNvSpPr/>
          <p:nvPr userDrawn="1"/>
        </p:nvSpPr>
        <p:spPr>
          <a:xfrm>
            <a:off x="3748419" y="2672293"/>
            <a:ext cx="1805000" cy="1804884"/>
          </a:xfrm>
          <a:prstGeom prst="ellipse">
            <a:avLst/>
          </a:prstGeom>
          <a:solidFill>
            <a:schemeClr val="bg1"/>
          </a:solidFill>
          <a:ln w="50800">
            <a:solidFill>
              <a:schemeClr val="accent4">
                <a:lumOff val="30196"/>
              </a:schemeClr>
            </a:solidFill>
          </a:ln>
        </p:spPr>
        <p:txBody>
          <a:bodyPr lIns="60960" tIns="60960" rIns="60960" bIns="60960" anchor="ctr"/>
          <a:lstStyle/>
          <a:p>
            <a:pPr algn="ctr">
              <a:defRPr sz="3600">
                <a:solidFill>
                  <a:srgbClr val="87CB3D"/>
                </a:solidFill>
              </a:defRPr>
            </a:pPr>
            <a:endParaRPr sz="1800">
              <a:latin typeface="Century Gothic" panose="020B0502020202020204" pitchFamily="34" charset="0"/>
            </a:endParaRPr>
          </a:p>
        </p:txBody>
      </p:sp>
      <p:sp>
        <p:nvSpPr>
          <p:cNvPr id="52" name="Shape">
            <a:extLst>
              <a:ext uri="{FF2B5EF4-FFF2-40B4-BE49-F238E27FC236}">
                <a16:creationId xmlns:a16="http://schemas.microsoft.com/office/drawing/2014/main" id="{14911453-4E7C-3040-B814-8312F7FF3EF9}"/>
              </a:ext>
            </a:extLst>
          </p:cNvPr>
          <p:cNvSpPr/>
          <p:nvPr userDrawn="1"/>
        </p:nvSpPr>
        <p:spPr>
          <a:xfrm>
            <a:off x="3810863" y="3566055"/>
            <a:ext cx="1680109" cy="8400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1600" y="11929"/>
                  <a:pt x="16765" y="21600"/>
                  <a:pt x="10800" y="21600"/>
                </a:cubicBezTo>
                <a:cubicBezTo>
                  <a:pt x="4835" y="21600"/>
                  <a:pt x="0" y="11929"/>
                  <a:pt x="0" y="0"/>
                </a:cubicBezTo>
                <a:lnTo>
                  <a:pt x="10800" y="0"/>
                </a:lnTo>
                <a:close/>
              </a:path>
            </a:pathLst>
          </a:custGeom>
          <a:solidFill>
            <a:schemeClr val="accent2"/>
          </a:solidFill>
          <a:ln w="12700">
            <a:miter lim="400000"/>
          </a:ln>
        </p:spPr>
        <p:txBody>
          <a:bodyPr lIns="60960" tIns="60960" rIns="60960" bIns="60960" anchor="ctr"/>
          <a:lstStyle/>
          <a:p>
            <a:pPr algn="ctr"/>
            <a:endParaRPr sz="900">
              <a:latin typeface="Century Gothic" panose="020B0502020202020204" pitchFamily="34" charset="0"/>
            </a:endParaRPr>
          </a:p>
        </p:txBody>
      </p:sp>
      <p:sp>
        <p:nvSpPr>
          <p:cNvPr id="54" name="Circle">
            <a:extLst>
              <a:ext uri="{FF2B5EF4-FFF2-40B4-BE49-F238E27FC236}">
                <a16:creationId xmlns:a16="http://schemas.microsoft.com/office/drawing/2014/main" id="{3AD6142A-3E74-5247-90F2-BB7529009303}"/>
              </a:ext>
            </a:extLst>
          </p:cNvPr>
          <p:cNvSpPr/>
          <p:nvPr userDrawn="1"/>
        </p:nvSpPr>
        <p:spPr>
          <a:xfrm>
            <a:off x="6639378" y="2672293"/>
            <a:ext cx="1805001" cy="1804884"/>
          </a:xfrm>
          <a:prstGeom prst="ellipse">
            <a:avLst/>
          </a:prstGeom>
          <a:solidFill>
            <a:schemeClr val="bg1"/>
          </a:solidFill>
          <a:ln w="50800">
            <a:solidFill>
              <a:schemeClr val="accent4">
                <a:lumOff val="30196"/>
              </a:schemeClr>
            </a:solidFill>
          </a:ln>
        </p:spPr>
        <p:txBody>
          <a:bodyPr lIns="60960" tIns="60960" rIns="60960" bIns="60960" anchor="ctr"/>
          <a:lstStyle/>
          <a:p>
            <a:pPr algn="ctr">
              <a:defRPr sz="3600">
                <a:solidFill>
                  <a:srgbClr val="87CB3D"/>
                </a:solidFill>
              </a:defRPr>
            </a:pPr>
            <a:endParaRPr sz="1800">
              <a:latin typeface="Century Gothic" panose="020B0502020202020204" pitchFamily="34" charset="0"/>
            </a:endParaRPr>
          </a:p>
        </p:txBody>
      </p:sp>
      <p:sp>
        <p:nvSpPr>
          <p:cNvPr id="57" name="Shape">
            <a:extLst>
              <a:ext uri="{FF2B5EF4-FFF2-40B4-BE49-F238E27FC236}">
                <a16:creationId xmlns:a16="http://schemas.microsoft.com/office/drawing/2014/main" id="{DF196DF4-30B5-8D44-8650-C013471A5AE5}"/>
              </a:ext>
            </a:extLst>
          </p:cNvPr>
          <p:cNvSpPr/>
          <p:nvPr userDrawn="1"/>
        </p:nvSpPr>
        <p:spPr>
          <a:xfrm>
            <a:off x="6701822" y="3566055"/>
            <a:ext cx="1680109" cy="8400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1600" y="11929"/>
                  <a:pt x="16765" y="21600"/>
                  <a:pt x="10800" y="21600"/>
                </a:cubicBezTo>
                <a:cubicBezTo>
                  <a:pt x="4835" y="21600"/>
                  <a:pt x="0" y="11929"/>
                  <a:pt x="0" y="0"/>
                </a:cubicBezTo>
                <a:lnTo>
                  <a:pt x="10800" y="0"/>
                </a:lnTo>
                <a:close/>
              </a:path>
            </a:pathLst>
          </a:custGeom>
          <a:solidFill>
            <a:schemeClr val="accent3"/>
          </a:solidFill>
          <a:ln w="12700">
            <a:miter lim="400000"/>
          </a:ln>
        </p:spPr>
        <p:txBody>
          <a:bodyPr lIns="60960" tIns="60960" rIns="60960" bIns="60960" anchor="ctr"/>
          <a:lstStyle/>
          <a:p>
            <a:pPr algn="ctr"/>
            <a:endParaRPr sz="900">
              <a:latin typeface="Century Gothic" panose="020B0502020202020204" pitchFamily="34" charset="0"/>
            </a:endParaRPr>
          </a:p>
        </p:txBody>
      </p:sp>
      <p:sp>
        <p:nvSpPr>
          <p:cNvPr id="59" name="Circle">
            <a:extLst>
              <a:ext uri="{FF2B5EF4-FFF2-40B4-BE49-F238E27FC236}">
                <a16:creationId xmlns:a16="http://schemas.microsoft.com/office/drawing/2014/main" id="{1991DE7B-3295-A84C-8506-C39EF04EE7CB}"/>
              </a:ext>
            </a:extLst>
          </p:cNvPr>
          <p:cNvSpPr/>
          <p:nvPr userDrawn="1"/>
        </p:nvSpPr>
        <p:spPr>
          <a:xfrm>
            <a:off x="9530336" y="2672293"/>
            <a:ext cx="1805000" cy="1804884"/>
          </a:xfrm>
          <a:prstGeom prst="ellipse">
            <a:avLst/>
          </a:prstGeom>
          <a:solidFill>
            <a:schemeClr val="bg1"/>
          </a:solidFill>
          <a:ln w="50800">
            <a:solidFill>
              <a:schemeClr val="accent4">
                <a:lumOff val="30196"/>
              </a:schemeClr>
            </a:solidFill>
          </a:ln>
        </p:spPr>
        <p:txBody>
          <a:bodyPr lIns="60960" tIns="60960" rIns="60960" bIns="60960" anchor="ctr"/>
          <a:lstStyle/>
          <a:p>
            <a:pPr algn="ctr">
              <a:defRPr sz="3600">
                <a:solidFill>
                  <a:srgbClr val="87CB3D"/>
                </a:solidFill>
              </a:defRPr>
            </a:pPr>
            <a:endParaRPr sz="1800">
              <a:latin typeface="Century Gothic" panose="020B0502020202020204" pitchFamily="34" charset="0"/>
            </a:endParaRPr>
          </a:p>
        </p:txBody>
      </p:sp>
      <p:sp>
        <p:nvSpPr>
          <p:cNvPr id="61" name="Shape">
            <a:extLst>
              <a:ext uri="{FF2B5EF4-FFF2-40B4-BE49-F238E27FC236}">
                <a16:creationId xmlns:a16="http://schemas.microsoft.com/office/drawing/2014/main" id="{65EFF4F9-EC53-4840-9B96-DA294BD0DC16}"/>
              </a:ext>
            </a:extLst>
          </p:cNvPr>
          <p:cNvSpPr/>
          <p:nvPr userDrawn="1"/>
        </p:nvSpPr>
        <p:spPr>
          <a:xfrm>
            <a:off x="9592780" y="3566055"/>
            <a:ext cx="1680111" cy="8400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1600" y="11929"/>
                  <a:pt x="16765" y="21600"/>
                  <a:pt x="10800" y="21600"/>
                </a:cubicBezTo>
                <a:cubicBezTo>
                  <a:pt x="4835" y="21600"/>
                  <a:pt x="0" y="11929"/>
                  <a:pt x="0" y="0"/>
                </a:cubicBezTo>
                <a:lnTo>
                  <a:pt x="10800" y="0"/>
                </a:lnTo>
                <a:close/>
              </a:path>
            </a:pathLst>
          </a:custGeom>
          <a:solidFill>
            <a:schemeClr val="accent4"/>
          </a:solidFill>
          <a:ln w="12700">
            <a:miter lim="400000"/>
          </a:ln>
        </p:spPr>
        <p:txBody>
          <a:bodyPr lIns="60960" tIns="60960" rIns="60960" bIns="60960" anchor="ctr"/>
          <a:lstStyle/>
          <a:p>
            <a:pPr algn="ctr"/>
            <a:endParaRPr sz="900">
              <a:latin typeface="Century Gothic" panose="020B0502020202020204" pitchFamily="34" charset="0"/>
            </a:endParaRPr>
          </a:p>
        </p:txBody>
      </p:sp>
      <p:sp>
        <p:nvSpPr>
          <p:cNvPr id="65" name="Marcador de texto 45">
            <a:extLst>
              <a:ext uri="{FF2B5EF4-FFF2-40B4-BE49-F238E27FC236}">
                <a16:creationId xmlns:a16="http://schemas.microsoft.com/office/drawing/2014/main" id="{5159DA64-A13F-D245-B235-1C6417D59601}"/>
              </a:ext>
            </a:extLst>
          </p:cNvPr>
          <p:cNvSpPr>
            <a:spLocks noGrp="1"/>
          </p:cNvSpPr>
          <p:nvPr>
            <p:ph type="body" sz="quarter" idx="56" hasCustomPrompt="1"/>
          </p:nvPr>
        </p:nvSpPr>
        <p:spPr>
          <a:xfrm>
            <a:off x="1068337" y="3144807"/>
            <a:ext cx="1389859" cy="364579"/>
          </a:xfrm>
          <a:prstGeom prst="rect">
            <a:avLst/>
          </a:prstGeom>
        </p:spPr>
        <p:txBody>
          <a:bodyPr lIns="0" tIns="0" rIns="0" bIns="0" anchor="b"/>
          <a:lstStyle>
            <a:lvl1pPr marL="0" indent="0" algn="ctr">
              <a:buNone/>
              <a:defRPr sz="1200" b="1">
                <a:solidFill>
                  <a:schemeClr val="bg2">
                    <a:lumMod val="75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6" name="Marcador de texto 45">
            <a:extLst>
              <a:ext uri="{FF2B5EF4-FFF2-40B4-BE49-F238E27FC236}">
                <a16:creationId xmlns:a16="http://schemas.microsoft.com/office/drawing/2014/main" id="{0E63A608-C104-1D4A-9A2F-2F1353352D4D}"/>
              </a:ext>
            </a:extLst>
          </p:cNvPr>
          <p:cNvSpPr>
            <a:spLocks noGrp="1"/>
          </p:cNvSpPr>
          <p:nvPr>
            <p:ph type="body" sz="quarter" idx="59" hasCustomPrompt="1"/>
          </p:nvPr>
        </p:nvSpPr>
        <p:spPr>
          <a:xfrm>
            <a:off x="1068585" y="3629458"/>
            <a:ext cx="1389611" cy="395846"/>
          </a:xfrm>
          <a:prstGeom prst="rect">
            <a:avLst/>
          </a:prstGeom>
        </p:spPr>
        <p:txBody>
          <a:bodyPr lIns="0" tIns="0" rIns="0" bIns="0" anchor="ctr"/>
          <a:lstStyle>
            <a:lvl1pPr marL="0" indent="0" algn="ctr">
              <a:buNone/>
              <a:defRPr sz="20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Modificar</a:t>
            </a:r>
            <a:endParaRPr lang="es-ES_tradnl"/>
          </a:p>
        </p:txBody>
      </p:sp>
      <p:sp>
        <p:nvSpPr>
          <p:cNvPr id="67" name="Marcador de texto 45">
            <a:extLst>
              <a:ext uri="{FF2B5EF4-FFF2-40B4-BE49-F238E27FC236}">
                <a16:creationId xmlns:a16="http://schemas.microsoft.com/office/drawing/2014/main" id="{2FD0E008-39F7-854C-B747-E8BEBE9EEC50}"/>
              </a:ext>
            </a:extLst>
          </p:cNvPr>
          <p:cNvSpPr>
            <a:spLocks noGrp="1"/>
          </p:cNvSpPr>
          <p:nvPr>
            <p:ph type="body" sz="quarter" idx="68" hasCustomPrompt="1"/>
          </p:nvPr>
        </p:nvSpPr>
        <p:spPr>
          <a:xfrm>
            <a:off x="752049" y="4590515"/>
            <a:ext cx="2052362" cy="769442"/>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71" name="Marcador de texto 45">
            <a:extLst>
              <a:ext uri="{FF2B5EF4-FFF2-40B4-BE49-F238E27FC236}">
                <a16:creationId xmlns:a16="http://schemas.microsoft.com/office/drawing/2014/main" id="{0D21DECC-2F9B-004A-BF38-B8F1309BE3F5}"/>
              </a:ext>
            </a:extLst>
          </p:cNvPr>
          <p:cNvSpPr>
            <a:spLocks noGrp="1"/>
          </p:cNvSpPr>
          <p:nvPr>
            <p:ph type="body" sz="quarter" idx="69" hasCustomPrompt="1"/>
          </p:nvPr>
        </p:nvSpPr>
        <p:spPr>
          <a:xfrm>
            <a:off x="3961948" y="3144807"/>
            <a:ext cx="1389859" cy="364579"/>
          </a:xfrm>
          <a:prstGeom prst="rect">
            <a:avLst/>
          </a:prstGeom>
        </p:spPr>
        <p:txBody>
          <a:bodyPr lIns="0" tIns="0" rIns="0" bIns="0" anchor="b"/>
          <a:lstStyle>
            <a:lvl1pPr marL="0" indent="0" algn="ctr">
              <a:buNone/>
              <a:defRPr sz="1200" b="1">
                <a:solidFill>
                  <a:schemeClr val="bg2">
                    <a:lumMod val="75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75" name="Marcador de texto 45">
            <a:extLst>
              <a:ext uri="{FF2B5EF4-FFF2-40B4-BE49-F238E27FC236}">
                <a16:creationId xmlns:a16="http://schemas.microsoft.com/office/drawing/2014/main" id="{251C2A56-C7B5-FB4F-BE70-1A3120815F32}"/>
              </a:ext>
            </a:extLst>
          </p:cNvPr>
          <p:cNvSpPr>
            <a:spLocks noGrp="1"/>
          </p:cNvSpPr>
          <p:nvPr>
            <p:ph type="body" sz="quarter" idx="70" hasCustomPrompt="1"/>
          </p:nvPr>
        </p:nvSpPr>
        <p:spPr>
          <a:xfrm>
            <a:off x="3962196" y="3629458"/>
            <a:ext cx="1389611" cy="395846"/>
          </a:xfrm>
          <a:prstGeom prst="rect">
            <a:avLst/>
          </a:prstGeom>
        </p:spPr>
        <p:txBody>
          <a:bodyPr lIns="0" tIns="0" rIns="0" bIns="0" anchor="ctr"/>
          <a:lstStyle>
            <a:lvl1pPr marL="0" indent="0" algn="ctr">
              <a:buNone/>
              <a:defRPr sz="20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Modificar</a:t>
            </a:r>
            <a:endParaRPr lang="es-ES_tradnl"/>
          </a:p>
        </p:txBody>
      </p:sp>
      <p:sp>
        <p:nvSpPr>
          <p:cNvPr id="76" name="Marcador de texto 45">
            <a:extLst>
              <a:ext uri="{FF2B5EF4-FFF2-40B4-BE49-F238E27FC236}">
                <a16:creationId xmlns:a16="http://schemas.microsoft.com/office/drawing/2014/main" id="{052AAF51-F30F-2D47-9063-3C1B6665E8FA}"/>
              </a:ext>
            </a:extLst>
          </p:cNvPr>
          <p:cNvSpPr>
            <a:spLocks noGrp="1"/>
          </p:cNvSpPr>
          <p:nvPr>
            <p:ph type="body" sz="quarter" idx="71" hasCustomPrompt="1"/>
          </p:nvPr>
        </p:nvSpPr>
        <p:spPr>
          <a:xfrm>
            <a:off x="3645660" y="4590515"/>
            <a:ext cx="2052362" cy="769442"/>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80" name="Marcador de texto 45">
            <a:extLst>
              <a:ext uri="{FF2B5EF4-FFF2-40B4-BE49-F238E27FC236}">
                <a16:creationId xmlns:a16="http://schemas.microsoft.com/office/drawing/2014/main" id="{98FD6164-E84F-FB45-9B74-E0EE6283D642}"/>
              </a:ext>
            </a:extLst>
          </p:cNvPr>
          <p:cNvSpPr>
            <a:spLocks noGrp="1"/>
          </p:cNvSpPr>
          <p:nvPr>
            <p:ph type="body" sz="quarter" idx="72" hasCustomPrompt="1"/>
          </p:nvPr>
        </p:nvSpPr>
        <p:spPr>
          <a:xfrm>
            <a:off x="6835964" y="3144807"/>
            <a:ext cx="1389859" cy="364579"/>
          </a:xfrm>
          <a:prstGeom prst="rect">
            <a:avLst/>
          </a:prstGeom>
        </p:spPr>
        <p:txBody>
          <a:bodyPr lIns="0" tIns="0" rIns="0" bIns="0" anchor="b"/>
          <a:lstStyle>
            <a:lvl1pPr marL="0" indent="0" algn="ctr">
              <a:buNone/>
              <a:defRPr sz="1200" b="1">
                <a:solidFill>
                  <a:schemeClr val="bg2">
                    <a:lumMod val="75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94" name="Marcador de texto 45">
            <a:extLst>
              <a:ext uri="{FF2B5EF4-FFF2-40B4-BE49-F238E27FC236}">
                <a16:creationId xmlns:a16="http://schemas.microsoft.com/office/drawing/2014/main" id="{5FD16762-AC4F-A144-A3DC-90F9675B537B}"/>
              </a:ext>
            </a:extLst>
          </p:cNvPr>
          <p:cNvSpPr>
            <a:spLocks noGrp="1"/>
          </p:cNvSpPr>
          <p:nvPr>
            <p:ph type="body" sz="quarter" idx="73" hasCustomPrompt="1"/>
          </p:nvPr>
        </p:nvSpPr>
        <p:spPr>
          <a:xfrm>
            <a:off x="6836212" y="3629458"/>
            <a:ext cx="1389611" cy="395846"/>
          </a:xfrm>
          <a:prstGeom prst="rect">
            <a:avLst/>
          </a:prstGeom>
        </p:spPr>
        <p:txBody>
          <a:bodyPr lIns="0" tIns="0" rIns="0" bIns="0" anchor="ctr"/>
          <a:lstStyle>
            <a:lvl1pPr marL="0" indent="0" algn="ctr">
              <a:buNone/>
              <a:defRPr sz="20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Modificar</a:t>
            </a:r>
            <a:endParaRPr lang="es-ES_tradnl"/>
          </a:p>
        </p:txBody>
      </p:sp>
      <p:sp>
        <p:nvSpPr>
          <p:cNvPr id="95" name="Marcador de texto 45">
            <a:extLst>
              <a:ext uri="{FF2B5EF4-FFF2-40B4-BE49-F238E27FC236}">
                <a16:creationId xmlns:a16="http://schemas.microsoft.com/office/drawing/2014/main" id="{192626FF-D63D-DD4C-82F0-EA6C7539A575}"/>
              </a:ext>
            </a:extLst>
          </p:cNvPr>
          <p:cNvSpPr>
            <a:spLocks noGrp="1"/>
          </p:cNvSpPr>
          <p:nvPr>
            <p:ph type="body" sz="quarter" idx="74" hasCustomPrompt="1"/>
          </p:nvPr>
        </p:nvSpPr>
        <p:spPr>
          <a:xfrm>
            <a:off x="6519676" y="4590515"/>
            <a:ext cx="2052362" cy="769442"/>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96" name="Marcador de texto 45">
            <a:extLst>
              <a:ext uri="{FF2B5EF4-FFF2-40B4-BE49-F238E27FC236}">
                <a16:creationId xmlns:a16="http://schemas.microsoft.com/office/drawing/2014/main" id="{ADB30712-E496-784C-BD81-0737FC677EF4}"/>
              </a:ext>
            </a:extLst>
          </p:cNvPr>
          <p:cNvSpPr>
            <a:spLocks noGrp="1"/>
          </p:cNvSpPr>
          <p:nvPr>
            <p:ph type="body" sz="quarter" idx="75" hasCustomPrompt="1"/>
          </p:nvPr>
        </p:nvSpPr>
        <p:spPr>
          <a:xfrm>
            <a:off x="9749171" y="3144807"/>
            <a:ext cx="1389859" cy="364579"/>
          </a:xfrm>
          <a:prstGeom prst="rect">
            <a:avLst/>
          </a:prstGeom>
        </p:spPr>
        <p:txBody>
          <a:bodyPr lIns="0" tIns="0" rIns="0" bIns="0" anchor="b"/>
          <a:lstStyle>
            <a:lvl1pPr marL="0" indent="0" algn="ctr">
              <a:buNone/>
              <a:defRPr sz="1200" b="1">
                <a:solidFill>
                  <a:schemeClr val="bg2">
                    <a:lumMod val="75000"/>
                  </a:schemeClr>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97" name="Marcador de texto 45">
            <a:extLst>
              <a:ext uri="{FF2B5EF4-FFF2-40B4-BE49-F238E27FC236}">
                <a16:creationId xmlns:a16="http://schemas.microsoft.com/office/drawing/2014/main" id="{959512BF-B3E2-CE47-8F69-9390BB64918F}"/>
              </a:ext>
            </a:extLst>
          </p:cNvPr>
          <p:cNvSpPr>
            <a:spLocks noGrp="1"/>
          </p:cNvSpPr>
          <p:nvPr>
            <p:ph type="body" sz="quarter" idx="76" hasCustomPrompt="1"/>
          </p:nvPr>
        </p:nvSpPr>
        <p:spPr>
          <a:xfrm>
            <a:off x="9749418" y="3629458"/>
            <a:ext cx="1389611" cy="395846"/>
          </a:xfrm>
          <a:prstGeom prst="rect">
            <a:avLst/>
          </a:prstGeom>
        </p:spPr>
        <p:txBody>
          <a:bodyPr lIns="0" tIns="0" rIns="0" bIns="0" anchor="ctr"/>
          <a:lstStyle>
            <a:lvl1pPr marL="0" indent="0" algn="ctr">
              <a:buNone/>
              <a:defRPr sz="20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Modificar</a:t>
            </a:r>
            <a:endParaRPr lang="es-ES_tradnl"/>
          </a:p>
        </p:txBody>
      </p:sp>
      <p:sp>
        <p:nvSpPr>
          <p:cNvPr id="98" name="Marcador de texto 45">
            <a:extLst>
              <a:ext uri="{FF2B5EF4-FFF2-40B4-BE49-F238E27FC236}">
                <a16:creationId xmlns:a16="http://schemas.microsoft.com/office/drawing/2014/main" id="{EA948E2A-28CC-A849-A3BE-148EB6A9C3DF}"/>
              </a:ext>
            </a:extLst>
          </p:cNvPr>
          <p:cNvSpPr>
            <a:spLocks noGrp="1"/>
          </p:cNvSpPr>
          <p:nvPr>
            <p:ph type="body" sz="quarter" idx="77" hasCustomPrompt="1"/>
          </p:nvPr>
        </p:nvSpPr>
        <p:spPr>
          <a:xfrm>
            <a:off x="9432882" y="4590515"/>
            <a:ext cx="2052362" cy="769442"/>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a:t>
            </a:r>
          </a:p>
        </p:txBody>
      </p:sp>
      <p:sp>
        <p:nvSpPr>
          <p:cNvPr id="99" name="Marcador de texto 45">
            <a:extLst>
              <a:ext uri="{FF2B5EF4-FFF2-40B4-BE49-F238E27FC236}">
                <a16:creationId xmlns:a16="http://schemas.microsoft.com/office/drawing/2014/main" id="{F15669F8-DC0C-9B47-BA1A-A5E6382F10AB}"/>
              </a:ext>
            </a:extLst>
          </p:cNvPr>
          <p:cNvSpPr>
            <a:spLocks noGrp="1"/>
          </p:cNvSpPr>
          <p:nvPr>
            <p:ph type="body" sz="quarter" idx="18" hasCustomPrompt="1"/>
          </p:nvPr>
        </p:nvSpPr>
        <p:spPr>
          <a:xfrm>
            <a:off x="386582" y="1641445"/>
            <a:ext cx="10462255" cy="461665"/>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0" name="Line">
            <a:extLst>
              <a:ext uri="{FF2B5EF4-FFF2-40B4-BE49-F238E27FC236}">
                <a16:creationId xmlns:a16="http://schemas.microsoft.com/office/drawing/2014/main" id="{899C050C-7CA1-434D-A023-E952FA1330DF}"/>
              </a:ext>
            </a:extLst>
          </p:cNvPr>
          <p:cNvSpPr/>
          <p:nvPr userDrawn="1"/>
        </p:nvSpPr>
        <p:spPr>
          <a:xfrm>
            <a:off x="368284" y="1448780"/>
            <a:ext cx="855475" cy="0"/>
          </a:xfrm>
          <a:prstGeom prst="line">
            <a:avLst/>
          </a:prstGeom>
          <a:ln w="63500">
            <a:solidFill>
              <a:schemeClr val="accent3"/>
            </a:solidFill>
          </a:ln>
        </p:spPr>
        <p:txBody>
          <a:bodyPr lIns="60960" tIns="60960" rIns="60960" bIns="60960"/>
          <a:lstStyle/>
          <a:p>
            <a:endParaRPr sz="900">
              <a:latin typeface="Century Gothic" panose="020B0502020202020204" pitchFamily="34" charset="0"/>
            </a:endParaRPr>
          </a:p>
        </p:txBody>
      </p:sp>
      <p:sp>
        <p:nvSpPr>
          <p:cNvPr id="31" name="Marcador de texto 15">
            <a:extLst>
              <a:ext uri="{FF2B5EF4-FFF2-40B4-BE49-F238E27FC236}">
                <a16:creationId xmlns:a16="http://schemas.microsoft.com/office/drawing/2014/main" id="{5336890F-EBA3-D149-A396-CF91312053BD}"/>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2" name="Slide Number Placeholder 5">
            <a:extLst>
              <a:ext uri="{FF2B5EF4-FFF2-40B4-BE49-F238E27FC236}">
                <a16:creationId xmlns:a16="http://schemas.microsoft.com/office/drawing/2014/main" id="{0CABF557-7D85-3541-ACB1-B941186F67E8}"/>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59856720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Grafico No. 04">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grpSp>
        <p:nvGrpSpPr>
          <p:cNvPr id="26" name="Group 3">
            <a:extLst>
              <a:ext uri="{FF2B5EF4-FFF2-40B4-BE49-F238E27FC236}">
                <a16:creationId xmlns:a16="http://schemas.microsoft.com/office/drawing/2014/main" id="{A5F21972-750C-3F4F-AD0E-BD3F2ABBE4CA}"/>
              </a:ext>
            </a:extLst>
          </p:cNvPr>
          <p:cNvGrpSpPr/>
          <p:nvPr userDrawn="1"/>
        </p:nvGrpSpPr>
        <p:grpSpPr>
          <a:xfrm>
            <a:off x="6607066" y="1697337"/>
            <a:ext cx="4292365" cy="4380772"/>
            <a:chOff x="4246562" y="2149475"/>
            <a:chExt cx="3303588" cy="3371849"/>
          </a:xfrm>
        </p:grpSpPr>
        <p:sp>
          <p:nvSpPr>
            <p:cNvPr id="27" name="Freeform 17">
              <a:extLst>
                <a:ext uri="{FF2B5EF4-FFF2-40B4-BE49-F238E27FC236}">
                  <a16:creationId xmlns:a16="http://schemas.microsoft.com/office/drawing/2014/main" id="{8333BA19-F93C-454E-9A46-83850F4133CD}"/>
                </a:ext>
              </a:extLst>
            </p:cNvPr>
            <p:cNvSpPr>
              <a:spLocks/>
            </p:cNvSpPr>
            <p:nvPr/>
          </p:nvSpPr>
          <p:spPr bwMode="auto">
            <a:xfrm>
              <a:off x="4464050" y="2590800"/>
              <a:ext cx="1249363" cy="2054225"/>
            </a:xfrm>
            <a:custGeom>
              <a:avLst/>
              <a:gdLst>
                <a:gd name="T0" fmla="*/ 79 w 698"/>
                <a:gd name="T1" fmla="*/ 1036 h 1146"/>
                <a:gd name="T2" fmla="*/ 98 w 698"/>
                <a:gd name="T3" fmla="*/ 1146 h 1146"/>
                <a:gd name="T4" fmla="*/ 98 w 698"/>
                <a:gd name="T5" fmla="*/ 1146 h 1146"/>
                <a:gd name="T6" fmla="*/ 255 w 698"/>
                <a:gd name="T7" fmla="*/ 1016 h 1146"/>
                <a:gd name="T8" fmla="*/ 219 w 698"/>
                <a:gd name="T9" fmla="*/ 811 h 1146"/>
                <a:gd name="T10" fmla="*/ 698 w 698"/>
                <a:gd name="T11" fmla="*/ 221 h 1146"/>
                <a:gd name="T12" fmla="*/ 684 w 698"/>
                <a:gd name="T13" fmla="*/ 0 h 1146"/>
                <a:gd name="T14" fmla="*/ 0 w 698"/>
                <a:gd name="T15" fmla="*/ 811 h 1146"/>
                <a:gd name="T16" fmla="*/ 44 w 698"/>
                <a:gd name="T17" fmla="*/ 1079 h 1146"/>
                <a:gd name="T18" fmla="*/ 79 w 698"/>
                <a:gd name="T19" fmla="*/ 1036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8" h="1146">
                  <a:moveTo>
                    <a:pt x="79" y="1036"/>
                  </a:moveTo>
                  <a:cubicBezTo>
                    <a:pt x="98" y="1146"/>
                    <a:pt x="98" y="1146"/>
                    <a:pt x="98" y="1146"/>
                  </a:cubicBezTo>
                  <a:cubicBezTo>
                    <a:pt x="98" y="1146"/>
                    <a:pt x="98" y="1146"/>
                    <a:pt x="98" y="1146"/>
                  </a:cubicBezTo>
                  <a:cubicBezTo>
                    <a:pt x="172" y="1133"/>
                    <a:pt x="230" y="1082"/>
                    <a:pt x="255" y="1016"/>
                  </a:cubicBezTo>
                  <a:cubicBezTo>
                    <a:pt x="232" y="952"/>
                    <a:pt x="219" y="883"/>
                    <a:pt x="219" y="811"/>
                  </a:cubicBezTo>
                  <a:cubicBezTo>
                    <a:pt x="219" y="521"/>
                    <a:pt x="425" y="278"/>
                    <a:pt x="698" y="221"/>
                  </a:cubicBezTo>
                  <a:cubicBezTo>
                    <a:pt x="674" y="151"/>
                    <a:pt x="668" y="75"/>
                    <a:pt x="684" y="0"/>
                  </a:cubicBezTo>
                  <a:cubicBezTo>
                    <a:pt x="296" y="66"/>
                    <a:pt x="0" y="404"/>
                    <a:pt x="0" y="811"/>
                  </a:cubicBezTo>
                  <a:cubicBezTo>
                    <a:pt x="0" y="905"/>
                    <a:pt x="16" y="995"/>
                    <a:pt x="44" y="1079"/>
                  </a:cubicBezTo>
                  <a:cubicBezTo>
                    <a:pt x="79" y="1036"/>
                    <a:pt x="79" y="1036"/>
                    <a:pt x="79" y="1036"/>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28" name="Freeform 13">
              <a:extLst>
                <a:ext uri="{FF2B5EF4-FFF2-40B4-BE49-F238E27FC236}">
                  <a16:creationId xmlns:a16="http://schemas.microsoft.com/office/drawing/2014/main" id="{CC19B720-89B6-AA45-982D-246F0A330960}"/>
                </a:ext>
              </a:extLst>
            </p:cNvPr>
            <p:cNvSpPr>
              <a:spLocks/>
            </p:cNvSpPr>
            <p:nvPr/>
          </p:nvSpPr>
          <p:spPr bwMode="auto">
            <a:xfrm>
              <a:off x="4246562" y="3049587"/>
              <a:ext cx="1912938" cy="2155825"/>
            </a:xfrm>
            <a:custGeom>
              <a:avLst/>
              <a:gdLst>
                <a:gd name="T0" fmla="*/ 1067 w 1068"/>
                <a:gd name="T1" fmla="*/ 217 h 1203"/>
                <a:gd name="T2" fmla="*/ 1067 w 1068"/>
                <a:gd name="T3" fmla="*/ 217 h 1203"/>
                <a:gd name="T4" fmla="*/ 833 w 1068"/>
                <a:gd name="T5" fmla="*/ 0 h 1203"/>
                <a:gd name="T6" fmla="*/ 378 w 1068"/>
                <a:gd name="T7" fmla="*/ 555 h 1203"/>
                <a:gd name="T8" fmla="*/ 386 w 1068"/>
                <a:gd name="T9" fmla="*/ 652 h 1203"/>
                <a:gd name="T10" fmla="*/ 386 w 1068"/>
                <a:gd name="T11" fmla="*/ 652 h 1203"/>
                <a:gd name="T12" fmla="*/ 219 w 1068"/>
                <a:gd name="T13" fmla="*/ 890 h 1203"/>
                <a:gd name="T14" fmla="*/ 219 w 1068"/>
                <a:gd name="T15" fmla="*/ 890 h 1203"/>
                <a:gd name="T16" fmla="*/ 200 w 1068"/>
                <a:gd name="T17" fmla="*/ 780 h 1203"/>
                <a:gd name="T18" fmla="*/ 0 w 1068"/>
                <a:gd name="T19" fmla="*/ 1033 h 1203"/>
                <a:gd name="T20" fmla="*/ 275 w 1068"/>
                <a:gd name="T21" fmla="*/ 1203 h 1203"/>
                <a:gd name="T22" fmla="*/ 255 w 1068"/>
                <a:gd name="T23" fmla="*/ 1093 h 1203"/>
                <a:gd name="T24" fmla="*/ 589 w 1068"/>
                <a:gd name="T25" fmla="*/ 616 h 1203"/>
                <a:gd name="T26" fmla="*/ 584 w 1068"/>
                <a:gd name="T27" fmla="*/ 555 h 1203"/>
                <a:gd name="T28" fmla="*/ 944 w 1068"/>
                <a:gd name="T29" fmla="*/ 195 h 1203"/>
                <a:gd name="T30" fmla="*/ 1068 w 1068"/>
                <a:gd name="T31" fmla="*/ 217 h 1203"/>
                <a:gd name="T32" fmla="*/ 1067 w 1068"/>
                <a:gd name="T33" fmla="*/ 217 h 1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8" h="1203">
                  <a:moveTo>
                    <a:pt x="1067" y="217"/>
                  </a:moveTo>
                  <a:cubicBezTo>
                    <a:pt x="1067" y="217"/>
                    <a:pt x="1067" y="217"/>
                    <a:pt x="1067" y="217"/>
                  </a:cubicBezTo>
                  <a:cubicBezTo>
                    <a:pt x="959" y="177"/>
                    <a:pt x="877" y="97"/>
                    <a:pt x="833" y="0"/>
                  </a:cubicBezTo>
                  <a:cubicBezTo>
                    <a:pt x="574" y="52"/>
                    <a:pt x="378" y="281"/>
                    <a:pt x="378" y="555"/>
                  </a:cubicBezTo>
                  <a:cubicBezTo>
                    <a:pt x="378" y="588"/>
                    <a:pt x="381" y="620"/>
                    <a:pt x="386" y="652"/>
                  </a:cubicBezTo>
                  <a:cubicBezTo>
                    <a:pt x="386" y="652"/>
                    <a:pt x="386" y="652"/>
                    <a:pt x="386" y="652"/>
                  </a:cubicBezTo>
                  <a:cubicBezTo>
                    <a:pt x="406" y="764"/>
                    <a:pt x="331" y="870"/>
                    <a:pt x="219" y="890"/>
                  </a:cubicBezTo>
                  <a:cubicBezTo>
                    <a:pt x="219" y="890"/>
                    <a:pt x="219" y="890"/>
                    <a:pt x="219" y="890"/>
                  </a:cubicBezTo>
                  <a:cubicBezTo>
                    <a:pt x="200" y="780"/>
                    <a:pt x="200" y="780"/>
                    <a:pt x="200" y="780"/>
                  </a:cubicBezTo>
                  <a:cubicBezTo>
                    <a:pt x="0" y="1033"/>
                    <a:pt x="0" y="1033"/>
                    <a:pt x="0" y="1033"/>
                  </a:cubicBezTo>
                  <a:cubicBezTo>
                    <a:pt x="275" y="1203"/>
                    <a:pt x="275" y="1203"/>
                    <a:pt x="275" y="1203"/>
                  </a:cubicBezTo>
                  <a:cubicBezTo>
                    <a:pt x="255" y="1093"/>
                    <a:pt x="255" y="1093"/>
                    <a:pt x="255" y="1093"/>
                  </a:cubicBezTo>
                  <a:cubicBezTo>
                    <a:pt x="479" y="1053"/>
                    <a:pt x="629" y="840"/>
                    <a:pt x="589" y="616"/>
                  </a:cubicBezTo>
                  <a:cubicBezTo>
                    <a:pt x="589" y="616"/>
                    <a:pt x="584" y="576"/>
                    <a:pt x="584" y="555"/>
                  </a:cubicBezTo>
                  <a:cubicBezTo>
                    <a:pt x="584" y="356"/>
                    <a:pt x="745" y="195"/>
                    <a:pt x="944" y="195"/>
                  </a:cubicBezTo>
                  <a:cubicBezTo>
                    <a:pt x="988" y="195"/>
                    <a:pt x="1030" y="203"/>
                    <a:pt x="1068" y="217"/>
                  </a:cubicBezTo>
                  <a:cubicBezTo>
                    <a:pt x="1068" y="217"/>
                    <a:pt x="1067" y="217"/>
                    <a:pt x="1067" y="217"/>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29" name="Freeform 14">
              <a:extLst>
                <a:ext uri="{FF2B5EF4-FFF2-40B4-BE49-F238E27FC236}">
                  <a16:creationId xmlns:a16="http://schemas.microsoft.com/office/drawing/2014/main" id="{CADD5D96-FB4E-1346-91F2-E66AC0C20823}"/>
                </a:ext>
              </a:extLst>
            </p:cNvPr>
            <p:cNvSpPr>
              <a:spLocks/>
            </p:cNvSpPr>
            <p:nvPr/>
          </p:nvSpPr>
          <p:spPr bwMode="auto">
            <a:xfrm>
              <a:off x="5175250" y="4148137"/>
              <a:ext cx="2374900" cy="927100"/>
            </a:xfrm>
            <a:custGeom>
              <a:avLst/>
              <a:gdLst>
                <a:gd name="T0" fmla="*/ 1241 w 1326"/>
                <a:gd name="T1" fmla="*/ 267 h 517"/>
                <a:gd name="T2" fmla="*/ 661 w 1326"/>
                <a:gd name="T3" fmla="*/ 216 h 517"/>
                <a:gd name="T4" fmla="*/ 661 w 1326"/>
                <a:gd name="T5" fmla="*/ 216 h 517"/>
                <a:gd name="T6" fmla="*/ 661 w 1326"/>
                <a:gd name="T7" fmla="*/ 216 h 517"/>
                <a:gd name="T8" fmla="*/ 426 w 1326"/>
                <a:gd name="T9" fmla="*/ 303 h 517"/>
                <a:gd name="T10" fmla="*/ 71 w 1326"/>
                <a:gd name="T11" fmla="*/ 0 h 517"/>
                <a:gd name="T12" fmla="*/ 71 w 1326"/>
                <a:gd name="T13" fmla="*/ 3 h 517"/>
                <a:gd name="T14" fmla="*/ 0 w 1326"/>
                <a:gd name="T15" fmla="*/ 315 h 517"/>
                <a:gd name="T16" fmla="*/ 426 w 1326"/>
                <a:gd name="T17" fmla="*/ 509 h 517"/>
                <a:gd name="T18" fmla="*/ 793 w 1326"/>
                <a:gd name="T19" fmla="*/ 374 h 517"/>
                <a:gd name="T20" fmla="*/ 793 w 1326"/>
                <a:gd name="T21" fmla="*/ 374 h 517"/>
                <a:gd name="T22" fmla="*/ 1083 w 1326"/>
                <a:gd name="T23" fmla="*/ 399 h 517"/>
                <a:gd name="T24" fmla="*/ 1083 w 1326"/>
                <a:gd name="T25" fmla="*/ 399 h 517"/>
                <a:gd name="T26" fmla="*/ 997 w 1326"/>
                <a:gd name="T27" fmla="*/ 471 h 517"/>
                <a:gd name="T28" fmla="*/ 1316 w 1326"/>
                <a:gd name="T29" fmla="*/ 517 h 517"/>
                <a:gd name="T30" fmla="*/ 1326 w 1326"/>
                <a:gd name="T31" fmla="*/ 195 h 517"/>
                <a:gd name="T32" fmla="*/ 1241 w 1326"/>
                <a:gd name="T33" fmla="*/ 267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6" h="517">
                  <a:moveTo>
                    <a:pt x="1241" y="267"/>
                  </a:moveTo>
                  <a:cubicBezTo>
                    <a:pt x="1094" y="93"/>
                    <a:pt x="835" y="70"/>
                    <a:pt x="661" y="216"/>
                  </a:cubicBezTo>
                  <a:cubicBezTo>
                    <a:pt x="661" y="216"/>
                    <a:pt x="661" y="216"/>
                    <a:pt x="661" y="216"/>
                  </a:cubicBezTo>
                  <a:cubicBezTo>
                    <a:pt x="661" y="216"/>
                    <a:pt x="661" y="216"/>
                    <a:pt x="661" y="216"/>
                  </a:cubicBezTo>
                  <a:cubicBezTo>
                    <a:pt x="598" y="270"/>
                    <a:pt x="516" y="303"/>
                    <a:pt x="426" y="303"/>
                  </a:cubicBezTo>
                  <a:cubicBezTo>
                    <a:pt x="247" y="303"/>
                    <a:pt x="99" y="172"/>
                    <a:pt x="71" y="0"/>
                  </a:cubicBezTo>
                  <a:cubicBezTo>
                    <a:pt x="71" y="2"/>
                    <a:pt x="71" y="3"/>
                    <a:pt x="71" y="3"/>
                  </a:cubicBezTo>
                  <a:cubicBezTo>
                    <a:pt x="91" y="117"/>
                    <a:pt x="62" y="228"/>
                    <a:pt x="0" y="315"/>
                  </a:cubicBezTo>
                  <a:cubicBezTo>
                    <a:pt x="104" y="434"/>
                    <a:pt x="256" y="509"/>
                    <a:pt x="426" y="509"/>
                  </a:cubicBezTo>
                  <a:cubicBezTo>
                    <a:pt x="566" y="509"/>
                    <a:pt x="694" y="458"/>
                    <a:pt x="793" y="374"/>
                  </a:cubicBezTo>
                  <a:cubicBezTo>
                    <a:pt x="793" y="374"/>
                    <a:pt x="793" y="374"/>
                    <a:pt x="793" y="374"/>
                  </a:cubicBezTo>
                  <a:cubicBezTo>
                    <a:pt x="880" y="301"/>
                    <a:pt x="1010" y="312"/>
                    <a:pt x="1083" y="399"/>
                  </a:cubicBezTo>
                  <a:cubicBezTo>
                    <a:pt x="1083" y="399"/>
                    <a:pt x="1083" y="399"/>
                    <a:pt x="1083" y="399"/>
                  </a:cubicBezTo>
                  <a:cubicBezTo>
                    <a:pt x="997" y="471"/>
                    <a:pt x="997" y="471"/>
                    <a:pt x="997" y="471"/>
                  </a:cubicBezTo>
                  <a:cubicBezTo>
                    <a:pt x="1316" y="517"/>
                    <a:pt x="1316" y="517"/>
                    <a:pt x="1316" y="517"/>
                  </a:cubicBezTo>
                  <a:cubicBezTo>
                    <a:pt x="1326" y="195"/>
                    <a:pt x="1326" y="195"/>
                    <a:pt x="1326" y="195"/>
                  </a:cubicBezTo>
                  <a:cubicBezTo>
                    <a:pt x="1241" y="267"/>
                    <a:pt x="1241" y="267"/>
                    <a:pt x="1241" y="267"/>
                  </a:cubicBezTo>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30" name="Freeform 18">
              <a:extLst>
                <a:ext uri="{FF2B5EF4-FFF2-40B4-BE49-F238E27FC236}">
                  <a16:creationId xmlns:a16="http://schemas.microsoft.com/office/drawing/2014/main" id="{68EA4A80-AE11-1144-85EF-41420DE79A46}"/>
                </a:ext>
              </a:extLst>
            </p:cNvPr>
            <p:cNvSpPr>
              <a:spLocks/>
            </p:cNvSpPr>
            <p:nvPr/>
          </p:nvSpPr>
          <p:spPr bwMode="auto">
            <a:xfrm>
              <a:off x="4800600" y="4716462"/>
              <a:ext cx="2314575" cy="804862"/>
            </a:xfrm>
            <a:custGeom>
              <a:avLst/>
              <a:gdLst>
                <a:gd name="T0" fmla="*/ 1292 w 1292"/>
                <a:gd name="T1" fmla="*/ 82 h 449"/>
                <a:gd name="T2" fmla="*/ 1100 w 1292"/>
                <a:gd name="T3" fmla="*/ 12 h 449"/>
                <a:gd name="T4" fmla="*/ 635 w 1292"/>
                <a:gd name="T5" fmla="*/ 229 h 449"/>
                <a:gd name="T6" fmla="*/ 185 w 1292"/>
                <a:gd name="T7" fmla="*/ 28 h 449"/>
                <a:gd name="T8" fmla="*/ 0 w 1292"/>
                <a:gd name="T9" fmla="*/ 149 h 449"/>
                <a:gd name="T10" fmla="*/ 635 w 1292"/>
                <a:gd name="T11" fmla="*/ 449 h 449"/>
                <a:gd name="T12" fmla="*/ 1260 w 1292"/>
                <a:gd name="T13" fmla="*/ 162 h 449"/>
                <a:gd name="T14" fmla="*/ 1206 w 1292"/>
                <a:gd name="T15" fmla="*/ 154 h 449"/>
                <a:gd name="T16" fmla="*/ 1292 w 1292"/>
                <a:gd name="T17" fmla="*/ 82 h 449"/>
                <a:gd name="T18" fmla="*/ 1292 w 1292"/>
                <a:gd name="T19" fmla="*/ 82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92" h="449">
                  <a:moveTo>
                    <a:pt x="1292" y="82"/>
                  </a:moveTo>
                  <a:cubicBezTo>
                    <a:pt x="1243" y="24"/>
                    <a:pt x="1169" y="0"/>
                    <a:pt x="1100" y="12"/>
                  </a:cubicBezTo>
                  <a:cubicBezTo>
                    <a:pt x="989" y="145"/>
                    <a:pt x="822" y="229"/>
                    <a:pt x="635" y="229"/>
                  </a:cubicBezTo>
                  <a:cubicBezTo>
                    <a:pt x="456" y="229"/>
                    <a:pt x="296" y="151"/>
                    <a:pt x="185" y="28"/>
                  </a:cubicBezTo>
                  <a:cubicBezTo>
                    <a:pt x="137" y="83"/>
                    <a:pt x="73" y="126"/>
                    <a:pt x="0" y="149"/>
                  </a:cubicBezTo>
                  <a:cubicBezTo>
                    <a:pt x="151" y="332"/>
                    <a:pt x="380" y="449"/>
                    <a:pt x="635" y="449"/>
                  </a:cubicBezTo>
                  <a:cubicBezTo>
                    <a:pt x="885" y="449"/>
                    <a:pt x="1109" y="338"/>
                    <a:pt x="1260" y="162"/>
                  </a:cubicBezTo>
                  <a:cubicBezTo>
                    <a:pt x="1206" y="154"/>
                    <a:pt x="1206" y="154"/>
                    <a:pt x="1206" y="154"/>
                  </a:cubicBezTo>
                  <a:cubicBezTo>
                    <a:pt x="1292" y="82"/>
                    <a:pt x="1292" y="82"/>
                    <a:pt x="1292" y="82"/>
                  </a:cubicBezTo>
                  <a:cubicBezTo>
                    <a:pt x="1292" y="82"/>
                    <a:pt x="1292" y="82"/>
                    <a:pt x="1292" y="82"/>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31" name="Freeform 16">
              <a:extLst>
                <a:ext uri="{FF2B5EF4-FFF2-40B4-BE49-F238E27FC236}">
                  <a16:creationId xmlns:a16="http://schemas.microsoft.com/office/drawing/2014/main" id="{B6566A5B-73B5-5742-A049-03FB85CDF8CD}"/>
                </a:ext>
              </a:extLst>
            </p:cNvPr>
            <p:cNvSpPr>
              <a:spLocks/>
            </p:cNvSpPr>
            <p:nvPr/>
          </p:nvSpPr>
          <p:spPr bwMode="auto">
            <a:xfrm>
              <a:off x="6018213" y="2595562"/>
              <a:ext cx="1397000" cy="1955800"/>
            </a:xfrm>
            <a:custGeom>
              <a:avLst/>
              <a:gdLst>
                <a:gd name="T0" fmla="*/ 559 w 779"/>
                <a:gd name="T1" fmla="*/ 808 h 1091"/>
                <a:gd name="T2" fmla="*/ 531 w 779"/>
                <a:gd name="T3" fmla="*/ 993 h 1091"/>
                <a:gd name="T4" fmla="*/ 729 w 779"/>
                <a:gd name="T5" fmla="*/ 1091 h 1091"/>
                <a:gd name="T6" fmla="*/ 779 w 779"/>
                <a:gd name="T7" fmla="*/ 808 h 1091"/>
                <a:gd name="T8" fmla="*/ 110 w 779"/>
                <a:gd name="T9" fmla="*/ 0 h 1091"/>
                <a:gd name="T10" fmla="*/ 131 w 779"/>
                <a:gd name="T11" fmla="*/ 51 h 1091"/>
                <a:gd name="T12" fmla="*/ 26 w 779"/>
                <a:gd name="T13" fmla="*/ 12 h 1091"/>
                <a:gd name="T14" fmla="*/ 26 w 779"/>
                <a:gd name="T15" fmla="*/ 12 h 1091"/>
                <a:gd name="T16" fmla="*/ 60 w 779"/>
                <a:gd name="T17" fmla="*/ 214 h 1091"/>
                <a:gd name="T18" fmla="*/ 559 w 779"/>
                <a:gd name="T19" fmla="*/ 808 h 1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79" h="1091">
                  <a:moveTo>
                    <a:pt x="559" y="808"/>
                  </a:moveTo>
                  <a:cubicBezTo>
                    <a:pt x="559" y="873"/>
                    <a:pt x="549" y="935"/>
                    <a:pt x="531" y="993"/>
                  </a:cubicBezTo>
                  <a:cubicBezTo>
                    <a:pt x="603" y="1007"/>
                    <a:pt x="672" y="1040"/>
                    <a:pt x="729" y="1091"/>
                  </a:cubicBezTo>
                  <a:cubicBezTo>
                    <a:pt x="761" y="1003"/>
                    <a:pt x="779" y="908"/>
                    <a:pt x="779" y="808"/>
                  </a:cubicBezTo>
                  <a:cubicBezTo>
                    <a:pt x="779" y="407"/>
                    <a:pt x="491" y="72"/>
                    <a:pt x="110" y="0"/>
                  </a:cubicBezTo>
                  <a:cubicBezTo>
                    <a:pt x="131" y="51"/>
                    <a:pt x="131" y="51"/>
                    <a:pt x="131" y="51"/>
                  </a:cubicBezTo>
                  <a:cubicBezTo>
                    <a:pt x="26" y="12"/>
                    <a:pt x="26" y="12"/>
                    <a:pt x="26" y="12"/>
                  </a:cubicBezTo>
                  <a:cubicBezTo>
                    <a:pt x="26" y="12"/>
                    <a:pt x="26" y="12"/>
                    <a:pt x="26" y="12"/>
                  </a:cubicBezTo>
                  <a:cubicBezTo>
                    <a:pt x="0" y="83"/>
                    <a:pt x="15" y="159"/>
                    <a:pt x="60" y="214"/>
                  </a:cubicBezTo>
                  <a:cubicBezTo>
                    <a:pt x="344" y="263"/>
                    <a:pt x="559" y="511"/>
                    <a:pt x="559" y="80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32" name="Freeform 15">
              <a:extLst>
                <a:ext uri="{FF2B5EF4-FFF2-40B4-BE49-F238E27FC236}">
                  <a16:creationId xmlns:a16="http://schemas.microsoft.com/office/drawing/2014/main" id="{C4E41B4E-9B1A-C541-8BC8-A0EC537C1228}"/>
                </a:ext>
              </a:extLst>
            </p:cNvPr>
            <p:cNvSpPr>
              <a:spLocks/>
            </p:cNvSpPr>
            <p:nvPr/>
          </p:nvSpPr>
          <p:spPr bwMode="auto">
            <a:xfrm>
              <a:off x="5529263" y="2149475"/>
              <a:ext cx="1425575" cy="2387599"/>
            </a:xfrm>
            <a:custGeom>
              <a:avLst/>
              <a:gdLst>
                <a:gd name="T0" fmla="*/ 351 w 795"/>
                <a:gd name="T1" fmla="*/ 719 h 1332"/>
                <a:gd name="T2" fmla="*/ 351 w 795"/>
                <a:gd name="T3" fmla="*/ 719 h 1332"/>
                <a:gd name="T4" fmla="*/ 589 w 795"/>
                <a:gd name="T5" fmla="*/ 1057 h 1332"/>
                <a:gd name="T6" fmla="*/ 461 w 795"/>
                <a:gd name="T7" fmla="*/ 1332 h 1332"/>
                <a:gd name="T8" fmla="*/ 463 w 795"/>
                <a:gd name="T9" fmla="*/ 1331 h 1332"/>
                <a:gd name="T10" fmla="*/ 463 w 795"/>
                <a:gd name="T11" fmla="*/ 1331 h 1332"/>
                <a:gd name="T12" fmla="*/ 463 w 795"/>
                <a:gd name="T13" fmla="*/ 1331 h 1332"/>
                <a:gd name="T14" fmla="*/ 765 w 795"/>
                <a:gd name="T15" fmla="*/ 1237 h 1332"/>
                <a:gd name="T16" fmla="*/ 795 w 795"/>
                <a:gd name="T17" fmla="*/ 1057 h 1332"/>
                <a:gd name="T18" fmla="*/ 421 w 795"/>
                <a:gd name="T19" fmla="*/ 525 h 1332"/>
                <a:gd name="T20" fmla="*/ 422 w 795"/>
                <a:gd name="T21" fmla="*/ 525 h 1332"/>
                <a:gd name="T22" fmla="*/ 299 w 795"/>
                <a:gd name="T23" fmla="*/ 261 h 1332"/>
                <a:gd name="T24" fmla="*/ 299 w 795"/>
                <a:gd name="T25" fmla="*/ 261 h 1332"/>
                <a:gd name="T26" fmla="*/ 404 w 795"/>
                <a:gd name="T27" fmla="*/ 300 h 1332"/>
                <a:gd name="T28" fmla="*/ 284 w 795"/>
                <a:gd name="T29" fmla="*/ 0 h 1332"/>
                <a:gd name="T30" fmla="*/ 0 w 795"/>
                <a:gd name="T31" fmla="*/ 153 h 1332"/>
                <a:gd name="T32" fmla="*/ 105 w 795"/>
                <a:gd name="T33" fmla="*/ 191 h 1332"/>
                <a:gd name="T34" fmla="*/ 351 w 795"/>
                <a:gd name="T35" fmla="*/ 719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5" h="1332">
                  <a:moveTo>
                    <a:pt x="351" y="719"/>
                  </a:moveTo>
                  <a:cubicBezTo>
                    <a:pt x="351" y="719"/>
                    <a:pt x="351" y="719"/>
                    <a:pt x="351" y="719"/>
                  </a:cubicBezTo>
                  <a:cubicBezTo>
                    <a:pt x="490" y="769"/>
                    <a:pt x="589" y="902"/>
                    <a:pt x="589" y="1057"/>
                  </a:cubicBezTo>
                  <a:cubicBezTo>
                    <a:pt x="589" y="1168"/>
                    <a:pt x="539" y="1266"/>
                    <a:pt x="461" y="1332"/>
                  </a:cubicBezTo>
                  <a:cubicBezTo>
                    <a:pt x="462" y="1332"/>
                    <a:pt x="462" y="1332"/>
                    <a:pt x="463" y="1331"/>
                  </a:cubicBezTo>
                  <a:cubicBezTo>
                    <a:pt x="463" y="1331"/>
                    <a:pt x="463" y="1331"/>
                    <a:pt x="463" y="1331"/>
                  </a:cubicBezTo>
                  <a:cubicBezTo>
                    <a:pt x="463" y="1331"/>
                    <a:pt x="463" y="1331"/>
                    <a:pt x="463" y="1331"/>
                  </a:cubicBezTo>
                  <a:cubicBezTo>
                    <a:pt x="550" y="1258"/>
                    <a:pt x="660" y="1227"/>
                    <a:pt x="765" y="1237"/>
                  </a:cubicBezTo>
                  <a:cubicBezTo>
                    <a:pt x="784" y="1180"/>
                    <a:pt x="795" y="1120"/>
                    <a:pt x="795" y="1057"/>
                  </a:cubicBezTo>
                  <a:cubicBezTo>
                    <a:pt x="795" y="813"/>
                    <a:pt x="639" y="604"/>
                    <a:pt x="421" y="525"/>
                  </a:cubicBezTo>
                  <a:cubicBezTo>
                    <a:pt x="422" y="525"/>
                    <a:pt x="422" y="525"/>
                    <a:pt x="422" y="525"/>
                  </a:cubicBezTo>
                  <a:cubicBezTo>
                    <a:pt x="315" y="486"/>
                    <a:pt x="260" y="368"/>
                    <a:pt x="299" y="261"/>
                  </a:cubicBezTo>
                  <a:cubicBezTo>
                    <a:pt x="299" y="261"/>
                    <a:pt x="299" y="261"/>
                    <a:pt x="299" y="261"/>
                  </a:cubicBezTo>
                  <a:cubicBezTo>
                    <a:pt x="404" y="300"/>
                    <a:pt x="404" y="300"/>
                    <a:pt x="404" y="300"/>
                  </a:cubicBezTo>
                  <a:cubicBezTo>
                    <a:pt x="284" y="0"/>
                    <a:pt x="284" y="0"/>
                    <a:pt x="284" y="0"/>
                  </a:cubicBezTo>
                  <a:cubicBezTo>
                    <a:pt x="0" y="153"/>
                    <a:pt x="0" y="153"/>
                    <a:pt x="0" y="153"/>
                  </a:cubicBezTo>
                  <a:cubicBezTo>
                    <a:pt x="105" y="191"/>
                    <a:pt x="105" y="191"/>
                    <a:pt x="105" y="191"/>
                  </a:cubicBezTo>
                  <a:cubicBezTo>
                    <a:pt x="27" y="405"/>
                    <a:pt x="138" y="641"/>
                    <a:pt x="351" y="719"/>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grpSp>
      <p:sp>
        <p:nvSpPr>
          <p:cNvPr id="33" name="Marcador de texto 45">
            <a:extLst>
              <a:ext uri="{FF2B5EF4-FFF2-40B4-BE49-F238E27FC236}">
                <a16:creationId xmlns:a16="http://schemas.microsoft.com/office/drawing/2014/main" id="{BD1C5035-FBF3-634D-9581-15D5C288EB04}"/>
              </a:ext>
            </a:extLst>
          </p:cNvPr>
          <p:cNvSpPr>
            <a:spLocks noGrp="1"/>
          </p:cNvSpPr>
          <p:nvPr>
            <p:ph type="body" sz="quarter" idx="20" hasCustomPrompt="1"/>
          </p:nvPr>
        </p:nvSpPr>
        <p:spPr>
          <a:xfrm>
            <a:off x="1790994" y="2059576"/>
            <a:ext cx="1706618" cy="243632"/>
          </a:xfrm>
          <a:prstGeom prst="rect">
            <a:avLst/>
          </a:prstGeom>
        </p:spPr>
        <p:txBody>
          <a:bodyPr lIns="0" tIns="0" rIns="0" bIns="0" anchor="t"/>
          <a:lstStyle>
            <a:lvl1pPr marL="0" indent="0" algn="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4" name="Marcador de texto 45">
            <a:extLst>
              <a:ext uri="{FF2B5EF4-FFF2-40B4-BE49-F238E27FC236}">
                <a16:creationId xmlns:a16="http://schemas.microsoft.com/office/drawing/2014/main" id="{B39FA66B-306A-0648-A265-B46B6882F15F}"/>
              </a:ext>
            </a:extLst>
          </p:cNvPr>
          <p:cNvSpPr>
            <a:spLocks noGrp="1"/>
          </p:cNvSpPr>
          <p:nvPr>
            <p:ph type="body" sz="quarter" idx="21" hasCustomPrompt="1"/>
          </p:nvPr>
        </p:nvSpPr>
        <p:spPr>
          <a:xfrm>
            <a:off x="1786118" y="2394203"/>
            <a:ext cx="1716370" cy="461665"/>
          </a:xfrm>
          <a:prstGeom prst="rect">
            <a:avLst/>
          </a:prstGeom>
        </p:spPr>
        <p:txBody>
          <a:bodyPr wrap="square" lIns="0" tIns="0" rIns="0" bIns="0" anchor="t">
            <a:spAutoFit/>
          </a:bodyPr>
          <a:lstStyle>
            <a:lvl1pPr marL="0" indent="0" algn="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35" name="Elipse 34">
            <a:extLst>
              <a:ext uri="{FF2B5EF4-FFF2-40B4-BE49-F238E27FC236}">
                <a16:creationId xmlns:a16="http://schemas.microsoft.com/office/drawing/2014/main" id="{78EF11C5-5696-8047-B21D-5DEC1DCFAF2D}"/>
              </a:ext>
            </a:extLst>
          </p:cNvPr>
          <p:cNvSpPr/>
          <p:nvPr userDrawn="1"/>
        </p:nvSpPr>
        <p:spPr>
          <a:xfrm>
            <a:off x="3846027" y="1772517"/>
            <a:ext cx="1316259" cy="1316174"/>
          </a:xfrm>
          <a:prstGeom prst="ellipse">
            <a:avLst/>
          </a:pr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36" name="Marcador de texto 45">
            <a:extLst>
              <a:ext uri="{FF2B5EF4-FFF2-40B4-BE49-F238E27FC236}">
                <a16:creationId xmlns:a16="http://schemas.microsoft.com/office/drawing/2014/main" id="{E7BDE133-ABEF-834D-BA78-A3510A5DEE8F}"/>
              </a:ext>
            </a:extLst>
          </p:cNvPr>
          <p:cNvSpPr>
            <a:spLocks noGrp="1"/>
          </p:cNvSpPr>
          <p:nvPr>
            <p:ph type="body" sz="quarter" idx="19" hasCustomPrompt="1"/>
          </p:nvPr>
        </p:nvSpPr>
        <p:spPr>
          <a:xfrm>
            <a:off x="4088056" y="2110928"/>
            <a:ext cx="832201" cy="664798"/>
          </a:xfrm>
          <a:prstGeom prst="rect">
            <a:avLst/>
          </a:prstGeom>
        </p:spPr>
        <p:txBody>
          <a:bodyPr wrap="square" lIns="0" tIns="0" rIns="0" bIns="0" anchor="ctr">
            <a:spAutoFit/>
          </a:bodyPr>
          <a:lstStyle>
            <a:lvl1pPr marL="0" indent="0" algn="ctr">
              <a:buNone/>
              <a:defRPr sz="48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37" name="Elipse 36">
            <a:extLst>
              <a:ext uri="{FF2B5EF4-FFF2-40B4-BE49-F238E27FC236}">
                <a16:creationId xmlns:a16="http://schemas.microsoft.com/office/drawing/2014/main" id="{0269DCED-3455-3447-A33C-A24503E9317F}"/>
              </a:ext>
            </a:extLst>
          </p:cNvPr>
          <p:cNvSpPr/>
          <p:nvPr userDrawn="1"/>
        </p:nvSpPr>
        <p:spPr>
          <a:xfrm>
            <a:off x="8146280" y="3506175"/>
            <a:ext cx="1316259" cy="1316174"/>
          </a:xfrm>
          <a:prstGeom prst="ellipse">
            <a:avLst/>
          </a:prstGeom>
          <a:solidFill>
            <a:schemeClr val="tx2"/>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38" name="Marcador de texto 45">
            <a:extLst>
              <a:ext uri="{FF2B5EF4-FFF2-40B4-BE49-F238E27FC236}">
                <a16:creationId xmlns:a16="http://schemas.microsoft.com/office/drawing/2014/main" id="{8545B1D5-E41A-214B-BB34-E0D4C52AD6A1}"/>
              </a:ext>
            </a:extLst>
          </p:cNvPr>
          <p:cNvSpPr>
            <a:spLocks noGrp="1"/>
          </p:cNvSpPr>
          <p:nvPr>
            <p:ph type="body" sz="quarter" idx="22" hasCustomPrompt="1"/>
          </p:nvPr>
        </p:nvSpPr>
        <p:spPr>
          <a:xfrm>
            <a:off x="8388309" y="3844586"/>
            <a:ext cx="832201" cy="664798"/>
          </a:xfrm>
          <a:prstGeom prst="rect">
            <a:avLst/>
          </a:prstGeom>
        </p:spPr>
        <p:txBody>
          <a:bodyPr wrap="square" lIns="0" tIns="0" rIns="0" bIns="0" anchor="ctr">
            <a:spAutoFit/>
          </a:bodyPr>
          <a:lstStyle>
            <a:lvl1pPr marL="0" indent="0" algn="ctr">
              <a:buNone/>
              <a:defRPr sz="48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39" name="Marcador de texto 45">
            <a:extLst>
              <a:ext uri="{FF2B5EF4-FFF2-40B4-BE49-F238E27FC236}">
                <a16:creationId xmlns:a16="http://schemas.microsoft.com/office/drawing/2014/main" id="{FA0AD535-29CE-8642-8CFD-B451C2B6B908}"/>
              </a:ext>
            </a:extLst>
          </p:cNvPr>
          <p:cNvSpPr>
            <a:spLocks noGrp="1"/>
          </p:cNvSpPr>
          <p:nvPr>
            <p:ph type="body" sz="quarter" idx="23" hasCustomPrompt="1"/>
          </p:nvPr>
        </p:nvSpPr>
        <p:spPr>
          <a:xfrm>
            <a:off x="1790994" y="3553096"/>
            <a:ext cx="1706618" cy="243632"/>
          </a:xfrm>
          <a:prstGeom prst="rect">
            <a:avLst/>
          </a:prstGeom>
        </p:spPr>
        <p:txBody>
          <a:bodyPr lIns="0" tIns="0" rIns="0" bIns="0" anchor="t"/>
          <a:lstStyle>
            <a:lvl1pPr marL="0" indent="0" algn="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0" name="Marcador de texto 45">
            <a:extLst>
              <a:ext uri="{FF2B5EF4-FFF2-40B4-BE49-F238E27FC236}">
                <a16:creationId xmlns:a16="http://schemas.microsoft.com/office/drawing/2014/main" id="{9926E3E8-A432-6C47-BCB3-E12160D2B720}"/>
              </a:ext>
            </a:extLst>
          </p:cNvPr>
          <p:cNvSpPr>
            <a:spLocks noGrp="1"/>
          </p:cNvSpPr>
          <p:nvPr>
            <p:ph type="body" sz="quarter" idx="24" hasCustomPrompt="1"/>
          </p:nvPr>
        </p:nvSpPr>
        <p:spPr>
          <a:xfrm>
            <a:off x="1786118" y="3887723"/>
            <a:ext cx="1716370" cy="461665"/>
          </a:xfrm>
          <a:prstGeom prst="rect">
            <a:avLst/>
          </a:prstGeom>
        </p:spPr>
        <p:txBody>
          <a:bodyPr wrap="square" lIns="0" tIns="0" rIns="0" bIns="0" anchor="t">
            <a:spAutoFit/>
          </a:bodyPr>
          <a:lstStyle>
            <a:lvl1pPr marL="0" indent="0" algn="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41" name="Elipse 40">
            <a:extLst>
              <a:ext uri="{FF2B5EF4-FFF2-40B4-BE49-F238E27FC236}">
                <a16:creationId xmlns:a16="http://schemas.microsoft.com/office/drawing/2014/main" id="{34F74893-1F81-7149-AEE2-974375DE9E86}"/>
              </a:ext>
            </a:extLst>
          </p:cNvPr>
          <p:cNvSpPr/>
          <p:nvPr userDrawn="1"/>
        </p:nvSpPr>
        <p:spPr>
          <a:xfrm>
            <a:off x="3846027" y="3266036"/>
            <a:ext cx="1316259" cy="1316174"/>
          </a:xfrm>
          <a:prstGeom prst="ellipse">
            <a:avLst/>
          </a:prstGeom>
          <a:solidFill>
            <a:schemeClr val="accent2"/>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42" name="Marcador de texto 45">
            <a:extLst>
              <a:ext uri="{FF2B5EF4-FFF2-40B4-BE49-F238E27FC236}">
                <a16:creationId xmlns:a16="http://schemas.microsoft.com/office/drawing/2014/main" id="{5CEBE5A6-999D-5843-9937-086856543F20}"/>
              </a:ext>
            </a:extLst>
          </p:cNvPr>
          <p:cNvSpPr>
            <a:spLocks noGrp="1"/>
          </p:cNvSpPr>
          <p:nvPr>
            <p:ph type="body" sz="quarter" idx="25" hasCustomPrompt="1"/>
          </p:nvPr>
        </p:nvSpPr>
        <p:spPr>
          <a:xfrm>
            <a:off x="4088056" y="3604447"/>
            <a:ext cx="832201" cy="664798"/>
          </a:xfrm>
          <a:prstGeom prst="rect">
            <a:avLst/>
          </a:prstGeom>
        </p:spPr>
        <p:txBody>
          <a:bodyPr wrap="square" lIns="0" tIns="0" rIns="0" bIns="0" anchor="ctr">
            <a:spAutoFit/>
          </a:bodyPr>
          <a:lstStyle>
            <a:lvl1pPr marL="0" indent="0" algn="ctr">
              <a:buNone/>
              <a:defRPr sz="48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44" name="Marcador de texto 45">
            <a:extLst>
              <a:ext uri="{FF2B5EF4-FFF2-40B4-BE49-F238E27FC236}">
                <a16:creationId xmlns:a16="http://schemas.microsoft.com/office/drawing/2014/main" id="{E66CF2CC-3C60-F145-BE73-FCFD339FBC09}"/>
              </a:ext>
            </a:extLst>
          </p:cNvPr>
          <p:cNvSpPr>
            <a:spLocks noGrp="1"/>
          </p:cNvSpPr>
          <p:nvPr>
            <p:ph type="body" sz="quarter" idx="26" hasCustomPrompt="1"/>
          </p:nvPr>
        </p:nvSpPr>
        <p:spPr>
          <a:xfrm>
            <a:off x="1790994" y="5054025"/>
            <a:ext cx="1706618" cy="243632"/>
          </a:xfrm>
          <a:prstGeom prst="rect">
            <a:avLst/>
          </a:prstGeom>
        </p:spPr>
        <p:txBody>
          <a:bodyPr lIns="0" tIns="0" rIns="0" bIns="0" anchor="t"/>
          <a:lstStyle>
            <a:lvl1pPr marL="0" indent="0" algn="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6" name="Marcador de texto 45">
            <a:extLst>
              <a:ext uri="{FF2B5EF4-FFF2-40B4-BE49-F238E27FC236}">
                <a16:creationId xmlns:a16="http://schemas.microsoft.com/office/drawing/2014/main" id="{C6EF8FA5-1E50-A247-8837-645091C94442}"/>
              </a:ext>
            </a:extLst>
          </p:cNvPr>
          <p:cNvSpPr>
            <a:spLocks noGrp="1"/>
          </p:cNvSpPr>
          <p:nvPr>
            <p:ph type="body" sz="quarter" idx="27" hasCustomPrompt="1"/>
          </p:nvPr>
        </p:nvSpPr>
        <p:spPr>
          <a:xfrm>
            <a:off x="1786118" y="5388652"/>
            <a:ext cx="1716370" cy="461665"/>
          </a:xfrm>
          <a:prstGeom prst="rect">
            <a:avLst/>
          </a:prstGeom>
        </p:spPr>
        <p:txBody>
          <a:bodyPr wrap="square" lIns="0" tIns="0" rIns="0" bIns="0" anchor="t">
            <a:spAutoFit/>
          </a:bodyPr>
          <a:lstStyle>
            <a:lvl1pPr marL="0" indent="0" algn="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47" name="Elipse 46">
            <a:extLst>
              <a:ext uri="{FF2B5EF4-FFF2-40B4-BE49-F238E27FC236}">
                <a16:creationId xmlns:a16="http://schemas.microsoft.com/office/drawing/2014/main" id="{2C41F8EC-3C9C-2A48-BEF5-2A4E50CD95E8}"/>
              </a:ext>
            </a:extLst>
          </p:cNvPr>
          <p:cNvSpPr/>
          <p:nvPr userDrawn="1"/>
        </p:nvSpPr>
        <p:spPr>
          <a:xfrm>
            <a:off x="3846027" y="4766965"/>
            <a:ext cx="1316259" cy="1316174"/>
          </a:xfrm>
          <a:prstGeom prst="ellipse">
            <a:avLst/>
          </a:prstGeom>
          <a:solidFill>
            <a:schemeClr val="accent3"/>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48" name="Marcador de texto 45">
            <a:extLst>
              <a:ext uri="{FF2B5EF4-FFF2-40B4-BE49-F238E27FC236}">
                <a16:creationId xmlns:a16="http://schemas.microsoft.com/office/drawing/2014/main" id="{1B28DAE6-9B6F-A546-B6A8-1AAB3EFE5E4C}"/>
              </a:ext>
            </a:extLst>
          </p:cNvPr>
          <p:cNvSpPr>
            <a:spLocks noGrp="1"/>
          </p:cNvSpPr>
          <p:nvPr>
            <p:ph type="body" sz="quarter" idx="28" hasCustomPrompt="1"/>
          </p:nvPr>
        </p:nvSpPr>
        <p:spPr>
          <a:xfrm>
            <a:off x="4088056" y="5105376"/>
            <a:ext cx="832201" cy="664798"/>
          </a:xfrm>
          <a:prstGeom prst="rect">
            <a:avLst/>
          </a:prstGeom>
        </p:spPr>
        <p:txBody>
          <a:bodyPr wrap="square" lIns="0" tIns="0" rIns="0" bIns="0" anchor="ctr">
            <a:spAutoFit/>
          </a:bodyPr>
          <a:lstStyle>
            <a:lvl1pPr marL="0" indent="0" algn="ctr">
              <a:buNone/>
              <a:defRPr sz="48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43" name="Line">
            <a:extLst>
              <a:ext uri="{FF2B5EF4-FFF2-40B4-BE49-F238E27FC236}">
                <a16:creationId xmlns:a16="http://schemas.microsoft.com/office/drawing/2014/main" id="{7E9C6F20-09A7-C74A-9D8F-4F656BFAC8D1}"/>
              </a:ext>
            </a:extLst>
          </p:cNvPr>
          <p:cNvSpPr/>
          <p:nvPr userDrawn="1"/>
        </p:nvSpPr>
        <p:spPr>
          <a:xfrm>
            <a:off x="368284" y="1448780"/>
            <a:ext cx="855475" cy="0"/>
          </a:xfrm>
          <a:prstGeom prst="line">
            <a:avLst/>
          </a:prstGeom>
          <a:ln w="63500">
            <a:solidFill>
              <a:schemeClr val="accent3"/>
            </a:solidFill>
          </a:ln>
        </p:spPr>
        <p:txBody>
          <a:bodyPr lIns="60960" tIns="60960" rIns="60960" bIns="60960"/>
          <a:lstStyle/>
          <a:p>
            <a:endParaRPr sz="900">
              <a:latin typeface="Century Gothic" panose="020B0502020202020204" pitchFamily="34" charset="0"/>
            </a:endParaRPr>
          </a:p>
        </p:txBody>
      </p:sp>
      <p:sp>
        <p:nvSpPr>
          <p:cNvPr id="50" name="Marcador de texto 15">
            <a:extLst>
              <a:ext uri="{FF2B5EF4-FFF2-40B4-BE49-F238E27FC236}">
                <a16:creationId xmlns:a16="http://schemas.microsoft.com/office/drawing/2014/main" id="{505D1D53-155C-6749-B2AE-C1BBE49CDF91}"/>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51" name="Slide Number Placeholder 5">
            <a:extLst>
              <a:ext uri="{FF2B5EF4-FFF2-40B4-BE49-F238E27FC236}">
                <a16:creationId xmlns:a16="http://schemas.microsoft.com/office/drawing/2014/main" id="{D62194B1-C89E-8149-80E8-A78E53815062}"/>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38964668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Grafico No. 0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grpSp>
        <p:nvGrpSpPr>
          <p:cNvPr id="12" name="Group 3">
            <a:extLst>
              <a:ext uri="{FF2B5EF4-FFF2-40B4-BE49-F238E27FC236}">
                <a16:creationId xmlns:a16="http://schemas.microsoft.com/office/drawing/2014/main" id="{26F2310C-6D23-CF49-91C9-3D2A0893CA67}"/>
              </a:ext>
            </a:extLst>
          </p:cNvPr>
          <p:cNvGrpSpPr/>
          <p:nvPr userDrawn="1"/>
        </p:nvGrpSpPr>
        <p:grpSpPr>
          <a:xfrm rot="2700000">
            <a:off x="4051167" y="1839995"/>
            <a:ext cx="4089667" cy="4091123"/>
            <a:chOff x="3425237" y="1401762"/>
            <a:chExt cx="5454651" cy="5456238"/>
          </a:xfrm>
        </p:grpSpPr>
        <p:sp>
          <p:nvSpPr>
            <p:cNvPr id="13" name="Freeform 5">
              <a:extLst>
                <a:ext uri="{FF2B5EF4-FFF2-40B4-BE49-F238E27FC236}">
                  <a16:creationId xmlns:a16="http://schemas.microsoft.com/office/drawing/2014/main" id="{30AF1724-367E-7242-B380-AB4F53EC6E2B}"/>
                </a:ext>
              </a:extLst>
            </p:cNvPr>
            <p:cNvSpPr>
              <a:spLocks/>
            </p:cNvSpPr>
            <p:nvPr/>
          </p:nvSpPr>
          <p:spPr bwMode="auto">
            <a:xfrm>
              <a:off x="4896850" y="3427412"/>
              <a:ext cx="1951038" cy="3430588"/>
            </a:xfrm>
            <a:custGeom>
              <a:avLst/>
              <a:gdLst>
                <a:gd name="T0" fmla="*/ 998 w 1162"/>
                <a:gd name="T1" fmla="*/ 1386 h 2044"/>
                <a:gd name="T2" fmla="*/ 878 w 1162"/>
                <a:gd name="T3" fmla="*/ 1378 h 2044"/>
                <a:gd name="T4" fmla="*/ 119 w 1162"/>
                <a:gd name="T5" fmla="*/ 508 h 2044"/>
                <a:gd name="T6" fmla="*/ 173 w 1162"/>
                <a:gd name="T7" fmla="*/ 204 h 2044"/>
                <a:gd name="T8" fmla="*/ 263 w 1162"/>
                <a:gd name="T9" fmla="*/ 321 h 2044"/>
                <a:gd name="T10" fmla="*/ 282 w 1162"/>
                <a:gd name="T11" fmla="*/ 0 h 2044"/>
                <a:gd name="T12" fmla="*/ 0 w 1162"/>
                <a:gd name="T13" fmla="*/ 153 h 2044"/>
                <a:gd name="T14" fmla="*/ 141 w 1162"/>
                <a:gd name="T15" fmla="*/ 184 h 2044"/>
                <a:gd name="T16" fmla="*/ 24 w 1162"/>
                <a:gd name="T17" fmla="*/ 622 h 2044"/>
                <a:gd name="T18" fmla="*/ 337 w 1162"/>
                <a:gd name="T19" fmla="*/ 1295 h 2044"/>
                <a:gd name="T20" fmla="*/ 333 w 1162"/>
                <a:gd name="T21" fmla="*/ 1293 h 2044"/>
                <a:gd name="T22" fmla="*/ 333 w 1162"/>
                <a:gd name="T23" fmla="*/ 2044 h 2044"/>
                <a:gd name="T24" fmla="*/ 1162 w 1162"/>
                <a:gd name="T25" fmla="*/ 2044 h 2044"/>
                <a:gd name="T26" fmla="*/ 1162 w 1162"/>
                <a:gd name="T27" fmla="*/ 1462 h 2044"/>
                <a:gd name="T28" fmla="*/ 1162 w 1162"/>
                <a:gd name="T29" fmla="*/ 1370 h 2044"/>
                <a:gd name="T30" fmla="*/ 998 w 1162"/>
                <a:gd name="T31" fmla="*/ 1386 h 20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62" h="2044">
                  <a:moveTo>
                    <a:pt x="998" y="1386"/>
                  </a:moveTo>
                  <a:cubicBezTo>
                    <a:pt x="957" y="1386"/>
                    <a:pt x="917" y="1383"/>
                    <a:pt x="878" y="1378"/>
                  </a:cubicBezTo>
                  <a:cubicBezTo>
                    <a:pt x="449" y="1319"/>
                    <a:pt x="119" y="952"/>
                    <a:pt x="119" y="508"/>
                  </a:cubicBezTo>
                  <a:cubicBezTo>
                    <a:pt x="119" y="401"/>
                    <a:pt x="138" y="299"/>
                    <a:pt x="173" y="204"/>
                  </a:cubicBezTo>
                  <a:cubicBezTo>
                    <a:pt x="263" y="321"/>
                    <a:pt x="263" y="321"/>
                    <a:pt x="263" y="321"/>
                  </a:cubicBezTo>
                  <a:cubicBezTo>
                    <a:pt x="249" y="226"/>
                    <a:pt x="261" y="97"/>
                    <a:pt x="282" y="0"/>
                  </a:cubicBezTo>
                  <a:cubicBezTo>
                    <a:pt x="203" y="60"/>
                    <a:pt x="91" y="126"/>
                    <a:pt x="0" y="153"/>
                  </a:cubicBezTo>
                  <a:cubicBezTo>
                    <a:pt x="141" y="184"/>
                    <a:pt x="141" y="184"/>
                    <a:pt x="141" y="184"/>
                  </a:cubicBezTo>
                  <a:cubicBezTo>
                    <a:pt x="66" y="313"/>
                    <a:pt x="24" y="463"/>
                    <a:pt x="24" y="622"/>
                  </a:cubicBezTo>
                  <a:cubicBezTo>
                    <a:pt x="24" y="892"/>
                    <a:pt x="145" y="1134"/>
                    <a:pt x="337" y="1295"/>
                  </a:cubicBezTo>
                  <a:cubicBezTo>
                    <a:pt x="336" y="1294"/>
                    <a:pt x="334" y="1294"/>
                    <a:pt x="333" y="1293"/>
                  </a:cubicBezTo>
                  <a:cubicBezTo>
                    <a:pt x="333" y="2044"/>
                    <a:pt x="333" y="2044"/>
                    <a:pt x="333" y="2044"/>
                  </a:cubicBezTo>
                  <a:cubicBezTo>
                    <a:pt x="1162" y="2044"/>
                    <a:pt x="1162" y="2044"/>
                    <a:pt x="1162" y="2044"/>
                  </a:cubicBezTo>
                  <a:cubicBezTo>
                    <a:pt x="1162" y="1462"/>
                    <a:pt x="1162" y="1462"/>
                    <a:pt x="1162" y="1462"/>
                  </a:cubicBezTo>
                  <a:cubicBezTo>
                    <a:pt x="1162" y="1370"/>
                    <a:pt x="1162" y="1370"/>
                    <a:pt x="1162" y="1370"/>
                  </a:cubicBezTo>
                  <a:cubicBezTo>
                    <a:pt x="1109" y="1381"/>
                    <a:pt x="1054" y="1386"/>
                    <a:pt x="998" y="138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14" name="Freeform 6">
              <a:extLst>
                <a:ext uri="{FF2B5EF4-FFF2-40B4-BE49-F238E27FC236}">
                  <a16:creationId xmlns:a16="http://schemas.microsoft.com/office/drawing/2014/main" id="{86BFC80A-0949-E844-814B-71D65403C2AA}"/>
                </a:ext>
              </a:extLst>
            </p:cNvPr>
            <p:cNvSpPr>
              <a:spLocks/>
            </p:cNvSpPr>
            <p:nvPr/>
          </p:nvSpPr>
          <p:spPr bwMode="auto">
            <a:xfrm>
              <a:off x="5455650" y="1401762"/>
              <a:ext cx="1952625" cy="3432175"/>
            </a:xfrm>
            <a:custGeom>
              <a:avLst/>
              <a:gdLst>
                <a:gd name="T0" fmla="*/ 165 w 1163"/>
                <a:gd name="T1" fmla="*/ 659 h 2045"/>
                <a:gd name="T2" fmla="*/ 285 w 1163"/>
                <a:gd name="T3" fmla="*/ 667 h 2045"/>
                <a:gd name="T4" fmla="*/ 1043 w 1163"/>
                <a:gd name="T5" fmla="*/ 1537 h 2045"/>
                <a:gd name="T6" fmla="*/ 989 w 1163"/>
                <a:gd name="T7" fmla="*/ 1841 h 2045"/>
                <a:gd name="T8" fmla="*/ 900 w 1163"/>
                <a:gd name="T9" fmla="*/ 1724 h 2045"/>
                <a:gd name="T10" fmla="*/ 881 w 1163"/>
                <a:gd name="T11" fmla="*/ 2045 h 2045"/>
                <a:gd name="T12" fmla="*/ 1163 w 1163"/>
                <a:gd name="T13" fmla="*/ 1892 h 2045"/>
                <a:gd name="T14" fmla="*/ 1022 w 1163"/>
                <a:gd name="T15" fmla="*/ 1860 h 2045"/>
                <a:gd name="T16" fmla="*/ 1139 w 1163"/>
                <a:gd name="T17" fmla="*/ 1422 h 2045"/>
                <a:gd name="T18" fmla="*/ 826 w 1163"/>
                <a:gd name="T19" fmla="*/ 750 h 2045"/>
                <a:gd name="T20" fmla="*/ 829 w 1163"/>
                <a:gd name="T21" fmla="*/ 752 h 2045"/>
                <a:gd name="T22" fmla="*/ 829 w 1163"/>
                <a:gd name="T23" fmla="*/ 0 h 2045"/>
                <a:gd name="T24" fmla="*/ 0 w 1163"/>
                <a:gd name="T25" fmla="*/ 0 h 2045"/>
                <a:gd name="T26" fmla="*/ 0 w 1163"/>
                <a:gd name="T27" fmla="*/ 583 h 2045"/>
                <a:gd name="T28" fmla="*/ 0 w 1163"/>
                <a:gd name="T29" fmla="*/ 674 h 2045"/>
                <a:gd name="T30" fmla="*/ 165 w 1163"/>
                <a:gd name="T31" fmla="*/ 659 h 20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63" h="2045">
                  <a:moveTo>
                    <a:pt x="165" y="659"/>
                  </a:moveTo>
                  <a:cubicBezTo>
                    <a:pt x="206" y="659"/>
                    <a:pt x="246" y="662"/>
                    <a:pt x="285" y="667"/>
                  </a:cubicBezTo>
                  <a:cubicBezTo>
                    <a:pt x="713" y="726"/>
                    <a:pt x="1043" y="1093"/>
                    <a:pt x="1043" y="1537"/>
                  </a:cubicBezTo>
                  <a:cubicBezTo>
                    <a:pt x="1043" y="1644"/>
                    <a:pt x="1024" y="1746"/>
                    <a:pt x="989" y="1841"/>
                  </a:cubicBezTo>
                  <a:cubicBezTo>
                    <a:pt x="900" y="1724"/>
                    <a:pt x="900" y="1724"/>
                    <a:pt x="900" y="1724"/>
                  </a:cubicBezTo>
                  <a:cubicBezTo>
                    <a:pt x="914" y="1818"/>
                    <a:pt x="902" y="1948"/>
                    <a:pt x="881" y="2045"/>
                  </a:cubicBezTo>
                  <a:cubicBezTo>
                    <a:pt x="960" y="1985"/>
                    <a:pt x="1072" y="1919"/>
                    <a:pt x="1163" y="1892"/>
                  </a:cubicBezTo>
                  <a:cubicBezTo>
                    <a:pt x="1022" y="1860"/>
                    <a:pt x="1022" y="1860"/>
                    <a:pt x="1022" y="1860"/>
                  </a:cubicBezTo>
                  <a:cubicBezTo>
                    <a:pt x="1096" y="1731"/>
                    <a:pt x="1139" y="1582"/>
                    <a:pt x="1139" y="1422"/>
                  </a:cubicBezTo>
                  <a:cubicBezTo>
                    <a:pt x="1139" y="1152"/>
                    <a:pt x="1017" y="911"/>
                    <a:pt x="826" y="750"/>
                  </a:cubicBezTo>
                  <a:cubicBezTo>
                    <a:pt x="827" y="750"/>
                    <a:pt x="828" y="751"/>
                    <a:pt x="829" y="752"/>
                  </a:cubicBezTo>
                  <a:cubicBezTo>
                    <a:pt x="829" y="0"/>
                    <a:pt x="829" y="0"/>
                    <a:pt x="829" y="0"/>
                  </a:cubicBezTo>
                  <a:cubicBezTo>
                    <a:pt x="0" y="0"/>
                    <a:pt x="0" y="0"/>
                    <a:pt x="0" y="0"/>
                  </a:cubicBezTo>
                  <a:cubicBezTo>
                    <a:pt x="0" y="583"/>
                    <a:pt x="0" y="583"/>
                    <a:pt x="0" y="583"/>
                  </a:cubicBezTo>
                  <a:cubicBezTo>
                    <a:pt x="0" y="674"/>
                    <a:pt x="0" y="674"/>
                    <a:pt x="0" y="674"/>
                  </a:cubicBezTo>
                  <a:cubicBezTo>
                    <a:pt x="54" y="664"/>
                    <a:pt x="109" y="659"/>
                    <a:pt x="165" y="65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15" name="Freeform 7">
              <a:extLst>
                <a:ext uri="{FF2B5EF4-FFF2-40B4-BE49-F238E27FC236}">
                  <a16:creationId xmlns:a16="http://schemas.microsoft.com/office/drawing/2014/main" id="{2FD2E98C-4973-4546-B2ED-CE095FE26F09}"/>
                </a:ext>
              </a:extLst>
            </p:cNvPr>
            <p:cNvSpPr>
              <a:spLocks/>
            </p:cNvSpPr>
            <p:nvPr/>
          </p:nvSpPr>
          <p:spPr bwMode="auto">
            <a:xfrm>
              <a:off x="3425237" y="2874962"/>
              <a:ext cx="3430588" cy="1952625"/>
            </a:xfrm>
            <a:custGeom>
              <a:avLst/>
              <a:gdLst>
                <a:gd name="T0" fmla="*/ 658 w 2044"/>
                <a:gd name="T1" fmla="*/ 998 h 1163"/>
                <a:gd name="T2" fmla="*/ 666 w 2044"/>
                <a:gd name="T3" fmla="*/ 878 h 1163"/>
                <a:gd name="T4" fmla="*/ 1536 w 2044"/>
                <a:gd name="T5" fmla="*/ 119 h 1163"/>
                <a:gd name="T6" fmla="*/ 1840 w 2044"/>
                <a:gd name="T7" fmla="*/ 173 h 1163"/>
                <a:gd name="T8" fmla="*/ 1723 w 2044"/>
                <a:gd name="T9" fmla="*/ 263 h 1163"/>
                <a:gd name="T10" fmla="*/ 2044 w 2044"/>
                <a:gd name="T11" fmla="*/ 282 h 1163"/>
                <a:gd name="T12" fmla="*/ 1891 w 2044"/>
                <a:gd name="T13" fmla="*/ 0 h 1163"/>
                <a:gd name="T14" fmla="*/ 1860 w 2044"/>
                <a:gd name="T15" fmla="*/ 141 h 1163"/>
                <a:gd name="T16" fmla="*/ 1421 w 2044"/>
                <a:gd name="T17" fmla="*/ 24 h 1163"/>
                <a:gd name="T18" fmla="*/ 749 w 2044"/>
                <a:gd name="T19" fmla="*/ 337 h 1163"/>
                <a:gd name="T20" fmla="*/ 751 w 2044"/>
                <a:gd name="T21" fmla="*/ 333 h 1163"/>
                <a:gd name="T22" fmla="*/ 0 w 2044"/>
                <a:gd name="T23" fmla="*/ 333 h 1163"/>
                <a:gd name="T24" fmla="*/ 0 w 2044"/>
                <a:gd name="T25" fmla="*/ 1163 h 1163"/>
                <a:gd name="T26" fmla="*/ 582 w 2044"/>
                <a:gd name="T27" fmla="*/ 1163 h 1163"/>
                <a:gd name="T28" fmla="*/ 673 w 2044"/>
                <a:gd name="T29" fmla="*/ 1163 h 1163"/>
                <a:gd name="T30" fmla="*/ 658 w 2044"/>
                <a:gd name="T31" fmla="*/ 998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44" h="1163">
                  <a:moveTo>
                    <a:pt x="658" y="998"/>
                  </a:moveTo>
                  <a:cubicBezTo>
                    <a:pt x="658" y="957"/>
                    <a:pt x="661" y="917"/>
                    <a:pt x="666" y="878"/>
                  </a:cubicBezTo>
                  <a:cubicBezTo>
                    <a:pt x="725" y="449"/>
                    <a:pt x="1092" y="119"/>
                    <a:pt x="1536" y="119"/>
                  </a:cubicBezTo>
                  <a:cubicBezTo>
                    <a:pt x="1643" y="119"/>
                    <a:pt x="1745" y="138"/>
                    <a:pt x="1840" y="173"/>
                  </a:cubicBezTo>
                  <a:cubicBezTo>
                    <a:pt x="1723" y="263"/>
                    <a:pt x="1723" y="263"/>
                    <a:pt x="1723" y="263"/>
                  </a:cubicBezTo>
                  <a:cubicBezTo>
                    <a:pt x="1817" y="249"/>
                    <a:pt x="1947" y="261"/>
                    <a:pt x="2044" y="282"/>
                  </a:cubicBezTo>
                  <a:cubicBezTo>
                    <a:pt x="1984" y="203"/>
                    <a:pt x="1918" y="91"/>
                    <a:pt x="1891" y="0"/>
                  </a:cubicBezTo>
                  <a:cubicBezTo>
                    <a:pt x="1860" y="141"/>
                    <a:pt x="1860" y="141"/>
                    <a:pt x="1860" y="141"/>
                  </a:cubicBezTo>
                  <a:cubicBezTo>
                    <a:pt x="1731" y="66"/>
                    <a:pt x="1581" y="24"/>
                    <a:pt x="1421" y="24"/>
                  </a:cubicBezTo>
                  <a:cubicBezTo>
                    <a:pt x="1152" y="24"/>
                    <a:pt x="910" y="146"/>
                    <a:pt x="749" y="337"/>
                  </a:cubicBezTo>
                  <a:cubicBezTo>
                    <a:pt x="750" y="336"/>
                    <a:pt x="750" y="335"/>
                    <a:pt x="751" y="333"/>
                  </a:cubicBezTo>
                  <a:cubicBezTo>
                    <a:pt x="0" y="333"/>
                    <a:pt x="0" y="333"/>
                    <a:pt x="0" y="333"/>
                  </a:cubicBezTo>
                  <a:cubicBezTo>
                    <a:pt x="0" y="1163"/>
                    <a:pt x="0" y="1163"/>
                    <a:pt x="0" y="1163"/>
                  </a:cubicBezTo>
                  <a:cubicBezTo>
                    <a:pt x="582" y="1163"/>
                    <a:pt x="582" y="1163"/>
                    <a:pt x="582" y="1163"/>
                  </a:cubicBezTo>
                  <a:cubicBezTo>
                    <a:pt x="673" y="1163"/>
                    <a:pt x="673" y="1163"/>
                    <a:pt x="673" y="1163"/>
                  </a:cubicBezTo>
                  <a:cubicBezTo>
                    <a:pt x="663" y="1109"/>
                    <a:pt x="658" y="1054"/>
                    <a:pt x="658" y="99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17" name="Freeform 8">
              <a:extLst>
                <a:ext uri="{FF2B5EF4-FFF2-40B4-BE49-F238E27FC236}">
                  <a16:creationId xmlns:a16="http://schemas.microsoft.com/office/drawing/2014/main" id="{85120998-2743-D349-BA4F-CDA07E4AFBB8}"/>
                </a:ext>
              </a:extLst>
            </p:cNvPr>
            <p:cNvSpPr>
              <a:spLocks/>
            </p:cNvSpPr>
            <p:nvPr/>
          </p:nvSpPr>
          <p:spPr bwMode="auto">
            <a:xfrm>
              <a:off x="5449300" y="3433762"/>
              <a:ext cx="3430588" cy="1952625"/>
            </a:xfrm>
            <a:custGeom>
              <a:avLst/>
              <a:gdLst>
                <a:gd name="T0" fmla="*/ 1386 w 2044"/>
                <a:gd name="T1" fmla="*/ 165 h 1163"/>
                <a:gd name="T2" fmla="*/ 1378 w 2044"/>
                <a:gd name="T3" fmla="*/ 285 h 1163"/>
                <a:gd name="T4" fmla="*/ 508 w 2044"/>
                <a:gd name="T5" fmla="*/ 1043 h 1163"/>
                <a:gd name="T6" fmla="*/ 204 w 2044"/>
                <a:gd name="T7" fmla="*/ 990 h 1163"/>
                <a:gd name="T8" fmla="*/ 321 w 2044"/>
                <a:gd name="T9" fmla="*/ 900 h 1163"/>
                <a:gd name="T10" fmla="*/ 0 w 2044"/>
                <a:gd name="T11" fmla="*/ 881 h 1163"/>
                <a:gd name="T12" fmla="*/ 153 w 2044"/>
                <a:gd name="T13" fmla="*/ 1163 h 1163"/>
                <a:gd name="T14" fmla="*/ 184 w 2044"/>
                <a:gd name="T15" fmla="*/ 1022 h 1163"/>
                <a:gd name="T16" fmla="*/ 623 w 2044"/>
                <a:gd name="T17" fmla="*/ 1139 h 1163"/>
                <a:gd name="T18" fmla="*/ 1295 w 2044"/>
                <a:gd name="T19" fmla="*/ 826 h 1163"/>
                <a:gd name="T20" fmla="*/ 1293 w 2044"/>
                <a:gd name="T21" fmla="*/ 830 h 1163"/>
                <a:gd name="T22" fmla="*/ 2044 w 2044"/>
                <a:gd name="T23" fmla="*/ 830 h 1163"/>
                <a:gd name="T24" fmla="*/ 2044 w 2044"/>
                <a:gd name="T25" fmla="*/ 0 h 1163"/>
                <a:gd name="T26" fmla="*/ 1462 w 2044"/>
                <a:gd name="T27" fmla="*/ 0 h 1163"/>
                <a:gd name="T28" fmla="*/ 1371 w 2044"/>
                <a:gd name="T29" fmla="*/ 0 h 1163"/>
                <a:gd name="T30" fmla="*/ 1386 w 2044"/>
                <a:gd name="T31" fmla="*/ 165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44" h="1163">
                  <a:moveTo>
                    <a:pt x="1386" y="165"/>
                  </a:moveTo>
                  <a:cubicBezTo>
                    <a:pt x="1386" y="206"/>
                    <a:pt x="1383" y="246"/>
                    <a:pt x="1378" y="285"/>
                  </a:cubicBezTo>
                  <a:cubicBezTo>
                    <a:pt x="1319" y="713"/>
                    <a:pt x="952" y="1043"/>
                    <a:pt x="508" y="1043"/>
                  </a:cubicBezTo>
                  <a:cubicBezTo>
                    <a:pt x="401" y="1043"/>
                    <a:pt x="299" y="1024"/>
                    <a:pt x="204" y="990"/>
                  </a:cubicBezTo>
                  <a:cubicBezTo>
                    <a:pt x="321" y="900"/>
                    <a:pt x="321" y="900"/>
                    <a:pt x="321" y="900"/>
                  </a:cubicBezTo>
                  <a:cubicBezTo>
                    <a:pt x="227" y="914"/>
                    <a:pt x="97" y="902"/>
                    <a:pt x="0" y="881"/>
                  </a:cubicBezTo>
                  <a:cubicBezTo>
                    <a:pt x="60" y="960"/>
                    <a:pt x="126" y="1072"/>
                    <a:pt x="153" y="1163"/>
                  </a:cubicBezTo>
                  <a:cubicBezTo>
                    <a:pt x="184" y="1022"/>
                    <a:pt x="184" y="1022"/>
                    <a:pt x="184" y="1022"/>
                  </a:cubicBezTo>
                  <a:cubicBezTo>
                    <a:pt x="313" y="1096"/>
                    <a:pt x="463" y="1139"/>
                    <a:pt x="623" y="1139"/>
                  </a:cubicBezTo>
                  <a:cubicBezTo>
                    <a:pt x="892" y="1139"/>
                    <a:pt x="1134" y="1017"/>
                    <a:pt x="1295" y="826"/>
                  </a:cubicBezTo>
                  <a:cubicBezTo>
                    <a:pt x="1294" y="827"/>
                    <a:pt x="1294" y="828"/>
                    <a:pt x="1293" y="830"/>
                  </a:cubicBezTo>
                  <a:cubicBezTo>
                    <a:pt x="2044" y="830"/>
                    <a:pt x="2044" y="830"/>
                    <a:pt x="2044" y="830"/>
                  </a:cubicBezTo>
                  <a:cubicBezTo>
                    <a:pt x="2044" y="0"/>
                    <a:pt x="2044" y="0"/>
                    <a:pt x="2044" y="0"/>
                  </a:cubicBezTo>
                  <a:cubicBezTo>
                    <a:pt x="1462" y="0"/>
                    <a:pt x="1462" y="0"/>
                    <a:pt x="1462" y="0"/>
                  </a:cubicBezTo>
                  <a:cubicBezTo>
                    <a:pt x="1371" y="0"/>
                    <a:pt x="1371" y="0"/>
                    <a:pt x="1371" y="0"/>
                  </a:cubicBezTo>
                  <a:cubicBezTo>
                    <a:pt x="1381" y="54"/>
                    <a:pt x="1386" y="109"/>
                    <a:pt x="1386" y="1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grpSp>
      <p:sp>
        <p:nvSpPr>
          <p:cNvPr id="23" name="Marcador de texto 45">
            <a:extLst>
              <a:ext uri="{FF2B5EF4-FFF2-40B4-BE49-F238E27FC236}">
                <a16:creationId xmlns:a16="http://schemas.microsoft.com/office/drawing/2014/main" id="{2CA76900-7452-B749-A69B-FDD4EC95476A}"/>
              </a:ext>
            </a:extLst>
          </p:cNvPr>
          <p:cNvSpPr>
            <a:spLocks noGrp="1"/>
          </p:cNvSpPr>
          <p:nvPr>
            <p:ph type="body" sz="quarter" idx="22" hasCustomPrompt="1"/>
          </p:nvPr>
        </p:nvSpPr>
        <p:spPr>
          <a:xfrm>
            <a:off x="1863180" y="5035914"/>
            <a:ext cx="1706618" cy="243632"/>
          </a:xfrm>
          <a:prstGeom prst="rect">
            <a:avLst/>
          </a:prstGeom>
        </p:spPr>
        <p:txBody>
          <a:bodyPr lIns="0" tIns="0" rIns="0" bIns="0" anchor="t"/>
          <a:lstStyle>
            <a:lvl1pPr marL="0" indent="0" algn="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4" name="Marcador de texto 45">
            <a:extLst>
              <a:ext uri="{FF2B5EF4-FFF2-40B4-BE49-F238E27FC236}">
                <a16:creationId xmlns:a16="http://schemas.microsoft.com/office/drawing/2014/main" id="{E6F4D5FF-466A-4749-8BE2-BAC774A73E3E}"/>
              </a:ext>
            </a:extLst>
          </p:cNvPr>
          <p:cNvSpPr>
            <a:spLocks noGrp="1"/>
          </p:cNvSpPr>
          <p:nvPr>
            <p:ph type="body" sz="quarter" idx="23" hasCustomPrompt="1"/>
          </p:nvPr>
        </p:nvSpPr>
        <p:spPr>
          <a:xfrm>
            <a:off x="1858304" y="5370541"/>
            <a:ext cx="1716370" cy="461665"/>
          </a:xfrm>
          <a:prstGeom prst="rect">
            <a:avLst/>
          </a:prstGeom>
        </p:spPr>
        <p:txBody>
          <a:bodyPr wrap="square" lIns="0" tIns="0" rIns="0" bIns="0" anchor="t">
            <a:spAutoFit/>
          </a:bodyPr>
          <a:lstStyle>
            <a:lvl1pPr marL="0" indent="0" algn="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25" name="Elipse 24">
            <a:extLst>
              <a:ext uri="{FF2B5EF4-FFF2-40B4-BE49-F238E27FC236}">
                <a16:creationId xmlns:a16="http://schemas.microsoft.com/office/drawing/2014/main" id="{2C9766E0-86E4-4A4D-AEC3-623E3C677EE1}"/>
              </a:ext>
            </a:extLst>
          </p:cNvPr>
          <p:cNvSpPr/>
          <p:nvPr userDrawn="1"/>
        </p:nvSpPr>
        <p:spPr>
          <a:xfrm>
            <a:off x="3918213" y="4748854"/>
            <a:ext cx="1316259" cy="1316174"/>
          </a:xfrm>
          <a:prstGeom prst="ellipse">
            <a:avLst/>
          </a:prstGeom>
          <a:solidFill>
            <a:schemeClr val="bg1"/>
          </a:solidFill>
          <a:ln w="38100">
            <a:solidFill>
              <a:schemeClr val="tx2"/>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lvl="0" algn="ctr"/>
            <a:endParaRPr lang="es-ES_tradnl" sz="900">
              <a:latin typeface="Century Gothic" panose="020B0502020202020204" pitchFamily="34" charset="0"/>
            </a:endParaRPr>
          </a:p>
        </p:txBody>
      </p:sp>
      <p:sp>
        <p:nvSpPr>
          <p:cNvPr id="33" name="Marcador de texto 45">
            <a:extLst>
              <a:ext uri="{FF2B5EF4-FFF2-40B4-BE49-F238E27FC236}">
                <a16:creationId xmlns:a16="http://schemas.microsoft.com/office/drawing/2014/main" id="{909ED58E-988C-4549-84BD-A75D6109453A}"/>
              </a:ext>
            </a:extLst>
          </p:cNvPr>
          <p:cNvSpPr>
            <a:spLocks noGrp="1"/>
          </p:cNvSpPr>
          <p:nvPr>
            <p:ph type="body" sz="quarter" idx="24" hasCustomPrompt="1"/>
          </p:nvPr>
        </p:nvSpPr>
        <p:spPr>
          <a:xfrm>
            <a:off x="4160242" y="5087265"/>
            <a:ext cx="832201" cy="664798"/>
          </a:xfrm>
          <a:prstGeom prst="rect">
            <a:avLst/>
          </a:prstGeom>
        </p:spPr>
        <p:txBody>
          <a:bodyPr wrap="square" lIns="0" tIns="0" rIns="0" bIns="0" anchor="ctr">
            <a:spAutoFit/>
          </a:bodyPr>
          <a:lstStyle>
            <a:lvl1pPr marL="0" indent="0" algn="ctr">
              <a:buNone/>
              <a:defRPr sz="48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34" name="Marcador de texto 45">
            <a:extLst>
              <a:ext uri="{FF2B5EF4-FFF2-40B4-BE49-F238E27FC236}">
                <a16:creationId xmlns:a16="http://schemas.microsoft.com/office/drawing/2014/main" id="{4FA90FAA-6A2F-1549-B614-DAF80DD2E0F8}"/>
              </a:ext>
            </a:extLst>
          </p:cNvPr>
          <p:cNvSpPr>
            <a:spLocks noGrp="1"/>
          </p:cNvSpPr>
          <p:nvPr>
            <p:ph type="body" sz="quarter" idx="25" hasCustomPrompt="1"/>
          </p:nvPr>
        </p:nvSpPr>
        <p:spPr>
          <a:xfrm>
            <a:off x="1863180" y="1996644"/>
            <a:ext cx="1706618" cy="243632"/>
          </a:xfrm>
          <a:prstGeom prst="rect">
            <a:avLst/>
          </a:prstGeom>
        </p:spPr>
        <p:txBody>
          <a:bodyPr lIns="0" tIns="0" rIns="0" bIns="0" anchor="t"/>
          <a:lstStyle>
            <a:lvl1pPr marL="0" indent="0" algn="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5" name="Marcador de texto 45">
            <a:extLst>
              <a:ext uri="{FF2B5EF4-FFF2-40B4-BE49-F238E27FC236}">
                <a16:creationId xmlns:a16="http://schemas.microsoft.com/office/drawing/2014/main" id="{56E10852-439A-F446-8D89-B5B13122C733}"/>
              </a:ext>
            </a:extLst>
          </p:cNvPr>
          <p:cNvSpPr>
            <a:spLocks noGrp="1"/>
          </p:cNvSpPr>
          <p:nvPr>
            <p:ph type="body" sz="quarter" idx="26" hasCustomPrompt="1"/>
          </p:nvPr>
        </p:nvSpPr>
        <p:spPr>
          <a:xfrm>
            <a:off x="1858304" y="2331271"/>
            <a:ext cx="1716370" cy="461665"/>
          </a:xfrm>
          <a:prstGeom prst="rect">
            <a:avLst/>
          </a:prstGeom>
        </p:spPr>
        <p:txBody>
          <a:bodyPr wrap="square" lIns="0" tIns="0" rIns="0" bIns="0" anchor="t">
            <a:spAutoFit/>
          </a:bodyPr>
          <a:lstStyle>
            <a:lvl1pPr marL="0" indent="0" algn="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36" name="Elipse 35">
            <a:extLst>
              <a:ext uri="{FF2B5EF4-FFF2-40B4-BE49-F238E27FC236}">
                <a16:creationId xmlns:a16="http://schemas.microsoft.com/office/drawing/2014/main" id="{F06BD594-8717-1646-A6D1-AD97D13BE1DA}"/>
              </a:ext>
            </a:extLst>
          </p:cNvPr>
          <p:cNvSpPr/>
          <p:nvPr userDrawn="1"/>
        </p:nvSpPr>
        <p:spPr>
          <a:xfrm>
            <a:off x="3918213" y="1709584"/>
            <a:ext cx="1316259" cy="1316174"/>
          </a:xfrm>
          <a:prstGeom prst="ellipse">
            <a:avLst/>
          </a:prstGeom>
          <a:solidFill>
            <a:schemeClr val="bg1"/>
          </a:solidFill>
          <a:ln w="38100">
            <a:solidFill>
              <a:schemeClr val="accent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lvl="0" algn="ctr"/>
            <a:endParaRPr lang="es-ES_tradnl" sz="900">
              <a:latin typeface="Century Gothic" panose="020B0502020202020204" pitchFamily="34" charset="0"/>
            </a:endParaRPr>
          </a:p>
        </p:txBody>
      </p:sp>
      <p:sp>
        <p:nvSpPr>
          <p:cNvPr id="37" name="Marcador de texto 45">
            <a:extLst>
              <a:ext uri="{FF2B5EF4-FFF2-40B4-BE49-F238E27FC236}">
                <a16:creationId xmlns:a16="http://schemas.microsoft.com/office/drawing/2014/main" id="{C45BCB69-8610-A745-8EA3-C5E752592A42}"/>
              </a:ext>
            </a:extLst>
          </p:cNvPr>
          <p:cNvSpPr>
            <a:spLocks noGrp="1"/>
          </p:cNvSpPr>
          <p:nvPr>
            <p:ph type="body" sz="quarter" idx="27" hasCustomPrompt="1"/>
          </p:nvPr>
        </p:nvSpPr>
        <p:spPr>
          <a:xfrm>
            <a:off x="4160242" y="2047995"/>
            <a:ext cx="832201" cy="664798"/>
          </a:xfrm>
          <a:prstGeom prst="rect">
            <a:avLst/>
          </a:prstGeom>
        </p:spPr>
        <p:txBody>
          <a:bodyPr wrap="square" lIns="0" tIns="0" rIns="0" bIns="0" anchor="ctr">
            <a:spAutoFit/>
          </a:bodyPr>
          <a:lstStyle>
            <a:lvl1pPr marL="0" indent="0" algn="ctr">
              <a:buNone/>
              <a:defRPr sz="4800" b="1">
                <a:solidFill>
                  <a:schemeClr val="accent3"/>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38" name="Elipse 37">
            <a:extLst>
              <a:ext uri="{FF2B5EF4-FFF2-40B4-BE49-F238E27FC236}">
                <a16:creationId xmlns:a16="http://schemas.microsoft.com/office/drawing/2014/main" id="{B46A4A03-8776-DB43-85B7-7C160DF64381}"/>
              </a:ext>
            </a:extLst>
          </p:cNvPr>
          <p:cNvSpPr/>
          <p:nvPr userDrawn="1"/>
        </p:nvSpPr>
        <p:spPr>
          <a:xfrm>
            <a:off x="6943550" y="4748854"/>
            <a:ext cx="1316259" cy="1316174"/>
          </a:xfrm>
          <a:prstGeom prst="ellipse">
            <a:avLst/>
          </a:prstGeom>
          <a:solidFill>
            <a:schemeClr val="bg1"/>
          </a:solidFill>
          <a:ln w="38100">
            <a:solidFill>
              <a:schemeClr val="accent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lvl="0" algn="ctr"/>
            <a:endParaRPr lang="es-ES_tradnl" sz="900">
              <a:latin typeface="Century Gothic" panose="020B0502020202020204" pitchFamily="34" charset="0"/>
            </a:endParaRPr>
          </a:p>
        </p:txBody>
      </p:sp>
      <p:sp>
        <p:nvSpPr>
          <p:cNvPr id="39" name="Marcador de texto 45">
            <a:extLst>
              <a:ext uri="{FF2B5EF4-FFF2-40B4-BE49-F238E27FC236}">
                <a16:creationId xmlns:a16="http://schemas.microsoft.com/office/drawing/2014/main" id="{42FBECE0-A213-4040-8F0C-3DB16857B9C9}"/>
              </a:ext>
            </a:extLst>
          </p:cNvPr>
          <p:cNvSpPr>
            <a:spLocks noGrp="1"/>
          </p:cNvSpPr>
          <p:nvPr>
            <p:ph type="body" sz="quarter" idx="28" hasCustomPrompt="1"/>
          </p:nvPr>
        </p:nvSpPr>
        <p:spPr>
          <a:xfrm>
            <a:off x="7185579" y="5087265"/>
            <a:ext cx="832201" cy="664798"/>
          </a:xfrm>
          <a:prstGeom prst="rect">
            <a:avLst/>
          </a:prstGeom>
        </p:spPr>
        <p:txBody>
          <a:bodyPr wrap="square" lIns="0" tIns="0" rIns="0" bIns="0" anchor="ctr">
            <a:spAutoFit/>
          </a:bodyPr>
          <a:lstStyle>
            <a:lvl1pPr marL="0" indent="0" algn="ctr">
              <a:buNone/>
              <a:defRPr sz="4800" b="1">
                <a:solidFill>
                  <a:schemeClr val="accent3"/>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40" name="Elipse 39">
            <a:extLst>
              <a:ext uri="{FF2B5EF4-FFF2-40B4-BE49-F238E27FC236}">
                <a16:creationId xmlns:a16="http://schemas.microsoft.com/office/drawing/2014/main" id="{71C4E60A-27B5-8748-864C-944A822F483D}"/>
              </a:ext>
            </a:extLst>
          </p:cNvPr>
          <p:cNvSpPr/>
          <p:nvPr userDrawn="1"/>
        </p:nvSpPr>
        <p:spPr>
          <a:xfrm>
            <a:off x="6943550" y="1709584"/>
            <a:ext cx="1316259" cy="1316174"/>
          </a:xfrm>
          <a:prstGeom prst="ellipse">
            <a:avLst/>
          </a:prstGeom>
          <a:solidFill>
            <a:schemeClr val="bg1"/>
          </a:solidFill>
          <a:ln w="38100">
            <a:solidFill>
              <a:schemeClr val="tx2"/>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41" name="Marcador de texto 45">
            <a:extLst>
              <a:ext uri="{FF2B5EF4-FFF2-40B4-BE49-F238E27FC236}">
                <a16:creationId xmlns:a16="http://schemas.microsoft.com/office/drawing/2014/main" id="{122CC62A-0D6A-6249-9013-3AE4D221576D}"/>
              </a:ext>
            </a:extLst>
          </p:cNvPr>
          <p:cNvSpPr>
            <a:spLocks noGrp="1"/>
          </p:cNvSpPr>
          <p:nvPr>
            <p:ph type="body" sz="quarter" idx="29" hasCustomPrompt="1"/>
          </p:nvPr>
        </p:nvSpPr>
        <p:spPr>
          <a:xfrm>
            <a:off x="7185579" y="2047995"/>
            <a:ext cx="832201" cy="664798"/>
          </a:xfrm>
          <a:prstGeom prst="rect">
            <a:avLst/>
          </a:prstGeom>
        </p:spPr>
        <p:txBody>
          <a:bodyPr wrap="square" lIns="0" tIns="0" rIns="0" bIns="0" anchor="ctr">
            <a:spAutoFit/>
          </a:bodyPr>
          <a:lstStyle>
            <a:lvl1pPr marL="0" indent="0" algn="ctr">
              <a:buNone/>
              <a:defRPr sz="48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09</a:t>
            </a:r>
            <a:endParaRPr lang="es-ES_tradnl"/>
          </a:p>
        </p:txBody>
      </p:sp>
      <p:sp>
        <p:nvSpPr>
          <p:cNvPr id="42" name="Marcador de texto 45">
            <a:extLst>
              <a:ext uri="{FF2B5EF4-FFF2-40B4-BE49-F238E27FC236}">
                <a16:creationId xmlns:a16="http://schemas.microsoft.com/office/drawing/2014/main" id="{EF20B587-D02E-F540-B84C-068A3EBFB8C5}"/>
              </a:ext>
            </a:extLst>
          </p:cNvPr>
          <p:cNvSpPr>
            <a:spLocks noGrp="1"/>
          </p:cNvSpPr>
          <p:nvPr>
            <p:ph type="body" sz="quarter" idx="30" hasCustomPrompt="1"/>
          </p:nvPr>
        </p:nvSpPr>
        <p:spPr>
          <a:xfrm>
            <a:off x="8576837" y="5035914"/>
            <a:ext cx="1706618"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3" name="Marcador de texto 45">
            <a:extLst>
              <a:ext uri="{FF2B5EF4-FFF2-40B4-BE49-F238E27FC236}">
                <a16:creationId xmlns:a16="http://schemas.microsoft.com/office/drawing/2014/main" id="{6D4D9477-B901-234E-A117-724C79AD00DD}"/>
              </a:ext>
            </a:extLst>
          </p:cNvPr>
          <p:cNvSpPr>
            <a:spLocks noGrp="1"/>
          </p:cNvSpPr>
          <p:nvPr>
            <p:ph type="body" sz="quarter" idx="31" hasCustomPrompt="1"/>
          </p:nvPr>
        </p:nvSpPr>
        <p:spPr>
          <a:xfrm>
            <a:off x="8571961" y="5370541"/>
            <a:ext cx="1716370" cy="461665"/>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44" name="Marcador de texto 45">
            <a:extLst>
              <a:ext uri="{FF2B5EF4-FFF2-40B4-BE49-F238E27FC236}">
                <a16:creationId xmlns:a16="http://schemas.microsoft.com/office/drawing/2014/main" id="{E9BD32EE-E5B7-D74C-9BEE-1318AA1F22BC}"/>
              </a:ext>
            </a:extLst>
          </p:cNvPr>
          <p:cNvSpPr>
            <a:spLocks noGrp="1"/>
          </p:cNvSpPr>
          <p:nvPr>
            <p:ph type="body" sz="quarter" idx="32" hasCustomPrompt="1"/>
          </p:nvPr>
        </p:nvSpPr>
        <p:spPr>
          <a:xfrm>
            <a:off x="8576837" y="1996644"/>
            <a:ext cx="1706618"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5" name="Marcador de texto 45">
            <a:extLst>
              <a:ext uri="{FF2B5EF4-FFF2-40B4-BE49-F238E27FC236}">
                <a16:creationId xmlns:a16="http://schemas.microsoft.com/office/drawing/2014/main" id="{6FEE7346-1443-FF4B-BB9D-2662C05571DD}"/>
              </a:ext>
            </a:extLst>
          </p:cNvPr>
          <p:cNvSpPr>
            <a:spLocks noGrp="1"/>
          </p:cNvSpPr>
          <p:nvPr>
            <p:ph type="body" sz="quarter" idx="33" hasCustomPrompt="1"/>
          </p:nvPr>
        </p:nvSpPr>
        <p:spPr>
          <a:xfrm>
            <a:off x="8571961" y="2331271"/>
            <a:ext cx="1716370" cy="461665"/>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26" name="Line">
            <a:extLst>
              <a:ext uri="{FF2B5EF4-FFF2-40B4-BE49-F238E27FC236}">
                <a16:creationId xmlns:a16="http://schemas.microsoft.com/office/drawing/2014/main" id="{554EDECB-0B3B-E345-B021-F8E340C9E2BB}"/>
              </a:ext>
            </a:extLst>
          </p:cNvPr>
          <p:cNvSpPr/>
          <p:nvPr userDrawn="1"/>
        </p:nvSpPr>
        <p:spPr>
          <a:xfrm>
            <a:off x="368284" y="1448780"/>
            <a:ext cx="855475" cy="0"/>
          </a:xfrm>
          <a:prstGeom prst="line">
            <a:avLst/>
          </a:prstGeom>
          <a:ln w="63500">
            <a:solidFill>
              <a:schemeClr val="accent3"/>
            </a:solidFill>
          </a:ln>
        </p:spPr>
        <p:txBody>
          <a:bodyPr lIns="60960" tIns="60960" rIns="60960" bIns="60960"/>
          <a:lstStyle/>
          <a:p>
            <a:endParaRPr sz="900">
              <a:latin typeface="Century Gothic" panose="020B0502020202020204" pitchFamily="34" charset="0"/>
            </a:endParaRPr>
          </a:p>
        </p:txBody>
      </p:sp>
      <p:sp>
        <p:nvSpPr>
          <p:cNvPr id="27" name="Marcador de texto 15">
            <a:extLst>
              <a:ext uri="{FF2B5EF4-FFF2-40B4-BE49-F238E27FC236}">
                <a16:creationId xmlns:a16="http://schemas.microsoft.com/office/drawing/2014/main" id="{3ED6BF70-B0F2-3347-9D0C-8DF4666837C1}"/>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8" name="Slide Number Placeholder 5">
            <a:extLst>
              <a:ext uri="{FF2B5EF4-FFF2-40B4-BE49-F238E27FC236}">
                <a16:creationId xmlns:a16="http://schemas.microsoft.com/office/drawing/2014/main" id="{E34FB63D-91CD-8640-B772-D5CB22835798}"/>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83947156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Grafico No. 06">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33" name="Freeform 24">
            <a:extLst>
              <a:ext uri="{FF2B5EF4-FFF2-40B4-BE49-F238E27FC236}">
                <a16:creationId xmlns:a16="http://schemas.microsoft.com/office/drawing/2014/main" id="{E2E1C2D2-1799-B741-B75F-4E902A8FC844}"/>
              </a:ext>
            </a:extLst>
          </p:cNvPr>
          <p:cNvSpPr/>
          <p:nvPr/>
        </p:nvSpPr>
        <p:spPr>
          <a:xfrm flipV="1">
            <a:off x="388626" y="2168860"/>
            <a:ext cx="2443400" cy="2251619"/>
          </a:xfrm>
          <a:custGeom>
            <a:avLst/>
            <a:gdLst>
              <a:gd name="connsiteX0" fmla="*/ 971829 w 2671591"/>
              <a:gd name="connsiteY0" fmla="*/ 311 h 2234714"/>
              <a:gd name="connsiteX1" fmla="*/ 1658132 w 2671591"/>
              <a:gd name="connsiteY1" fmla="*/ 121675 h 2234714"/>
              <a:gd name="connsiteX2" fmla="*/ 2391482 w 2671591"/>
              <a:gd name="connsiteY2" fmla="*/ 570868 h 2234714"/>
              <a:gd name="connsiteX3" fmla="*/ 2671591 w 2671591"/>
              <a:gd name="connsiteY3" fmla="*/ 1127080 h 2234714"/>
              <a:gd name="connsiteX4" fmla="*/ 2398520 w 2671591"/>
              <a:gd name="connsiteY4" fmla="*/ 1555152 h 2234714"/>
              <a:gd name="connsiteX5" fmla="*/ 1656724 w 2671591"/>
              <a:gd name="connsiteY5" fmla="*/ 2040957 h 2234714"/>
              <a:gd name="connsiteX6" fmla="*/ 436351 w 2671591"/>
              <a:gd name="connsiteY6" fmla="*/ 2146567 h 2234714"/>
              <a:gd name="connsiteX7" fmla="*/ 0 w 2671591"/>
              <a:gd name="connsiteY7" fmla="*/ 1127080 h 2234714"/>
              <a:gd name="connsiteX8" fmla="*/ 453241 w 2671591"/>
              <a:gd name="connsiteY8" fmla="*/ 130124 h 2234714"/>
              <a:gd name="connsiteX9" fmla="*/ 971829 w 2671591"/>
              <a:gd name="connsiteY9" fmla="*/ 311 h 223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71591" h="2234714">
                <a:moveTo>
                  <a:pt x="971829" y="311"/>
                </a:moveTo>
                <a:cubicBezTo>
                  <a:pt x="1208558" y="-4512"/>
                  <a:pt x="1452273" y="47220"/>
                  <a:pt x="1658132" y="121675"/>
                </a:cubicBezTo>
                <a:cubicBezTo>
                  <a:pt x="1922757" y="217427"/>
                  <a:pt x="2191606" y="370914"/>
                  <a:pt x="2391482" y="570868"/>
                </a:cubicBezTo>
                <a:cubicBezTo>
                  <a:pt x="2536463" y="715906"/>
                  <a:pt x="2671591" y="914452"/>
                  <a:pt x="2671591" y="1127080"/>
                </a:cubicBezTo>
                <a:cubicBezTo>
                  <a:pt x="2671591" y="1267893"/>
                  <a:pt x="2492828" y="1465031"/>
                  <a:pt x="2398520" y="1555152"/>
                </a:cubicBezTo>
                <a:cubicBezTo>
                  <a:pt x="2188790" y="1755106"/>
                  <a:pt x="1919942" y="1922674"/>
                  <a:pt x="1656724" y="2040957"/>
                </a:cubicBezTo>
                <a:cubicBezTo>
                  <a:pt x="1309052" y="2194443"/>
                  <a:pt x="796691" y="2329623"/>
                  <a:pt x="436351" y="2146567"/>
                </a:cubicBezTo>
                <a:cubicBezTo>
                  <a:pt x="71787" y="1960693"/>
                  <a:pt x="0" y="1496010"/>
                  <a:pt x="0" y="1127080"/>
                </a:cubicBezTo>
                <a:cubicBezTo>
                  <a:pt x="0" y="742660"/>
                  <a:pt x="95716" y="334303"/>
                  <a:pt x="453241" y="130124"/>
                </a:cubicBezTo>
                <a:cubicBezTo>
                  <a:pt x="607811" y="42027"/>
                  <a:pt x="787708" y="4063"/>
                  <a:pt x="971829" y="311"/>
                </a:cubicBezTo>
                <a:close/>
              </a:path>
            </a:pathLst>
          </a:custGeom>
          <a:solidFill>
            <a:schemeClr val="tx1"/>
          </a:solid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900">
              <a:latin typeface="Century Gothic" panose="020B0502020202020204" pitchFamily="34" charset="0"/>
            </a:endParaRPr>
          </a:p>
        </p:txBody>
      </p:sp>
      <p:sp>
        <p:nvSpPr>
          <p:cNvPr id="36" name="Freeform 27">
            <a:extLst>
              <a:ext uri="{FF2B5EF4-FFF2-40B4-BE49-F238E27FC236}">
                <a16:creationId xmlns:a16="http://schemas.microsoft.com/office/drawing/2014/main" id="{43FAEA4E-1FE8-754C-AB9A-EEACF8196A7F}"/>
              </a:ext>
            </a:extLst>
          </p:cNvPr>
          <p:cNvSpPr/>
          <p:nvPr/>
        </p:nvSpPr>
        <p:spPr>
          <a:xfrm flipV="1">
            <a:off x="2631447" y="2168860"/>
            <a:ext cx="2443400" cy="2251619"/>
          </a:xfrm>
          <a:custGeom>
            <a:avLst/>
            <a:gdLst>
              <a:gd name="connsiteX0" fmla="*/ 971829 w 2671591"/>
              <a:gd name="connsiteY0" fmla="*/ 311 h 2234714"/>
              <a:gd name="connsiteX1" fmla="*/ 1658132 w 2671591"/>
              <a:gd name="connsiteY1" fmla="*/ 121675 h 2234714"/>
              <a:gd name="connsiteX2" fmla="*/ 2391482 w 2671591"/>
              <a:gd name="connsiteY2" fmla="*/ 570868 h 2234714"/>
              <a:gd name="connsiteX3" fmla="*/ 2671591 w 2671591"/>
              <a:gd name="connsiteY3" fmla="*/ 1127080 h 2234714"/>
              <a:gd name="connsiteX4" fmla="*/ 2398520 w 2671591"/>
              <a:gd name="connsiteY4" fmla="*/ 1555152 h 2234714"/>
              <a:gd name="connsiteX5" fmla="*/ 1656724 w 2671591"/>
              <a:gd name="connsiteY5" fmla="*/ 2040957 h 2234714"/>
              <a:gd name="connsiteX6" fmla="*/ 436351 w 2671591"/>
              <a:gd name="connsiteY6" fmla="*/ 2146567 h 2234714"/>
              <a:gd name="connsiteX7" fmla="*/ 0 w 2671591"/>
              <a:gd name="connsiteY7" fmla="*/ 1127080 h 2234714"/>
              <a:gd name="connsiteX8" fmla="*/ 453241 w 2671591"/>
              <a:gd name="connsiteY8" fmla="*/ 130124 h 2234714"/>
              <a:gd name="connsiteX9" fmla="*/ 971829 w 2671591"/>
              <a:gd name="connsiteY9" fmla="*/ 311 h 223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71591" h="2234714">
                <a:moveTo>
                  <a:pt x="971829" y="311"/>
                </a:moveTo>
                <a:cubicBezTo>
                  <a:pt x="1208558" y="-4512"/>
                  <a:pt x="1452273" y="47220"/>
                  <a:pt x="1658132" y="121675"/>
                </a:cubicBezTo>
                <a:cubicBezTo>
                  <a:pt x="1922757" y="217427"/>
                  <a:pt x="2191606" y="370914"/>
                  <a:pt x="2391482" y="570868"/>
                </a:cubicBezTo>
                <a:cubicBezTo>
                  <a:pt x="2536463" y="715906"/>
                  <a:pt x="2671591" y="914452"/>
                  <a:pt x="2671591" y="1127080"/>
                </a:cubicBezTo>
                <a:cubicBezTo>
                  <a:pt x="2671591" y="1267893"/>
                  <a:pt x="2492828" y="1465031"/>
                  <a:pt x="2398520" y="1555152"/>
                </a:cubicBezTo>
                <a:cubicBezTo>
                  <a:pt x="2188790" y="1755106"/>
                  <a:pt x="1919942" y="1922674"/>
                  <a:pt x="1656724" y="2040957"/>
                </a:cubicBezTo>
                <a:cubicBezTo>
                  <a:pt x="1309052" y="2194443"/>
                  <a:pt x="796691" y="2329623"/>
                  <a:pt x="436351" y="2146567"/>
                </a:cubicBezTo>
                <a:cubicBezTo>
                  <a:pt x="71787" y="1960693"/>
                  <a:pt x="0" y="1496010"/>
                  <a:pt x="0" y="1127080"/>
                </a:cubicBezTo>
                <a:cubicBezTo>
                  <a:pt x="0" y="742660"/>
                  <a:pt x="95716" y="334303"/>
                  <a:pt x="453241" y="130124"/>
                </a:cubicBezTo>
                <a:cubicBezTo>
                  <a:pt x="607811" y="42027"/>
                  <a:pt x="787708" y="4063"/>
                  <a:pt x="971829" y="311"/>
                </a:cubicBezTo>
                <a:close/>
              </a:path>
            </a:pathLst>
          </a:custGeom>
          <a:solidFill>
            <a:schemeClr val="tx2"/>
          </a:solidFill>
          <a:ln/>
          <a:effectLst/>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900">
              <a:latin typeface="Century Gothic" panose="020B0502020202020204" pitchFamily="34" charset="0"/>
            </a:endParaRPr>
          </a:p>
        </p:txBody>
      </p:sp>
      <p:sp>
        <p:nvSpPr>
          <p:cNvPr id="39" name="Freeform 30">
            <a:extLst>
              <a:ext uri="{FF2B5EF4-FFF2-40B4-BE49-F238E27FC236}">
                <a16:creationId xmlns:a16="http://schemas.microsoft.com/office/drawing/2014/main" id="{62BCE517-D214-DF48-BE19-58944A2258C7}"/>
              </a:ext>
            </a:extLst>
          </p:cNvPr>
          <p:cNvSpPr/>
          <p:nvPr/>
        </p:nvSpPr>
        <p:spPr>
          <a:xfrm flipV="1">
            <a:off x="4874268" y="2168860"/>
            <a:ext cx="2443400" cy="2251619"/>
          </a:xfrm>
          <a:custGeom>
            <a:avLst/>
            <a:gdLst>
              <a:gd name="connsiteX0" fmla="*/ 971829 w 2671591"/>
              <a:gd name="connsiteY0" fmla="*/ 311 h 2234714"/>
              <a:gd name="connsiteX1" fmla="*/ 1658132 w 2671591"/>
              <a:gd name="connsiteY1" fmla="*/ 121675 h 2234714"/>
              <a:gd name="connsiteX2" fmla="*/ 2391482 w 2671591"/>
              <a:gd name="connsiteY2" fmla="*/ 570868 h 2234714"/>
              <a:gd name="connsiteX3" fmla="*/ 2671591 w 2671591"/>
              <a:gd name="connsiteY3" fmla="*/ 1127080 h 2234714"/>
              <a:gd name="connsiteX4" fmla="*/ 2398520 w 2671591"/>
              <a:gd name="connsiteY4" fmla="*/ 1555152 h 2234714"/>
              <a:gd name="connsiteX5" fmla="*/ 1656724 w 2671591"/>
              <a:gd name="connsiteY5" fmla="*/ 2040957 h 2234714"/>
              <a:gd name="connsiteX6" fmla="*/ 436351 w 2671591"/>
              <a:gd name="connsiteY6" fmla="*/ 2146567 h 2234714"/>
              <a:gd name="connsiteX7" fmla="*/ 0 w 2671591"/>
              <a:gd name="connsiteY7" fmla="*/ 1127080 h 2234714"/>
              <a:gd name="connsiteX8" fmla="*/ 453241 w 2671591"/>
              <a:gd name="connsiteY8" fmla="*/ 130124 h 2234714"/>
              <a:gd name="connsiteX9" fmla="*/ 971829 w 2671591"/>
              <a:gd name="connsiteY9" fmla="*/ 311 h 223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71591" h="2234714">
                <a:moveTo>
                  <a:pt x="971829" y="311"/>
                </a:moveTo>
                <a:cubicBezTo>
                  <a:pt x="1208558" y="-4512"/>
                  <a:pt x="1452273" y="47220"/>
                  <a:pt x="1658132" y="121675"/>
                </a:cubicBezTo>
                <a:cubicBezTo>
                  <a:pt x="1922757" y="217427"/>
                  <a:pt x="2191606" y="370914"/>
                  <a:pt x="2391482" y="570868"/>
                </a:cubicBezTo>
                <a:cubicBezTo>
                  <a:pt x="2536463" y="715906"/>
                  <a:pt x="2671591" y="914452"/>
                  <a:pt x="2671591" y="1127080"/>
                </a:cubicBezTo>
                <a:cubicBezTo>
                  <a:pt x="2671591" y="1267893"/>
                  <a:pt x="2492828" y="1465031"/>
                  <a:pt x="2398520" y="1555152"/>
                </a:cubicBezTo>
                <a:cubicBezTo>
                  <a:pt x="2188790" y="1755106"/>
                  <a:pt x="1919942" y="1922674"/>
                  <a:pt x="1656724" y="2040957"/>
                </a:cubicBezTo>
                <a:cubicBezTo>
                  <a:pt x="1309052" y="2194443"/>
                  <a:pt x="796691" y="2329623"/>
                  <a:pt x="436351" y="2146567"/>
                </a:cubicBezTo>
                <a:cubicBezTo>
                  <a:pt x="71787" y="1960693"/>
                  <a:pt x="0" y="1496010"/>
                  <a:pt x="0" y="1127080"/>
                </a:cubicBezTo>
                <a:cubicBezTo>
                  <a:pt x="0" y="742660"/>
                  <a:pt x="95716" y="334303"/>
                  <a:pt x="453241" y="130124"/>
                </a:cubicBezTo>
                <a:cubicBezTo>
                  <a:pt x="607811" y="42027"/>
                  <a:pt x="787708" y="4063"/>
                  <a:pt x="971829" y="311"/>
                </a:cubicBezTo>
                <a:close/>
              </a:path>
            </a:pathLst>
          </a:custGeom>
          <a:solidFill>
            <a:schemeClr val="accent1"/>
          </a:solidFill>
          <a:ln/>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sz="900">
              <a:latin typeface="Century Gothic" panose="020B0502020202020204" pitchFamily="34" charset="0"/>
            </a:endParaRPr>
          </a:p>
        </p:txBody>
      </p:sp>
      <p:sp>
        <p:nvSpPr>
          <p:cNvPr id="42" name="Freeform 33">
            <a:extLst>
              <a:ext uri="{FF2B5EF4-FFF2-40B4-BE49-F238E27FC236}">
                <a16:creationId xmlns:a16="http://schemas.microsoft.com/office/drawing/2014/main" id="{C36F7FE4-3B1A-3740-9537-30804C5BD0CE}"/>
              </a:ext>
            </a:extLst>
          </p:cNvPr>
          <p:cNvSpPr/>
          <p:nvPr/>
        </p:nvSpPr>
        <p:spPr>
          <a:xfrm flipV="1">
            <a:off x="7117089" y="2168860"/>
            <a:ext cx="2443400" cy="2251619"/>
          </a:xfrm>
          <a:custGeom>
            <a:avLst/>
            <a:gdLst>
              <a:gd name="connsiteX0" fmla="*/ 971829 w 2671591"/>
              <a:gd name="connsiteY0" fmla="*/ 311 h 2234714"/>
              <a:gd name="connsiteX1" fmla="*/ 1658132 w 2671591"/>
              <a:gd name="connsiteY1" fmla="*/ 121675 h 2234714"/>
              <a:gd name="connsiteX2" fmla="*/ 2391482 w 2671591"/>
              <a:gd name="connsiteY2" fmla="*/ 570868 h 2234714"/>
              <a:gd name="connsiteX3" fmla="*/ 2671591 w 2671591"/>
              <a:gd name="connsiteY3" fmla="*/ 1127080 h 2234714"/>
              <a:gd name="connsiteX4" fmla="*/ 2398520 w 2671591"/>
              <a:gd name="connsiteY4" fmla="*/ 1555152 h 2234714"/>
              <a:gd name="connsiteX5" fmla="*/ 1656724 w 2671591"/>
              <a:gd name="connsiteY5" fmla="*/ 2040957 h 2234714"/>
              <a:gd name="connsiteX6" fmla="*/ 436351 w 2671591"/>
              <a:gd name="connsiteY6" fmla="*/ 2146567 h 2234714"/>
              <a:gd name="connsiteX7" fmla="*/ 0 w 2671591"/>
              <a:gd name="connsiteY7" fmla="*/ 1127080 h 2234714"/>
              <a:gd name="connsiteX8" fmla="*/ 453241 w 2671591"/>
              <a:gd name="connsiteY8" fmla="*/ 130124 h 2234714"/>
              <a:gd name="connsiteX9" fmla="*/ 971829 w 2671591"/>
              <a:gd name="connsiteY9" fmla="*/ 311 h 223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71591" h="2234714">
                <a:moveTo>
                  <a:pt x="971829" y="311"/>
                </a:moveTo>
                <a:cubicBezTo>
                  <a:pt x="1208558" y="-4512"/>
                  <a:pt x="1452273" y="47220"/>
                  <a:pt x="1658132" y="121675"/>
                </a:cubicBezTo>
                <a:cubicBezTo>
                  <a:pt x="1922757" y="217427"/>
                  <a:pt x="2191606" y="370914"/>
                  <a:pt x="2391482" y="570868"/>
                </a:cubicBezTo>
                <a:cubicBezTo>
                  <a:pt x="2536463" y="715906"/>
                  <a:pt x="2671591" y="914452"/>
                  <a:pt x="2671591" y="1127080"/>
                </a:cubicBezTo>
                <a:cubicBezTo>
                  <a:pt x="2671591" y="1267893"/>
                  <a:pt x="2492828" y="1465031"/>
                  <a:pt x="2398520" y="1555152"/>
                </a:cubicBezTo>
                <a:cubicBezTo>
                  <a:pt x="2188790" y="1755106"/>
                  <a:pt x="1919942" y="1922674"/>
                  <a:pt x="1656724" y="2040957"/>
                </a:cubicBezTo>
                <a:cubicBezTo>
                  <a:pt x="1309052" y="2194443"/>
                  <a:pt x="796691" y="2329623"/>
                  <a:pt x="436351" y="2146567"/>
                </a:cubicBezTo>
                <a:cubicBezTo>
                  <a:pt x="71787" y="1960693"/>
                  <a:pt x="0" y="1496010"/>
                  <a:pt x="0" y="1127080"/>
                </a:cubicBezTo>
                <a:cubicBezTo>
                  <a:pt x="0" y="742660"/>
                  <a:pt x="95716" y="334303"/>
                  <a:pt x="453241" y="130124"/>
                </a:cubicBezTo>
                <a:cubicBezTo>
                  <a:pt x="607811" y="42027"/>
                  <a:pt x="787708" y="4063"/>
                  <a:pt x="971829" y="311"/>
                </a:cubicBezTo>
                <a:close/>
              </a:path>
            </a:pathLst>
          </a:custGeom>
          <a:solidFill>
            <a:schemeClr val="accent2"/>
          </a:solidFill>
          <a:ln/>
          <a:effectLst/>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900">
              <a:latin typeface="Century Gothic" panose="020B0502020202020204" pitchFamily="34" charset="0"/>
            </a:endParaRPr>
          </a:p>
        </p:txBody>
      </p:sp>
      <p:sp>
        <p:nvSpPr>
          <p:cNvPr id="45" name="Freeform 36">
            <a:extLst>
              <a:ext uri="{FF2B5EF4-FFF2-40B4-BE49-F238E27FC236}">
                <a16:creationId xmlns:a16="http://schemas.microsoft.com/office/drawing/2014/main" id="{1A14FFA8-277A-8948-B7B6-170C134F0611}"/>
              </a:ext>
            </a:extLst>
          </p:cNvPr>
          <p:cNvSpPr/>
          <p:nvPr/>
        </p:nvSpPr>
        <p:spPr>
          <a:xfrm flipV="1">
            <a:off x="9359909" y="2168860"/>
            <a:ext cx="2443400" cy="2251619"/>
          </a:xfrm>
          <a:custGeom>
            <a:avLst/>
            <a:gdLst>
              <a:gd name="connsiteX0" fmla="*/ 971829 w 2671591"/>
              <a:gd name="connsiteY0" fmla="*/ 311 h 2234714"/>
              <a:gd name="connsiteX1" fmla="*/ 1658132 w 2671591"/>
              <a:gd name="connsiteY1" fmla="*/ 121675 h 2234714"/>
              <a:gd name="connsiteX2" fmla="*/ 2391482 w 2671591"/>
              <a:gd name="connsiteY2" fmla="*/ 570868 h 2234714"/>
              <a:gd name="connsiteX3" fmla="*/ 2671591 w 2671591"/>
              <a:gd name="connsiteY3" fmla="*/ 1127080 h 2234714"/>
              <a:gd name="connsiteX4" fmla="*/ 2398520 w 2671591"/>
              <a:gd name="connsiteY4" fmla="*/ 1555152 h 2234714"/>
              <a:gd name="connsiteX5" fmla="*/ 1656724 w 2671591"/>
              <a:gd name="connsiteY5" fmla="*/ 2040957 h 2234714"/>
              <a:gd name="connsiteX6" fmla="*/ 436351 w 2671591"/>
              <a:gd name="connsiteY6" fmla="*/ 2146567 h 2234714"/>
              <a:gd name="connsiteX7" fmla="*/ 0 w 2671591"/>
              <a:gd name="connsiteY7" fmla="*/ 1127080 h 2234714"/>
              <a:gd name="connsiteX8" fmla="*/ 453241 w 2671591"/>
              <a:gd name="connsiteY8" fmla="*/ 130124 h 2234714"/>
              <a:gd name="connsiteX9" fmla="*/ 971829 w 2671591"/>
              <a:gd name="connsiteY9" fmla="*/ 311 h 223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71591" h="2234714">
                <a:moveTo>
                  <a:pt x="971829" y="311"/>
                </a:moveTo>
                <a:cubicBezTo>
                  <a:pt x="1208558" y="-4512"/>
                  <a:pt x="1452273" y="47220"/>
                  <a:pt x="1658132" y="121675"/>
                </a:cubicBezTo>
                <a:cubicBezTo>
                  <a:pt x="1922757" y="217427"/>
                  <a:pt x="2191606" y="370914"/>
                  <a:pt x="2391482" y="570868"/>
                </a:cubicBezTo>
                <a:cubicBezTo>
                  <a:pt x="2536463" y="715906"/>
                  <a:pt x="2671591" y="914452"/>
                  <a:pt x="2671591" y="1127080"/>
                </a:cubicBezTo>
                <a:cubicBezTo>
                  <a:pt x="2671591" y="1267893"/>
                  <a:pt x="2492828" y="1465031"/>
                  <a:pt x="2398520" y="1555152"/>
                </a:cubicBezTo>
                <a:cubicBezTo>
                  <a:pt x="2188790" y="1755106"/>
                  <a:pt x="1919942" y="1922674"/>
                  <a:pt x="1656724" y="2040957"/>
                </a:cubicBezTo>
                <a:cubicBezTo>
                  <a:pt x="1309052" y="2194443"/>
                  <a:pt x="796691" y="2329623"/>
                  <a:pt x="436351" y="2146567"/>
                </a:cubicBezTo>
                <a:cubicBezTo>
                  <a:pt x="71787" y="1960693"/>
                  <a:pt x="0" y="1496010"/>
                  <a:pt x="0" y="1127080"/>
                </a:cubicBezTo>
                <a:cubicBezTo>
                  <a:pt x="0" y="742660"/>
                  <a:pt x="95716" y="334303"/>
                  <a:pt x="453241" y="130124"/>
                </a:cubicBezTo>
                <a:cubicBezTo>
                  <a:pt x="607811" y="42027"/>
                  <a:pt x="787708" y="4063"/>
                  <a:pt x="971829" y="311"/>
                </a:cubicBezTo>
                <a:close/>
              </a:path>
            </a:pathLst>
          </a:custGeom>
          <a:solidFill>
            <a:schemeClr val="accent4"/>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900">
              <a:latin typeface="Century Gothic" panose="020B0502020202020204" pitchFamily="34" charset="0"/>
            </a:endParaRPr>
          </a:p>
        </p:txBody>
      </p:sp>
      <p:sp>
        <p:nvSpPr>
          <p:cNvPr id="47" name="Marcador de texto 45">
            <a:extLst>
              <a:ext uri="{FF2B5EF4-FFF2-40B4-BE49-F238E27FC236}">
                <a16:creationId xmlns:a16="http://schemas.microsoft.com/office/drawing/2014/main" id="{3CD4C20E-C082-FD4D-A311-92E3547AABB7}"/>
              </a:ext>
            </a:extLst>
          </p:cNvPr>
          <p:cNvSpPr>
            <a:spLocks noGrp="1"/>
          </p:cNvSpPr>
          <p:nvPr>
            <p:ph type="body" sz="quarter" idx="25" hasCustomPrompt="1"/>
          </p:nvPr>
        </p:nvSpPr>
        <p:spPr>
          <a:xfrm>
            <a:off x="757017" y="4572651"/>
            <a:ext cx="1706618"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8" name="Marcador de texto 45">
            <a:extLst>
              <a:ext uri="{FF2B5EF4-FFF2-40B4-BE49-F238E27FC236}">
                <a16:creationId xmlns:a16="http://schemas.microsoft.com/office/drawing/2014/main" id="{64695471-997E-0A44-94A4-28D79B498C6D}"/>
              </a:ext>
            </a:extLst>
          </p:cNvPr>
          <p:cNvSpPr>
            <a:spLocks noGrp="1"/>
          </p:cNvSpPr>
          <p:nvPr>
            <p:ph type="body" sz="quarter" idx="26" hasCustomPrompt="1"/>
          </p:nvPr>
        </p:nvSpPr>
        <p:spPr>
          <a:xfrm>
            <a:off x="752141" y="4907278"/>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49" name="Marcador de texto 45">
            <a:extLst>
              <a:ext uri="{FF2B5EF4-FFF2-40B4-BE49-F238E27FC236}">
                <a16:creationId xmlns:a16="http://schemas.microsoft.com/office/drawing/2014/main" id="{1BEE2C20-4E97-F94E-AB74-3B9600B6F633}"/>
              </a:ext>
            </a:extLst>
          </p:cNvPr>
          <p:cNvSpPr>
            <a:spLocks noGrp="1"/>
          </p:cNvSpPr>
          <p:nvPr>
            <p:ph type="body" sz="quarter" idx="27" hasCustomPrompt="1"/>
          </p:nvPr>
        </p:nvSpPr>
        <p:spPr>
          <a:xfrm>
            <a:off x="2999838" y="4572651"/>
            <a:ext cx="1706618"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0" name="Marcador de texto 45">
            <a:extLst>
              <a:ext uri="{FF2B5EF4-FFF2-40B4-BE49-F238E27FC236}">
                <a16:creationId xmlns:a16="http://schemas.microsoft.com/office/drawing/2014/main" id="{C69AA28B-6FAC-3C4C-92A3-5994FCA345D8}"/>
              </a:ext>
            </a:extLst>
          </p:cNvPr>
          <p:cNvSpPr>
            <a:spLocks noGrp="1"/>
          </p:cNvSpPr>
          <p:nvPr>
            <p:ph type="body" sz="quarter" idx="28" hasCustomPrompt="1"/>
          </p:nvPr>
        </p:nvSpPr>
        <p:spPr>
          <a:xfrm>
            <a:off x="2994962" y="4907278"/>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51" name="Marcador de texto 45">
            <a:extLst>
              <a:ext uri="{FF2B5EF4-FFF2-40B4-BE49-F238E27FC236}">
                <a16:creationId xmlns:a16="http://schemas.microsoft.com/office/drawing/2014/main" id="{6B18D854-813A-4944-AFFB-A55BDA42E679}"/>
              </a:ext>
            </a:extLst>
          </p:cNvPr>
          <p:cNvSpPr>
            <a:spLocks noGrp="1"/>
          </p:cNvSpPr>
          <p:nvPr>
            <p:ph type="body" sz="quarter" idx="29" hasCustomPrompt="1"/>
          </p:nvPr>
        </p:nvSpPr>
        <p:spPr>
          <a:xfrm>
            <a:off x="5242659" y="4572651"/>
            <a:ext cx="1706618"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2" name="Marcador de texto 45">
            <a:extLst>
              <a:ext uri="{FF2B5EF4-FFF2-40B4-BE49-F238E27FC236}">
                <a16:creationId xmlns:a16="http://schemas.microsoft.com/office/drawing/2014/main" id="{2C6D57E2-A7BB-084F-A2F9-2E2209F4E735}"/>
              </a:ext>
            </a:extLst>
          </p:cNvPr>
          <p:cNvSpPr>
            <a:spLocks noGrp="1"/>
          </p:cNvSpPr>
          <p:nvPr>
            <p:ph type="body" sz="quarter" idx="30" hasCustomPrompt="1"/>
          </p:nvPr>
        </p:nvSpPr>
        <p:spPr>
          <a:xfrm>
            <a:off x="5237783" y="4907278"/>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53" name="Marcador de texto 45">
            <a:extLst>
              <a:ext uri="{FF2B5EF4-FFF2-40B4-BE49-F238E27FC236}">
                <a16:creationId xmlns:a16="http://schemas.microsoft.com/office/drawing/2014/main" id="{97B3CC4F-1F9F-B34C-9A54-6A1D56AE4F10}"/>
              </a:ext>
            </a:extLst>
          </p:cNvPr>
          <p:cNvSpPr>
            <a:spLocks noGrp="1"/>
          </p:cNvSpPr>
          <p:nvPr>
            <p:ph type="body" sz="quarter" idx="31" hasCustomPrompt="1"/>
          </p:nvPr>
        </p:nvSpPr>
        <p:spPr>
          <a:xfrm>
            <a:off x="7485480" y="4572651"/>
            <a:ext cx="1706618"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4" name="Marcador de texto 45">
            <a:extLst>
              <a:ext uri="{FF2B5EF4-FFF2-40B4-BE49-F238E27FC236}">
                <a16:creationId xmlns:a16="http://schemas.microsoft.com/office/drawing/2014/main" id="{9756484B-B95F-914B-B3BC-E1DD2386A343}"/>
              </a:ext>
            </a:extLst>
          </p:cNvPr>
          <p:cNvSpPr>
            <a:spLocks noGrp="1"/>
          </p:cNvSpPr>
          <p:nvPr>
            <p:ph type="body" sz="quarter" idx="32" hasCustomPrompt="1"/>
          </p:nvPr>
        </p:nvSpPr>
        <p:spPr>
          <a:xfrm>
            <a:off x="7480604" y="4907278"/>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55" name="Marcador de texto 45">
            <a:extLst>
              <a:ext uri="{FF2B5EF4-FFF2-40B4-BE49-F238E27FC236}">
                <a16:creationId xmlns:a16="http://schemas.microsoft.com/office/drawing/2014/main" id="{3D486B3C-980C-3245-BBED-81FFCCC1018E}"/>
              </a:ext>
            </a:extLst>
          </p:cNvPr>
          <p:cNvSpPr>
            <a:spLocks noGrp="1"/>
          </p:cNvSpPr>
          <p:nvPr>
            <p:ph type="body" sz="quarter" idx="33" hasCustomPrompt="1"/>
          </p:nvPr>
        </p:nvSpPr>
        <p:spPr>
          <a:xfrm>
            <a:off x="9728300" y="4572651"/>
            <a:ext cx="1706618"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6" name="Marcador de texto 45">
            <a:extLst>
              <a:ext uri="{FF2B5EF4-FFF2-40B4-BE49-F238E27FC236}">
                <a16:creationId xmlns:a16="http://schemas.microsoft.com/office/drawing/2014/main" id="{54D8D16C-235B-5F42-95DC-11526668B42B}"/>
              </a:ext>
            </a:extLst>
          </p:cNvPr>
          <p:cNvSpPr>
            <a:spLocks noGrp="1"/>
          </p:cNvSpPr>
          <p:nvPr>
            <p:ph type="body" sz="quarter" idx="34" hasCustomPrompt="1"/>
          </p:nvPr>
        </p:nvSpPr>
        <p:spPr>
          <a:xfrm>
            <a:off x="9723425" y="4907278"/>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20" name="Line">
            <a:extLst>
              <a:ext uri="{FF2B5EF4-FFF2-40B4-BE49-F238E27FC236}">
                <a16:creationId xmlns:a16="http://schemas.microsoft.com/office/drawing/2014/main" id="{BFC4A774-495C-384C-AF84-E0C4A8C23514}"/>
              </a:ext>
            </a:extLst>
          </p:cNvPr>
          <p:cNvSpPr/>
          <p:nvPr userDrawn="1"/>
        </p:nvSpPr>
        <p:spPr>
          <a:xfrm>
            <a:off x="368284" y="1448780"/>
            <a:ext cx="855475" cy="0"/>
          </a:xfrm>
          <a:prstGeom prst="line">
            <a:avLst/>
          </a:prstGeom>
          <a:ln w="63500">
            <a:solidFill>
              <a:schemeClr val="accent3"/>
            </a:solidFill>
          </a:ln>
        </p:spPr>
        <p:txBody>
          <a:bodyPr lIns="60960" tIns="60960" rIns="60960" bIns="60960"/>
          <a:lstStyle/>
          <a:p>
            <a:endParaRPr sz="900">
              <a:latin typeface="Century Gothic" panose="020B0502020202020204" pitchFamily="34" charset="0"/>
            </a:endParaRPr>
          </a:p>
        </p:txBody>
      </p:sp>
      <p:sp>
        <p:nvSpPr>
          <p:cNvPr id="22" name="Marcador de texto 15">
            <a:extLst>
              <a:ext uri="{FF2B5EF4-FFF2-40B4-BE49-F238E27FC236}">
                <a16:creationId xmlns:a16="http://schemas.microsoft.com/office/drawing/2014/main" id="{70BE726D-37B7-7C40-A068-76594680D536}"/>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3" name="Slide Number Placeholder 5">
            <a:extLst>
              <a:ext uri="{FF2B5EF4-FFF2-40B4-BE49-F238E27FC236}">
                <a16:creationId xmlns:a16="http://schemas.microsoft.com/office/drawing/2014/main" id="{DE0D802A-8C25-F04E-9A89-106DD4BC17DB}"/>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360725915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Grafico No. 0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6" name="Marcador de texto 15">
            <a:extLst>
              <a:ext uri="{FF2B5EF4-FFF2-40B4-BE49-F238E27FC236}">
                <a16:creationId xmlns:a16="http://schemas.microsoft.com/office/drawing/2014/main" id="{480D7F35-A8F4-2A4A-B1D5-67F8DB410F60}"/>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1" name="Slide Number Placeholder 5">
            <a:extLst>
              <a:ext uri="{FF2B5EF4-FFF2-40B4-BE49-F238E27FC236}">
                <a16:creationId xmlns:a16="http://schemas.microsoft.com/office/drawing/2014/main" id="{BEF04FD9-AB3B-7742-B4DA-D38AD3B49ED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
        <p:nvSpPr>
          <p:cNvPr id="47" name="Marcador de texto 45">
            <a:extLst>
              <a:ext uri="{FF2B5EF4-FFF2-40B4-BE49-F238E27FC236}">
                <a16:creationId xmlns:a16="http://schemas.microsoft.com/office/drawing/2014/main" id="{3CD4C20E-C082-FD4D-A311-92E3547AABB7}"/>
              </a:ext>
            </a:extLst>
          </p:cNvPr>
          <p:cNvSpPr>
            <a:spLocks noGrp="1"/>
          </p:cNvSpPr>
          <p:nvPr>
            <p:ph type="body" sz="quarter" idx="25" hasCustomPrompt="1"/>
          </p:nvPr>
        </p:nvSpPr>
        <p:spPr>
          <a:xfrm>
            <a:off x="1122597" y="3307184"/>
            <a:ext cx="1207112" cy="243632"/>
          </a:xfrm>
          <a:prstGeom prst="rect">
            <a:avLst/>
          </a:prstGeom>
        </p:spPr>
        <p:txBody>
          <a:bodyPr lIns="0" tIns="0" rIns="0" bIns="0" anchor="ctr"/>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8" name="Marcador de texto 45">
            <a:extLst>
              <a:ext uri="{FF2B5EF4-FFF2-40B4-BE49-F238E27FC236}">
                <a16:creationId xmlns:a16="http://schemas.microsoft.com/office/drawing/2014/main" id="{64695471-997E-0A44-94A4-28D79B498C6D}"/>
              </a:ext>
            </a:extLst>
          </p:cNvPr>
          <p:cNvSpPr>
            <a:spLocks noGrp="1"/>
          </p:cNvSpPr>
          <p:nvPr>
            <p:ph type="body" sz="quarter" idx="26" hasCustomPrompt="1"/>
          </p:nvPr>
        </p:nvSpPr>
        <p:spPr>
          <a:xfrm>
            <a:off x="861881" y="5521291"/>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49" name="Marcador de texto 45">
            <a:extLst>
              <a:ext uri="{FF2B5EF4-FFF2-40B4-BE49-F238E27FC236}">
                <a16:creationId xmlns:a16="http://schemas.microsoft.com/office/drawing/2014/main" id="{1BEE2C20-4E97-F94E-AB74-3B9600B6F633}"/>
              </a:ext>
            </a:extLst>
          </p:cNvPr>
          <p:cNvSpPr>
            <a:spLocks noGrp="1"/>
          </p:cNvSpPr>
          <p:nvPr>
            <p:ph type="body" sz="quarter" idx="27" hasCustomPrompt="1"/>
          </p:nvPr>
        </p:nvSpPr>
        <p:spPr>
          <a:xfrm>
            <a:off x="3315769" y="3307184"/>
            <a:ext cx="1207112" cy="243632"/>
          </a:xfrm>
          <a:prstGeom prst="rect">
            <a:avLst/>
          </a:prstGeom>
        </p:spPr>
        <p:txBody>
          <a:bodyPr lIns="0" tIns="0" rIns="0" bIns="0" anchor="ctr"/>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0" name="Marcador de texto 45">
            <a:extLst>
              <a:ext uri="{FF2B5EF4-FFF2-40B4-BE49-F238E27FC236}">
                <a16:creationId xmlns:a16="http://schemas.microsoft.com/office/drawing/2014/main" id="{C69AA28B-6FAC-3C4C-92A3-5994FCA345D8}"/>
              </a:ext>
            </a:extLst>
          </p:cNvPr>
          <p:cNvSpPr>
            <a:spLocks noGrp="1"/>
          </p:cNvSpPr>
          <p:nvPr>
            <p:ph type="body" sz="quarter" idx="28" hasCustomPrompt="1"/>
          </p:nvPr>
        </p:nvSpPr>
        <p:spPr>
          <a:xfrm>
            <a:off x="3061140" y="5521291"/>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51" name="Marcador de texto 45">
            <a:extLst>
              <a:ext uri="{FF2B5EF4-FFF2-40B4-BE49-F238E27FC236}">
                <a16:creationId xmlns:a16="http://schemas.microsoft.com/office/drawing/2014/main" id="{6B18D854-813A-4944-AFFB-A55BDA42E679}"/>
              </a:ext>
            </a:extLst>
          </p:cNvPr>
          <p:cNvSpPr>
            <a:spLocks noGrp="1"/>
          </p:cNvSpPr>
          <p:nvPr>
            <p:ph type="body" sz="quarter" idx="29" hasCustomPrompt="1"/>
          </p:nvPr>
        </p:nvSpPr>
        <p:spPr>
          <a:xfrm>
            <a:off x="5500946" y="3307184"/>
            <a:ext cx="1207112" cy="243632"/>
          </a:xfrm>
          <a:prstGeom prst="rect">
            <a:avLst/>
          </a:prstGeom>
        </p:spPr>
        <p:txBody>
          <a:bodyPr lIns="0" tIns="0" rIns="0" bIns="0" anchor="ctr"/>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2" name="Marcador de texto 45">
            <a:extLst>
              <a:ext uri="{FF2B5EF4-FFF2-40B4-BE49-F238E27FC236}">
                <a16:creationId xmlns:a16="http://schemas.microsoft.com/office/drawing/2014/main" id="{2C6D57E2-A7BB-084F-A2F9-2E2209F4E735}"/>
              </a:ext>
            </a:extLst>
          </p:cNvPr>
          <p:cNvSpPr>
            <a:spLocks noGrp="1"/>
          </p:cNvSpPr>
          <p:nvPr>
            <p:ph type="body" sz="quarter" idx="30" hasCustomPrompt="1"/>
          </p:nvPr>
        </p:nvSpPr>
        <p:spPr>
          <a:xfrm>
            <a:off x="5237783" y="5521291"/>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53" name="Marcador de texto 45">
            <a:extLst>
              <a:ext uri="{FF2B5EF4-FFF2-40B4-BE49-F238E27FC236}">
                <a16:creationId xmlns:a16="http://schemas.microsoft.com/office/drawing/2014/main" id="{97B3CC4F-1F9F-B34C-9A54-6A1D56AE4F10}"/>
              </a:ext>
            </a:extLst>
          </p:cNvPr>
          <p:cNvSpPr>
            <a:spLocks noGrp="1"/>
          </p:cNvSpPr>
          <p:nvPr>
            <p:ph type="body" sz="quarter" idx="31" hasCustomPrompt="1"/>
          </p:nvPr>
        </p:nvSpPr>
        <p:spPr>
          <a:xfrm>
            <a:off x="7686123" y="3307184"/>
            <a:ext cx="1207112" cy="243632"/>
          </a:xfrm>
          <a:prstGeom prst="rect">
            <a:avLst/>
          </a:prstGeom>
        </p:spPr>
        <p:txBody>
          <a:bodyPr lIns="0" tIns="0" rIns="0" bIns="0" anchor="ctr"/>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4" name="Marcador de texto 45">
            <a:extLst>
              <a:ext uri="{FF2B5EF4-FFF2-40B4-BE49-F238E27FC236}">
                <a16:creationId xmlns:a16="http://schemas.microsoft.com/office/drawing/2014/main" id="{9756484B-B95F-914B-B3BC-E1DD2386A343}"/>
              </a:ext>
            </a:extLst>
          </p:cNvPr>
          <p:cNvSpPr>
            <a:spLocks noGrp="1"/>
          </p:cNvSpPr>
          <p:nvPr>
            <p:ph type="body" sz="quarter" idx="32" hasCustomPrompt="1"/>
          </p:nvPr>
        </p:nvSpPr>
        <p:spPr>
          <a:xfrm>
            <a:off x="7423500" y="5521291"/>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55" name="Marcador de texto 45">
            <a:extLst>
              <a:ext uri="{FF2B5EF4-FFF2-40B4-BE49-F238E27FC236}">
                <a16:creationId xmlns:a16="http://schemas.microsoft.com/office/drawing/2014/main" id="{3D486B3C-980C-3245-BBED-81FFCCC1018E}"/>
              </a:ext>
            </a:extLst>
          </p:cNvPr>
          <p:cNvSpPr>
            <a:spLocks noGrp="1"/>
          </p:cNvSpPr>
          <p:nvPr>
            <p:ph type="body" sz="quarter" idx="33" hasCustomPrompt="1"/>
          </p:nvPr>
        </p:nvSpPr>
        <p:spPr>
          <a:xfrm>
            <a:off x="9871300" y="3307184"/>
            <a:ext cx="1207112" cy="243632"/>
          </a:xfrm>
          <a:prstGeom prst="rect">
            <a:avLst/>
          </a:prstGeom>
        </p:spPr>
        <p:txBody>
          <a:bodyPr lIns="0" tIns="0" rIns="0" bIns="0" anchor="ctr"/>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6" name="Marcador de texto 45">
            <a:extLst>
              <a:ext uri="{FF2B5EF4-FFF2-40B4-BE49-F238E27FC236}">
                <a16:creationId xmlns:a16="http://schemas.microsoft.com/office/drawing/2014/main" id="{54D8D16C-235B-5F42-95DC-11526668B42B}"/>
              </a:ext>
            </a:extLst>
          </p:cNvPr>
          <p:cNvSpPr>
            <a:spLocks noGrp="1"/>
          </p:cNvSpPr>
          <p:nvPr>
            <p:ph type="body" sz="quarter" idx="34" hasCustomPrompt="1"/>
          </p:nvPr>
        </p:nvSpPr>
        <p:spPr>
          <a:xfrm>
            <a:off x="9609216" y="5521291"/>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30" name="Freeform 19">
            <a:extLst>
              <a:ext uri="{FF2B5EF4-FFF2-40B4-BE49-F238E27FC236}">
                <a16:creationId xmlns:a16="http://schemas.microsoft.com/office/drawing/2014/main" id="{78681997-8A5D-394B-9645-31EA3CD3D74B}"/>
              </a:ext>
            </a:extLst>
          </p:cNvPr>
          <p:cNvSpPr>
            <a:spLocks/>
          </p:cNvSpPr>
          <p:nvPr/>
        </p:nvSpPr>
        <p:spPr bwMode="auto">
          <a:xfrm>
            <a:off x="780440" y="4654692"/>
            <a:ext cx="955549" cy="720757"/>
          </a:xfrm>
          <a:custGeom>
            <a:avLst/>
            <a:gdLst>
              <a:gd name="T0" fmla="*/ 1038 w 1038"/>
              <a:gd name="T1" fmla="*/ 783 h 783"/>
              <a:gd name="T2" fmla="*/ 0 w 1038"/>
              <a:gd name="T3" fmla="*/ 488 h 783"/>
              <a:gd name="T4" fmla="*/ 0 w 1038"/>
              <a:gd name="T5" fmla="*/ 0 h 783"/>
              <a:gd name="T6" fmla="*/ 1038 w 1038"/>
              <a:gd name="T7" fmla="*/ 294 h 783"/>
              <a:gd name="T8" fmla="*/ 1038 w 1038"/>
              <a:gd name="T9" fmla="*/ 783 h 783"/>
            </a:gdLst>
            <a:ahLst/>
            <a:cxnLst>
              <a:cxn ang="0">
                <a:pos x="T0" y="T1"/>
              </a:cxn>
              <a:cxn ang="0">
                <a:pos x="T2" y="T3"/>
              </a:cxn>
              <a:cxn ang="0">
                <a:pos x="T4" y="T5"/>
              </a:cxn>
              <a:cxn ang="0">
                <a:pos x="T6" y="T7"/>
              </a:cxn>
              <a:cxn ang="0">
                <a:pos x="T8" y="T9"/>
              </a:cxn>
            </a:cxnLst>
            <a:rect l="0" t="0" r="r" b="b"/>
            <a:pathLst>
              <a:path w="1038" h="783">
                <a:moveTo>
                  <a:pt x="1038" y="783"/>
                </a:moveTo>
                <a:lnTo>
                  <a:pt x="0" y="488"/>
                </a:lnTo>
                <a:lnTo>
                  <a:pt x="0" y="0"/>
                </a:lnTo>
                <a:lnTo>
                  <a:pt x="1038" y="294"/>
                </a:lnTo>
                <a:lnTo>
                  <a:pt x="1038" y="783"/>
                </a:lnTo>
                <a:close/>
              </a:path>
            </a:pathLst>
          </a:custGeom>
          <a:solidFill>
            <a:schemeClr val="tx1">
              <a:lumMod val="75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30480" tIns="15240" rIns="30480" bIns="15240" numCol="1" anchor="t" anchorCtr="0" compatLnSpc="1">
            <a:prstTxWarp prst="textNoShape">
              <a:avLst/>
            </a:prstTxWarp>
          </a:bodyPr>
          <a:lstStyle/>
          <a:p>
            <a:endParaRPr lang="en-US" sz="800">
              <a:latin typeface="Century Gothic" panose="020B0502020202020204" pitchFamily="34" charset="0"/>
            </a:endParaRPr>
          </a:p>
        </p:txBody>
      </p:sp>
      <p:sp>
        <p:nvSpPr>
          <p:cNvPr id="31" name="Freeform 20">
            <a:extLst>
              <a:ext uri="{FF2B5EF4-FFF2-40B4-BE49-F238E27FC236}">
                <a16:creationId xmlns:a16="http://schemas.microsoft.com/office/drawing/2014/main" id="{A9040ED4-ABD9-D549-8C91-78E7580DEC1E}"/>
              </a:ext>
            </a:extLst>
          </p:cNvPr>
          <p:cNvSpPr>
            <a:spLocks/>
          </p:cNvSpPr>
          <p:nvPr/>
        </p:nvSpPr>
        <p:spPr bwMode="auto">
          <a:xfrm>
            <a:off x="1734147" y="4654692"/>
            <a:ext cx="954629" cy="720757"/>
          </a:xfrm>
          <a:custGeom>
            <a:avLst/>
            <a:gdLst>
              <a:gd name="T0" fmla="*/ 1037 w 1037"/>
              <a:gd name="T1" fmla="*/ 488 h 783"/>
              <a:gd name="T2" fmla="*/ 0 w 1037"/>
              <a:gd name="T3" fmla="*/ 783 h 783"/>
              <a:gd name="T4" fmla="*/ 0 w 1037"/>
              <a:gd name="T5" fmla="*/ 294 h 783"/>
              <a:gd name="T6" fmla="*/ 1037 w 1037"/>
              <a:gd name="T7" fmla="*/ 0 h 783"/>
              <a:gd name="T8" fmla="*/ 1037 w 1037"/>
              <a:gd name="T9" fmla="*/ 488 h 783"/>
            </a:gdLst>
            <a:ahLst/>
            <a:cxnLst>
              <a:cxn ang="0">
                <a:pos x="T0" y="T1"/>
              </a:cxn>
              <a:cxn ang="0">
                <a:pos x="T2" y="T3"/>
              </a:cxn>
              <a:cxn ang="0">
                <a:pos x="T4" y="T5"/>
              </a:cxn>
              <a:cxn ang="0">
                <a:pos x="T6" y="T7"/>
              </a:cxn>
              <a:cxn ang="0">
                <a:pos x="T8" y="T9"/>
              </a:cxn>
            </a:cxnLst>
            <a:rect l="0" t="0" r="r" b="b"/>
            <a:pathLst>
              <a:path w="1037" h="783">
                <a:moveTo>
                  <a:pt x="1037" y="488"/>
                </a:moveTo>
                <a:lnTo>
                  <a:pt x="0" y="783"/>
                </a:lnTo>
                <a:lnTo>
                  <a:pt x="0" y="294"/>
                </a:lnTo>
                <a:lnTo>
                  <a:pt x="1037" y="0"/>
                </a:lnTo>
                <a:lnTo>
                  <a:pt x="1037" y="488"/>
                </a:ln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30480" tIns="15240" rIns="30480" bIns="15240" numCol="1" anchor="t" anchorCtr="0" compatLnSpc="1">
            <a:prstTxWarp prst="textNoShape">
              <a:avLst/>
            </a:prstTxWarp>
          </a:bodyPr>
          <a:lstStyle/>
          <a:p>
            <a:endParaRPr lang="en-US" sz="800">
              <a:latin typeface="Century Gothic" panose="020B0502020202020204" pitchFamily="34" charset="0"/>
            </a:endParaRPr>
          </a:p>
        </p:txBody>
      </p:sp>
      <p:sp>
        <p:nvSpPr>
          <p:cNvPr id="32" name="Freeform 21">
            <a:extLst>
              <a:ext uri="{FF2B5EF4-FFF2-40B4-BE49-F238E27FC236}">
                <a16:creationId xmlns:a16="http://schemas.microsoft.com/office/drawing/2014/main" id="{DB1D950A-2519-EE45-B9C2-FE27C15F7597}"/>
              </a:ext>
            </a:extLst>
          </p:cNvPr>
          <p:cNvSpPr>
            <a:spLocks/>
          </p:cNvSpPr>
          <p:nvPr/>
        </p:nvSpPr>
        <p:spPr bwMode="auto">
          <a:xfrm>
            <a:off x="780440" y="4377619"/>
            <a:ext cx="1908336" cy="547702"/>
          </a:xfrm>
          <a:custGeom>
            <a:avLst/>
            <a:gdLst>
              <a:gd name="T0" fmla="*/ 2073 w 2073"/>
              <a:gd name="T1" fmla="*/ 301 h 595"/>
              <a:gd name="T2" fmla="*/ 1036 w 2073"/>
              <a:gd name="T3" fmla="*/ 595 h 595"/>
              <a:gd name="T4" fmla="*/ 0 w 2073"/>
              <a:gd name="T5" fmla="*/ 301 h 595"/>
              <a:gd name="T6" fmla="*/ 0 w 2073"/>
              <a:gd name="T7" fmla="*/ 295 h 595"/>
              <a:gd name="T8" fmla="*/ 1038 w 2073"/>
              <a:gd name="T9" fmla="*/ 0 h 595"/>
              <a:gd name="T10" fmla="*/ 2073 w 2073"/>
              <a:gd name="T11" fmla="*/ 295 h 595"/>
              <a:gd name="T12" fmla="*/ 2073 w 2073"/>
              <a:gd name="T13" fmla="*/ 301 h 595"/>
            </a:gdLst>
            <a:ahLst/>
            <a:cxnLst>
              <a:cxn ang="0">
                <a:pos x="T0" y="T1"/>
              </a:cxn>
              <a:cxn ang="0">
                <a:pos x="T2" y="T3"/>
              </a:cxn>
              <a:cxn ang="0">
                <a:pos x="T4" y="T5"/>
              </a:cxn>
              <a:cxn ang="0">
                <a:pos x="T6" y="T7"/>
              </a:cxn>
              <a:cxn ang="0">
                <a:pos x="T8" y="T9"/>
              </a:cxn>
              <a:cxn ang="0">
                <a:pos x="T10" y="T11"/>
              </a:cxn>
              <a:cxn ang="0">
                <a:pos x="T12" y="T13"/>
              </a:cxn>
            </a:cxnLst>
            <a:rect l="0" t="0" r="r" b="b"/>
            <a:pathLst>
              <a:path w="2073" h="595">
                <a:moveTo>
                  <a:pt x="2073" y="301"/>
                </a:moveTo>
                <a:lnTo>
                  <a:pt x="1036" y="595"/>
                </a:lnTo>
                <a:lnTo>
                  <a:pt x="0" y="301"/>
                </a:lnTo>
                <a:lnTo>
                  <a:pt x="0" y="295"/>
                </a:lnTo>
                <a:lnTo>
                  <a:pt x="1038" y="0"/>
                </a:lnTo>
                <a:lnTo>
                  <a:pt x="2073" y="295"/>
                </a:lnTo>
                <a:lnTo>
                  <a:pt x="2073" y="301"/>
                </a:ln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30480" tIns="15240" rIns="30480" bIns="15240" numCol="1" anchor="t" anchorCtr="0" compatLnSpc="1">
            <a:prstTxWarp prst="textNoShape">
              <a:avLst/>
            </a:prstTxWarp>
          </a:bodyPr>
          <a:lstStyle/>
          <a:p>
            <a:endParaRPr lang="en-US" sz="800">
              <a:latin typeface="Century Gothic" panose="020B0502020202020204" pitchFamily="34" charset="0"/>
            </a:endParaRPr>
          </a:p>
        </p:txBody>
      </p:sp>
      <p:grpSp>
        <p:nvGrpSpPr>
          <p:cNvPr id="34" name="Group 44">
            <a:extLst>
              <a:ext uri="{FF2B5EF4-FFF2-40B4-BE49-F238E27FC236}">
                <a16:creationId xmlns:a16="http://schemas.microsoft.com/office/drawing/2014/main" id="{CDC476D4-AEE9-F044-B9FB-3A5F8F426F55}"/>
              </a:ext>
            </a:extLst>
          </p:cNvPr>
          <p:cNvGrpSpPr/>
          <p:nvPr userDrawn="1"/>
        </p:nvGrpSpPr>
        <p:grpSpPr>
          <a:xfrm rot="16200000">
            <a:off x="1205032" y="4114080"/>
            <a:ext cx="1042240" cy="107637"/>
            <a:chOff x="2057400" y="2800350"/>
            <a:chExt cx="885242" cy="91440"/>
          </a:xfrm>
          <a:solidFill>
            <a:schemeClr val="tx1"/>
          </a:solidFill>
        </p:grpSpPr>
        <p:sp>
          <p:nvSpPr>
            <p:cNvPr id="35" name="Oval 45">
              <a:extLst>
                <a:ext uri="{FF2B5EF4-FFF2-40B4-BE49-F238E27FC236}">
                  <a16:creationId xmlns:a16="http://schemas.microsoft.com/office/drawing/2014/main" id="{993102D6-DD19-6A4A-AA07-4C6E90E3685D}"/>
                </a:ext>
              </a:extLst>
            </p:cNvPr>
            <p:cNvSpPr/>
            <p:nvPr/>
          </p:nvSpPr>
          <p:spPr>
            <a:xfrm rot="5400000">
              <a:off x="2057400" y="2800350"/>
              <a:ext cx="91440" cy="91440"/>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x-none" sz="450">
                <a:latin typeface="Century Gothic" panose="020B0502020202020204" pitchFamily="34" charset="0"/>
              </a:endParaRPr>
            </a:p>
          </p:txBody>
        </p:sp>
        <p:cxnSp>
          <p:nvCxnSpPr>
            <p:cNvPr id="37" name="Straight Connector 46">
              <a:extLst>
                <a:ext uri="{FF2B5EF4-FFF2-40B4-BE49-F238E27FC236}">
                  <a16:creationId xmlns:a16="http://schemas.microsoft.com/office/drawing/2014/main" id="{7E8C8497-3E51-8A40-9252-53122B732D4C}"/>
                </a:ext>
              </a:extLst>
            </p:cNvPr>
            <p:cNvCxnSpPr/>
            <p:nvPr/>
          </p:nvCxnSpPr>
          <p:spPr>
            <a:xfrm rot="5400000" flipV="1">
              <a:off x="2545741" y="2449169"/>
              <a:ext cx="0" cy="793803"/>
            </a:xfrm>
            <a:prstGeom prst="line">
              <a:avLst/>
            </a:prstGeom>
            <a:grpFill/>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40" name="Oval 63">
            <a:extLst>
              <a:ext uri="{FF2B5EF4-FFF2-40B4-BE49-F238E27FC236}">
                <a16:creationId xmlns:a16="http://schemas.microsoft.com/office/drawing/2014/main" id="{CFCC6C54-4936-3147-BEDD-4FA5D5A8E802}"/>
              </a:ext>
            </a:extLst>
          </p:cNvPr>
          <p:cNvSpPr/>
          <p:nvPr/>
        </p:nvSpPr>
        <p:spPr>
          <a:xfrm>
            <a:off x="1049064" y="1785021"/>
            <a:ext cx="1354175" cy="1354087"/>
          </a:xfrm>
          <a:prstGeom prst="ellips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latin typeface="Century Gothic" panose="020B0502020202020204" pitchFamily="34" charset="0"/>
            </a:endParaRPr>
          </a:p>
        </p:txBody>
      </p:sp>
      <p:sp>
        <p:nvSpPr>
          <p:cNvPr id="41" name="Oval 64">
            <a:extLst>
              <a:ext uri="{FF2B5EF4-FFF2-40B4-BE49-F238E27FC236}">
                <a16:creationId xmlns:a16="http://schemas.microsoft.com/office/drawing/2014/main" id="{6BC590FD-6244-C040-B7A2-E5932E567729}"/>
              </a:ext>
            </a:extLst>
          </p:cNvPr>
          <p:cNvSpPr/>
          <p:nvPr/>
        </p:nvSpPr>
        <p:spPr>
          <a:xfrm>
            <a:off x="1161003" y="1904212"/>
            <a:ext cx="1118126" cy="1118054"/>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latin typeface="Century Gothic" panose="020B0502020202020204" pitchFamily="34" charset="0"/>
            </a:endParaRPr>
          </a:p>
        </p:txBody>
      </p:sp>
      <p:sp>
        <p:nvSpPr>
          <p:cNvPr id="43" name="Oval 65">
            <a:extLst>
              <a:ext uri="{FF2B5EF4-FFF2-40B4-BE49-F238E27FC236}">
                <a16:creationId xmlns:a16="http://schemas.microsoft.com/office/drawing/2014/main" id="{0FE251CA-0999-AE4B-933C-FC53EC4BC79A}"/>
              </a:ext>
            </a:extLst>
          </p:cNvPr>
          <p:cNvSpPr/>
          <p:nvPr/>
        </p:nvSpPr>
        <p:spPr>
          <a:xfrm>
            <a:off x="1285239" y="2028440"/>
            <a:ext cx="869654" cy="86959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latin typeface="Century Gothic" panose="020B0502020202020204" pitchFamily="34" charset="0"/>
            </a:endParaRPr>
          </a:p>
        </p:txBody>
      </p:sp>
      <p:sp>
        <p:nvSpPr>
          <p:cNvPr id="64" name="Freeform 19">
            <a:extLst>
              <a:ext uri="{FF2B5EF4-FFF2-40B4-BE49-F238E27FC236}">
                <a16:creationId xmlns:a16="http://schemas.microsoft.com/office/drawing/2014/main" id="{5203C7E7-3EFB-5043-AE37-24CBE4431A70}"/>
              </a:ext>
            </a:extLst>
          </p:cNvPr>
          <p:cNvSpPr>
            <a:spLocks/>
          </p:cNvSpPr>
          <p:nvPr/>
        </p:nvSpPr>
        <p:spPr bwMode="auto">
          <a:xfrm>
            <a:off x="2965617" y="4654692"/>
            <a:ext cx="955549" cy="720757"/>
          </a:xfrm>
          <a:custGeom>
            <a:avLst/>
            <a:gdLst>
              <a:gd name="T0" fmla="*/ 1038 w 1038"/>
              <a:gd name="T1" fmla="*/ 783 h 783"/>
              <a:gd name="T2" fmla="*/ 0 w 1038"/>
              <a:gd name="T3" fmla="*/ 488 h 783"/>
              <a:gd name="T4" fmla="*/ 0 w 1038"/>
              <a:gd name="T5" fmla="*/ 0 h 783"/>
              <a:gd name="T6" fmla="*/ 1038 w 1038"/>
              <a:gd name="T7" fmla="*/ 294 h 783"/>
              <a:gd name="T8" fmla="*/ 1038 w 1038"/>
              <a:gd name="T9" fmla="*/ 783 h 783"/>
            </a:gdLst>
            <a:ahLst/>
            <a:cxnLst>
              <a:cxn ang="0">
                <a:pos x="T0" y="T1"/>
              </a:cxn>
              <a:cxn ang="0">
                <a:pos x="T2" y="T3"/>
              </a:cxn>
              <a:cxn ang="0">
                <a:pos x="T4" y="T5"/>
              </a:cxn>
              <a:cxn ang="0">
                <a:pos x="T6" y="T7"/>
              </a:cxn>
              <a:cxn ang="0">
                <a:pos x="T8" y="T9"/>
              </a:cxn>
            </a:cxnLst>
            <a:rect l="0" t="0" r="r" b="b"/>
            <a:pathLst>
              <a:path w="1038" h="783">
                <a:moveTo>
                  <a:pt x="1038" y="783"/>
                </a:moveTo>
                <a:lnTo>
                  <a:pt x="0" y="488"/>
                </a:lnTo>
                <a:lnTo>
                  <a:pt x="0" y="0"/>
                </a:lnTo>
                <a:lnTo>
                  <a:pt x="1038" y="294"/>
                </a:lnTo>
                <a:lnTo>
                  <a:pt x="1038" y="783"/>
                </a:ln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30480" tIns="15240" rIns="30480" bIns="15240" numCol="1" anchor="t" anchorCtr="0" compatLnSpc="1">
            <a:prstTxWarp prst="textNoShape">
              <a:avLst/>
            </a:prstTxWarp>
          </a:bodyPr>
          <a:lstStyle/>
          <a:p>
            <a:endParaRPr lang="en-US" sz="800">
              <a:latin typeface="Century Gothic" panose="020B0502020202020204" pitchFamily="34" charset="0"/>
            </a:endParaRPr>
          </a:p>
        </p:txBody>
      </p:sp>
      <p:sp>
        <p:nvSpPr>
          <p:cNvPr id="65" name="Freeform 20">
            <a:extLst>
              <a:ext uri="{FF2B5EF4-FFF2-40B4-BE49-F238E27FC236}">
                <a16:creationId xmlns:a16="http://schemas.microsoft.com/office/drawing/2014/main" id="{6B91F3B0-4452-8949-B360-781283D42729}"/>
              </a:ext>
            </a:extLst>
          </p:cNvPr>
          <p:cNvSpPr>
            <a:spLocks/>
          </p:cNvSpPr>
          <p:nvPr/>
        </p:nvSpPr>
        <p:spPr bwMode="auto">
          <a:xfrm>
            <a:off x="3919325" y="4654692"/>
            <a:ext cx="954629" cy="720757"/>
          </a:xfrm>
          <a:custGeom>
            <a:avLst/>
            <a:gdLst>
              <a:gd name="T0" fmla="*/ 1037 w 1037"/>
              <a:gd name="T1" fmla="*/ 488 h 783"/>
              <a:gd name="T2" fmla="*/ 0 w 1037"/>
              <a:gd name="T3" fmla="*/ 783 h 783"/>
              <a:gd name="T4" fmla="*/ 0 w 1037"/>
              <a:gd name="T5" fmla="*/ 294 h 783"/>
              <a:gd name="T6" fmla="*/ 1037 w 1037"/>
              <a:gd name="T7" fmla="*/ 0 h 783"/>
              <a:gd name="T8" fmla="*/ 1037 w 1037"/>
              <a:gd name="T9" fmla="*/ 488 h 783"/>
            </a:gdLst>
            <a:ahLst/>
            <a:cxnLst>
              <a:cxn ang="0">
                <a:pos x="T0" y="T1"/>
              </a:cxn>
              <a:cxn ang="0">
                <a:pos x="T2" y="T3"/>
              </a:cxn>
              <a:cxn ang="0">
                <a:pos x="T4" y="T5"/>
              </a:cxn>
              <a:cxn ang="0">
                <a:pos x="T6" y="T7"/>
              </a:cxn>
              <a:cxn ang="0">
                <a:pos x="T8" y="T9"/>
              </a:cxn>
            </a:cxnLst>
            <a:rect l="0" t="0" r="r" b="b"/>
            <a:pathLst>
              <a:path w="1037" h="783">
                <a:moveTo>
                  <a:pt x="1037" y="488"/>
                </a:moveTo>
                <a:lnTo>
                  <a:pt x="0" y="783"/>
                </a:lnTo>
                <a:lnTo>
                  <a:pt x="0" y="294"/>
                </a:lnTo>
                <a:lnTo>
                  <a:pt x="1037" y="0"/>
                </a:lnTo>
                <a:lnTo>
                  <a:pt x="1037" y="488"/>
                </a:lnTo>
                <a:close/>
              </a:path>
            </a:pathLst>
          </a:custGeom>
          <a:solidFill>
            <a:schemeClr val="tx1">
              <a:lumMod val="60000"/>
              <a:lumOff val="4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30480" tIns="15240" rIns="30480" bIns="15240" numCol="1" anchor="t" anchorCtr="0" compatLnSpc="1">
            <a:prstTxWarp prst="textNoShape">
              <a:avLst/>
            </a:prstTxWarp>
          </a:bodyPr>
          <a:lstStyle/>
          <a:p>
            <a:endParaRPr lang="en-US" sz="800">
              <a:latin typeface="Century Gothic" panose="020B0502020202020204" pitchFamily="34" charset="0"/>
            </a:endParaRPr>
          </a:p>
        </p:txBody>
      </p:sp>
      <p:sp>
        <p:nvSpPr>
          <p:cNvPr id="66" name="Freeform 21">
            <a:extLst>
              <a:ext uri="{FF2B5EF4-FFF2-40B4-BE49-F238E27FC236}">
                <a16:creationId xmlns:a16="http://schemas.microsoft.com/office/drawing/2014/main" id="{CD671AAD-FEB8-174D-B9B8-CECE19537D92}"/>
              </a:ext>
            </a:extLst>
          </p:cNvPr>
          <p:cNvSpPr>
            <a:spLocks/>
          </p:cNvSpPr>
          <p:nvPr/>
        </p:nvSpPr>
        <p:spPr bwMode="auto">
          <a:xfrm>
            <a:off x="2965617" y="4377619"/>
            <a:ext cx="1908336" cy="547702"/>
          </a:xfrm>
          <a:custGeom>
            <a:avLst/>
            <a:gdLst>
              <a:gd name="T0" fmla="*/ 2073 w 2073"/>
              <a:gd name="T1" fmla="*/ 301 h 595"/>
              <a:gd name="T2" fmla="*/ 1036 w 2073"/>
              <a:gd name="T3" fmla="*/ 595 h 595"/>
              <a:gd name="T4" fmla="*/ 0 w 2073"/>
              <a:gd name="T5" fmla="*/ 301 h 595"/>
              <a:gd name="T6" fmla="*/ 0 w 2073"/>
              <a:gd name="T7" fmla="*/ 295 h 595"/>
              <a:gd name="T8" fmla="*/ 1038 w 2073"/>
              <a:gd name="T9" fmla="*/ 0 h 595"/>
              <a:gd name="T10" fmla="*/ 2073 w 2073"/>
              <a:gd name="T11" fmla="*/ 295 h 595"/>
              <a:gd name="T12" fmla="*/ 2073 w 2073"/>
              <a:gd name="T13" fmla="*/ 301 h 595"/>
            </a:gdLst>
            <a:ahLst/>
            <a:cxnLst>
              <a:cxn ang="0">
                <a:pos x="T0" y="T1"/>
              </a:cxn>
              <a:cxn ang="0">
                <a:pos x="T2" y="T3"/>
              </a:cxn>
              <a:cxn ang="0">
                <a:pos x="T4" y="T5"/>
              </a:cxn>
              <a:cxn ang="0">
                <a:pos x="T6" y="T7"/>
              </a:cxn>
              <a:cxn ang="0">
                <a:pos x="T8" y="T9"/>
              </a:cxn>
              <a:cxn ang="0">
                <a:pos x="T10" y="T11"/>
              </a:cxn>
              <a:cxn ang="0">
                <a:pos x="T12" y="T13"/>
              </a:cxn>
            </a:cxnLst>
            <a:rect l="0" t="0" r="r" b="b"/>
            <a:pathLst>
              <a:path w="2073" h="595">
                <a:moveTo>
                  <a:pt x="2073" y="301"/>
                </a:moveTo>
                <a:lnTo>
                  <a:pt x="1036" y="595"/>
                </a:lnTo>
                <a:lnTo>
                  <a:pt x="0" y="301"/>
                </a:lnTo>
                <a:lnTo>
                  <a:pt x="0" y="295"/>
                </a:lnTo>
                <a:lnTo>
                  <a:pt x="1038" y="0"/>
                </a:lnTo>
                <a:lnTo>
                  <a:pt x="2073" y="295"/>
                </a:lnTo>
                <a:lnTo>
                  <a:pt x="2073" y="301"/>
                </a:ln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30480" tIns="15240" rIns="30480" bIns="15240" numCol="1" anchor="t" anchorCtr="0" compatLnSpc="1">
            <a:prstTxWarp prst="textNoShape">
              <a:avLst/>
            </a:prstTxWarp>
          </a:bodyPr>
          <a:lstStyle/>
          <a:p>
            <a:endParaRPr lang="en-US" sz="800">
              <a:latin typeface="Century Gothic" panose="020B0502020202020204" pitchFamily="34" charset="0"/>
            </a:endParaRPr>
          </a:p>
        </p:txBody>
      </p:sp>
      <p:grpSp>
        <p:nvGrpSpPr>
          <p:cNvPr id="57" name="Group 44">
            <a:extLst>
              <a:ext uri="{FF2B5EF4-FFF2-40B4-BE49-F238E27FC236}">
                <a16:creationId xmlns:a16="http://schemas.microsoft.com/office/drawing/2014/main" id="{742ABA62-7644-6246-BA45-1EDCCA623468}"/>
              </a:ext>
            </a:extLst>
          </p:cNvPr>
          <p:cNvGrpSpPr/>
          <p:nvPr userDrawn="1"/>
        </p:nvGrpSpPr>
        <p:grpSpPr>
          <a:xfrm rot="16200000">
            <a:off x="3390210" y="4114080"/>
            <a:ext cx="1042240" cy="107637"/>
            <a:chOff x="2057400" y="2800350"/>
            <a:chExt cx="885242" cy="91440"/>
          </a:xfrm>
          <a:solidFill>
            <a:schemeClr val="tx2"/>
          </a:solidFill>
        </p:grpSpPr>
        <p:sp>
          <p:nvSpPr>
            <p:cNvPr id="62" name="Oval 45">
              <a:extLst>
                <a:ext uri="{FF2B5EF4-FFF2-40B4-BE49-F238E27FC236}">
                  <a16:creationId xmlns:a16="http://schemas.microsoft.com/office/drawing/2014/main" id="{4956D4D3-A557-5349-9F4D-8D4C1F6CBA19}"/>
                </a:ext>
              </a:extLst>
            </p:cNvPr>
            <p:cNvSpPr/>
            <p:nvPr/>
          </p:nvSpPr>
          <p:spPr>
            <a:xfrm rot="5400000">
              <a:off x="2057400" y="2800350"/>
              <a:ext cx="91440" cy="91440"/>
            </a:xfrm>
            <a:prstGeom prst="ellipse">
              <a:avLst/>
            </a:prstGeom>
            <a:grp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x-none" sz="450">
                <a:latin typeface="Century Gothic" panose="020B0502020202020204" pitchFamily="34" charset="0"/>
              </a:endParaRPr>
            </a:p>
          </p:txBody>
        </p:sp>
        <p:cxnSp>
          <p:nvCxnSpPr>
            <p:cNvPr id="63" name="Straight Connector 46">
              <a:extLst>
                <a:ext uri="{FF2B5EF4-FFF2-40B4-BE49-F238E27FC236}">
                  <a16:creationId xmlns:a16="http://schemas.microsoft.com/office/drawing/2014/main" id="{D42DAC74-6724-9D43-9E14-A28CDA16DE2C}"/>
                </a:ext>
              </a:extLst>
            </p:cNvPr>
            <p:cNvCxnSpPr/>
            <p:nvPr/>
          </p:nvCxnSpPr>
          <p:spPr>
            <a:xfrm rot="5400000" flipV="1">
              <a:off x="2545741" y="2449169"/>
              <a:ext cx="0" cy="793803"/>
            </a:xfrm>
            <a:prstGeom prst="line">
              <a:avLst/>
            </a:prstGeom>
            <a:grpFill/>
            <a:ln w="127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
        <p:nvSpPr>
          <p:cNvPr id="76" name="Freeform 19">
            <a:extLst>
              <a:ext uri="{FF2B5EF4-FFF2-40B4-BE49-F238E27FC236}">
                <a16:creationId xmlns:a16="http://schemas.microsoft.com/office/drawing/2014/main" id="{3BE631A2-6B2D-F147-8EAB-9A78238D77B6}"/>
              </a:ext>
            </a:extLst>
          </p:cNvPr>
          <p:cNvSpPr>
            <a:spLocks/>
          </p:cNvSpPr>
          <p:nvPr/>
        </p:nvSpPr>
        <p:spPr bwMode="auto">
          <a:xfrm>
            <a:off x="5150794" y="4654692"/>
            <a:ext cx="955549" cy="720757"/>
          </a:xfrm>
          <a:custGeom>
            <a:avLst/>
            <a:gdLst>
              <a:gd name="T0" fmla="*/ 1038 w 1038"/>
              <a:gd name="T1" fmla="*/ 783 h 783"/>
              <a:gd name="T2" fmla="*/ 0 w 1038"/>
              <a:gd name="T3" fmla="*/ 488 h 783"/>
              <a:gd name="T4" fmla="*/ 0 w 1038"/>
              <a:gd name="T5" fmla="*/ 0 h 783"/>
              <a:gd name="T6" fmla="*/ 1038 w 1038"/>
              <a:gd name="T7" fmla="*/ 294 h 783"/>
              <a:gd name="T8" fmla="*/ 1038 w 1038"/>
              <a:gd name="T9" fmla="*/ 783 h 783"/>
            </a:gdLst>
            <a:ahLst/>
            <a:cxnLst>
              <a:cxn ang="0">
                <a:pos x="T0" y="T1"/>
              </a:cxn>
              <a:cxn ang="0">
                <a:pos x="T2" y="T3"/>
              </a:cxn>
              <a:cxn ang="0">
                <a:pos x="T4" y="T5"/>
              </a:cxn>
              <a:cxn ang="0">
                <a:pos x="T6" y="T7"/>
              </a:cxn>
              <a:cxn ang="0">
                <a:pos x="T8" y="T9"/>
              </a:cxn>
            </a:cxnLst>
            <a:rect l="0" t="0" r="r" b="b"/>
            <a:pathLst>
              <a:path w="1038" h="783">
                <a:moveTo>
                  <a:pt x="1038" y="783"/>
                </a:moveTo>
                <a:lnTo>
                  <a:pt x="0" y="488"/>
                </a:lnTo>
                <a:lnTo>
                  <a:pt x="0" y="0"/>
                </a:lnTo>
                <a:lnTo>
                  <a:pt x="1038" y="294"/>
                </a:lnTo>
                <a:lnTo>
                  <a:pt x="1038" y="783"/>
                </a:lnTo>
                <a:close/>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30480" tIns="15240" rIns="30480" bIns="15240" numCol="1" anchor="t" anchorCtr="0" compatLnSpc="1">
            <a:prstTxWarp prst="textNoShape">
              <a:avLst/>
            </a:prstTxWarp>
          </a:bodyPr>
          <a:lstStyle/>
          <a:p>
            <a:endParaRPr lang="en-US" sz="800">
              <a:latin typeface="Century Gothic" panose="020B0502020202020204" pitchFamily="34" charset="0"/>
            </a:endParaRPr>
          </a:p>
        </p:txBody>
      </p:sp>
      <p:sp>
        <p:nvSpPr>
          <p:cNvPr id="77" name="Freeform 20">
            <a:extLst>
              <a:ext uri="{FF2B5EF4-FFF2-40B4-BE49-F238E27FC236}">
                <a16:creationId xmlns:a16="http://schemas.microsoft.com/office/drawing/2014/main" id="{F7663AC5-9C86-884F-B959-C58AF70D4B60}"/>
              </a:ext>
            </a:extLst>
          </p:cNvPr>
          <p:cNvSpPr>
            <a:spLocks/>
          </p:cNvSpPr>
          <p:nvPr/>
        </p:nvSpPr>
        <p:spPr bwMode="auto">
          <a:xfrm>
            <a:off x="6104502" y="4654692"/>
            <a:ext cx="954629" cy="720757"/>
          </a:xfrm>
          <a:custGeom>
            <a:avLst/>
            <a:gdLst>
              <a:gd name="T0" fmla="*/ 1037 w 1037"/>
              <a:gd name="T1" fmla="*/ 488 h 783"/>
              <a:gd name="T2" fmla="*/ 0 w 1037"/>
              <a:gd name="T3" fmla="*/ 783 h 783"/>
              <a:gd name="T4" fmla="*/ 0 w 1037"/>
              <a:gd name="T5" fmla="*/ 294 h 783"/>
              <a:gd name="T6" fmla="*/ 1037 w 1037"/>
              <a:gd name="T7" fmla="*/ 0 h 783"/>
              <a:gd name="T8" fmla="*/ 1037 w 1037"/>
              <a:gd name="T9" fmla="*/ 488 h 783"/>
            </a:gdLst>
            <a:ahLst/>
            <a:cxnLst>
              <a:cxn ang="0">
                <a:pos x="T0" y="T1"/>
              </a:cxn>
              <a:cxn ang="0">
                <a:pos x="T2" y="T3"/>
              </a:cxn>
              <a:cxn ang="0">
                <a:pos x="T4" y="T5"/>
              </a:cxn>
              <a:cxn ang="0">
                <a:pos x="T6" y="T7"/>
              </a:cxn>
              <a:cxn ang="0">
                <a:pos x="T8" y="T9"/>
              </a:cxn>
            </a:cxnLst>
            <a:rect l="0" t="0" r="r" b="b"/>
            <a:pathLst>
              <a:path w="1037" h="783">
                <a:moveTo>
                  <a:pt x="1037" y="488"/>
                </a:moveTo>
                <a:lnTo>
                  <a:pt x="0" y="783"/>
                </a:lnTo>
                <a:lnTo>
                  <a:pt x="0" y="294"/>
                </a:lnTo>
                <a:lnTo>
                  <a:pt x="1037" y="0"/>
                </a:lnTo>
                <a:lnTo>
                  <a:pt x="1037" y="488"/>
                </a:ln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30480" tIns="15240" rIns="30480" bIns="15240" numCol="1" anchor="t" anchorCtr="0" compatLnSpc="1">
            <a:prstTxWarp prst="textNoShape">
              <a:avLst/>
            </a:prstTxWarp>
          </a:bodyPr>
          <a:lstStyle/>
          <a:p>
            <a:endParaRPr lang="en-US" sz="800">
              <a:latin typeface="Century Gothic" panose="020B0502020202020204" pitchFamily="34" charset="0"/>
            </a:endParaRPr>
          </a:p>
        </p:txBody>
      </p:sp>
      <p:sp>
        <p:nvSpPr>
          <p:cNvPr id="78" name="Freeform 21">
            <a:extLst>
              <a:ext uri="{FF2B5EF4-FFF2-40B4-BE49-F238E27FC236}">
                <a16:creationId xmlns:a16="http://schemas.microsoft.com/office/drawing/2014/main" id="{2970349E-5556-0348-9BCC-9BC29709AED1}"/>
              </a:ext>
            </a:extLst>
          </p:cNvPr>
          <p:cNvSpPr>
            <a:spLocks/>
          </p:cNvSpPr>
          <p:nvPr/>
        </p:nvSpPr>
        <p:spPr bwMode="auto">
          <a:xfrm>
            <a:off x="5150794" y="4377619"/>
            <a:ext cx="1908336" cy="547702"/>
          </a:xfrm>
          <a:custGeom>
            <a:avLst/>
            <a:gdLst>
              <a:gd name="T0" fmla="*/ 2073 w 2073"/>
              <a:gd name="T1" fmla="*/ 301 h 595"/>
              <a:gd name="T2" fmla="*/ 1036 w 2073"/>
              <a:gd name="T3" fmla="*/ 595 h 595"/>
              <a:gd name="T4" fmla="*/ 0 w 2073"/>
              <a:gd name="T5" fmla="*/ 301 h 595"/>
              <a:gd name="T6" fmla="*/ 0 w 2073"/>
              <a:gd name="T7" fmla="*/ 295 h 595"/>
              <a:gd name="T8" fmla="*/ 1038 w 2073"/>
              <a:gd name="T9" fmla="*/ 0 h 595"/>
              <a:gd name="T10" fmla="*/ 2073 w 2073"/>
              <a:gd name="T11" fmla="*/ 295 h 595"/>
              <a:gd name="T12" fmla="*/ 2073 w 2073"/>
              <a:gd name="T13" fmla="*/ 301 h 595"/>
            </a:gdLst>
            <a:ahLst/>
            <a:cxnLst>
              <a:cxn ang="0">
                <a:pos x="T0" y="T1"/>
              </a:cxn>
              <a:cxn ang="0">
                <a:pos x="T2" y="T3"/>
              </a:cxn>
              <a:cxn ang="0">
                <a:pos x="T4" y="T5"/>
              </a:cxn>
              <a:cxn ang="0">
                <a:pos x="T6" y="T7"/>
              </a:cxn>
              <a:cxn ang="0">
                <a:pos x="T8" y="T9"/>
              </a:cxn>
              <a:cxn ang="0">
                <a:pos x="T10" y="T11"/>
              </a:cxn>
              <a:cxn ang="0">
                <a:pos x="T12" y="T13"/>
              </a:cxn>
            </a:cxnLst>
            <a:rect l="0" t="0" r="r" b="b"/>
            <a:pathLst>
              <a:path w="2073" h="595">
                <a:moveTo>
                  <a:pt x="2073" y="301"/>
                </a:moveTo>
                <a:lnTo>
                  <a:pt x="1036" y="595"/>
                </a:lnTo>
                <a:lnTo>
                  <a:pt x="0" y="301"/>
                </a:lnTo>
                <a:lnTo>
                  <a:pt x="0" y="295"/>
                </a:lnTo>
                <a:lnTo>
                  <a:pt x="1038" y="0"/>
                </a:lnTo>
                <a:lnTo>
                  <a:pt x="2073" y="295"/>
                </a:lnTo>
                <a:lnTo>
                  <a:pt x="2073" y="301"/>
                </a:ln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30480" tIns="15240" rIns="30480" bIns="15240" numCol="1" anchor="t" anchorCtr="0" compatLnSpc="1">
            <a:prstTxWarp prst="textNoShape">
              <a:avLst/>
            </a:prstTxWarp>
          </a:bodyPr>
          <a:lstStyle/>
          <a:p>
            <a:endParaRPr lang="en-US" sz="800">
              <a:latin typeface="Century Gothic" panose="020B0502020202020204" pitchFamily="34" charset="0"/>
            </a:endParaRPr>
          </a:p>
        </p:txBody>
      </p:sp>
      <p:grpSp>
        <p:nvGrpSpPr>
          <p:cNvPr id="69" name="Group 44">
            <a:extLst>
              <a:ext uri="{FF2B5EF4-FFF2-40B4-BE49-F238E27FC236}">
                <a16:creationId xmlns:a16="http://schemas.microsoft.com/office/drawing/2014/main" id="{0BA72363-1154-A14E-AD38-9EBE01BEDD15}"/>
              </a:ext>
            </a:extLst>
          </p:cNvPr>
          <p:cNvGrpSpPr/>
          <p:nvPr userDrawn="1"/>
        </p:nvGrpSpPr>
        <p:grpSpPr>
          <a:xfrm rot="16200000">
            <a:off x="5575387" y="4114080"/>
            <a:ext cx="1042240" cy="107637"/>
            <a:chOff x="2057400" y="2800350"/>
            <a:chExt cx="885242" cy="91440"/>
          </a:xfrm>
          <a:solidFill>
            <a:schemeClr val="accent1"/>
          </a:solidFill>
        </p:grpSpPr>
        <p:sp>
          <p:nvSpPr>
            <p:cNvPr id="74" name="Oval 45">
              <a:extLst>
                <a:ext uri="{FF2B5EF4-FFF2-40B4-BE49-F238E27FC236}">
                  <a16:creationId xmlns:a16="http://schemas.microsoft.com/office/drawing/2014/main" id="{056C8257-DBBE-E54D-876B-25F1757C0E51}"/>
                </a:ext>
              </a:extLst>
            </p:cNvPr>
            <p:cNvSpPr/>
            <p:nvPr/>
          </p:nvSpPr>
          <p:spPr>
            <a:xfrm rot="5400000">
              <a:off x="2057400" y="2800350"/>
              <a:ext cx="91440" cy="91440"/>
            </a:xfrm>
            <a:prstGeom prst="ellipse">
              <a:avLst/>
            </a:prstGeom>
            <a:grp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x-none" sz="450">
                <a:latin typeface="Century Gothic" panose="020B0502020202020204" pitchFamily="34" charset="0"/>
              </a:endParaRPr>
            </a:p>
          </p:txBody>
        </p:sp>
        <p:cxnSp>
          <p:nvCxnSpPr>
            <p:cNvPr id="75" name="Straight Connector 46">
              <a:extLst>
                <a:ext uri="{FF2B5EF4-FFF2-40B4-BE49-F238E27FC236}">
                  <a16:creationId xmlns:a16="http://schemas.microsoft.com/office/drawing/2014/main" id="{EF86F254-4704-094D-9DF4-7E7D865BE605}"/>
                </a:ext>
              </a:extLst>
            </p:cNvPr>
            <p:cNvCxnSpPr/>
            <p:nvPr/>
          </p:nvCxnSpPr>
          <p:spPr>
            <a:xfrm rot="5400000" flipV="1">
              <a:off x="2545741" y="2449169"/>
              <a:ext cx="0" cy="793803"/>
            </a:xfrm>
            <a:prstGeom prst="line">
              <a:avLst/>
            </a:prstGeom>
            <a:grpFill/>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sp>
        <p:nvSpPr>
          <p:cNvPr id="88" name="Freeform 19">
            <a:extLst>
              <a:ext uri="{FF2B5EF4-FFF2-40B4-BE49-F238E27FC236}">
                <a16:creationId xmlns:a16="http://schemas.microsoft.com/office/drawing/2014/main" id="{0CA23B09-3DB8-EE48-9B49-3056E36927FD}"/>
              </a:ext>
            </a:extLst>
          </p:cNvPr>
          <p:cNvSpPr>
            <a:spLocks/>
          </p:cNvSpPr>
          <p:nvPr/>
        </p:nvSpPr>
        <p:spPr bwMode="auto">
          <a:xfrm>
            <a:off x="7335972" y="4654692"/>
            <a:ext cx="955549" cy="720757"/>
          </a:xfrm>
          <a:custGeom>
            <a:avLst/>
            <a:gdLst>
              <a:gd name="T0" fmla="*/ 1038 w 1038"/>
              <a:gd name="T1" fmla="*/ 783 h 783"/>
              <a:gd name="T2" fmla="*/ 0 w 1038"/>
              <a:gd name="T3" fmla="*/ 488 h 783"/>
              <a:gd name="T4" fmla="*/ 0 w 1038"/>
              <a:gd name="T5" fmla="*/ 0 h 783"/>
              <a:gd name="T6" fmla="*/ 1038 w 1038"/>
              <a:gd name="T7" fmla="*/ 294 h 783"/>
              <a:gd name="T8" fmla="*/ 1038 w 1038"/>
              <a:gd name="T9" fmla="*/ 783 h 783"/>
            </a:gdLst>
            <a:ahLst/>
            <a:cxnLst>
              <a:cxn ang="0">
                <a:pos x="T0" y="T1"/>
              </a:cxn>
              <a:cxn ang="0">
                <a:pos x="T2" y="T3"/>
              </a:cxn>
              <a:cxn ang="0">
                <a:pos x="T4" y="T5"/>
              </a:cxn>
              <a:cxn ang="0">
                <a:pos x="T6" y="T7"/>
              </a:cxn>
              <a:cxn ang="0">
                <a:pos x="T8" y="T9"/>
              </a:cxn>
            </a:cxnLst>
            <a:rect l="0" t="0" r="r" b="b"/>
            <a:pathLst>
              <a:path w="1038" h="783">
                <a:moveTo>
                  <a:pt x="1038" y="783"/>
                </a:moveTo>
                <a:lnTo>
                  <a:pt x="0" y="488"/>
                </a:lnTo>
                <a:lnTo>
                  <a:pt x="0" y="0"/>
                </a:lnTo>
                <a:lnTo>
                  <a:pt x="1038" y="294"/>
                </a:lnTo>
                <a:lnTo>
                  <a:pt x="1038" y="783"/>
                </a:ln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30480" tIns="15240" rIns="30480" bIns="15240" numCol="1" anchor="t" anchorCtr="0" compatLnSpc="1">
            <a:prstTxWarp prst="textNoShape">
              <a:avLst/>
            </a:prstTxWarp>
          </a:bodyPr>
          <a:lstStyle/>
          <a:p>
            <a:endParaRPr lang="en-US" sz="800">
              <a:latin typeface="Century Gothic" panose="020B0502020202020204" pitchFamily="34" charset="0"/>
            </a:endParaRPr>
          </a:p>
        </p:txBody>
      </p:sp>
      <p:sp>
        <p:nvSpPr>
          <p:cNvPr id="89" name="Freeform 20">
            <a:extLst>
              <a:ext uri="{FF2B5EF4-FFF2-40B4-BE49-F238E27FC236}">
                <a16:creationId xmlns:a16="http://schemas.microsoft.com/office/drawing/2014/main" id="{2C0A78F2-EBB1-A24F-A288-4501F4220522}"/>
              </a:ext>
            </a:extLst>
          </p:cNvPr>
          <p:cNvSpPr>
            <a:spLocks/>
          </p:cNvSpPr>
          <p:nvPr/>
        </p:nvSpPr>
        <p:spPr bwMode="auto">
          <a:xfrm>
            <a:off x="8289679" y="4654692"/>
            <a:ext cx="954629" cy="720757"/>
          </a:xfrm>
          <a:custGeom>
            <a:avLst/>
            <a:gdLst>
              <a:gd name="T0" fmla="*/ 1037 w 1037"/>
              <a:gd name="T1" fmla="*/ 488 h 783"/>
              <a:gd name="T2" fmla="*/ 0 w 1037"/>
              <a:gd name="T3" fmla="*/ 783 h 783"/>
              <a:gd name="T4" fmla="*/ 0 w 1037"/>
              <a:gd name="T5" fmla="*/ 294 h 783"/>
              <a:gd name="T6" fmla="*/ 1037 w 1037"/>
              <a:gd name="T7" fmla="*/ 0 h 783"/>
              <a:gd name="T8" fmla="*/ 1037 w 1037"/>
              <a:gd name="T9" fmla="*/ 488 h 783"/>
            </a:gdLst>
            <a:ahLst/>
            <a:cxnLst>
              <a:cxn ang="0">
                <a:pos x="T0" y="T1"/>
              </a:cxn>
              <a:cxn ang="0">
                <a:pos x="T2" y="T3"/>
              </a:cxn>
              <a:cxn ang="0">
                <a:pos x="T4" y="T5"/>
              </a:cxn>
              <a:cxn ang="0">
                <a:pos x="T6" y="T7"/>
              </a:cxn>
              <a:cxn ang="0">
                <a:pos x="T8" y="T9"/>
              </a:cxn>
            </a:cxnLst>
            <a:rect l="0" t="0" r="r" b="b"/>
            <a:pathLst>
              <a:path w="1037" h="783">
                <a:moveTo>
                  <a:pt x="1037" y="488"/>
                </a:moveTo>
                <a:lnTo>
                  <a:pt x="0" y="783"/>
                </a:lnTo>
                <a:lnTo>
                  <a:pt x="0" y="294"/>
                </a:lnTo>
                <a:lnTo>
                  <a:pt x="1037" y="0"/>
                </a:lnTo>
                <a:lnTo>
                  <a:pt x="1037" y="488"/>
                </a:lnTo>
                <a:close/>
              </a:path>
            </a:pathLst>
          </a:custGeom>
          <a:solidFill>
            <a:schemeClr val="accent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30480" tIns="15240" rIns="30480" bIns="15240" numCol="1" anchor="t" anchorCtr="0" compatLnSpc="1">
            <a:prstTxWarp prst="textNoShape">
              <a:avLst/>
            </a:prstTxWarp>
          </a:bodyPr>
          <a:lstStyle/>
          <a:p>
            <a:endParaRPr lang="en-US" sz="800">
              <a:latin typeface="Century Gothic" panose="020B0502020202020204" pitchFamily="34" charset="0"/>
            </a:endParaRPr>
          </a:p>
        </p:txBody>
      </p:sp>
      <p:sp>
        <p:nvSpPr>
          <p:cNvPr id="90" name="Freeform 21">
            <a:extLst>
              <a:ext uri="{FF2B5EF4-FFF2-40B4-BE49-F238E27FC236}">
                <a16:creationId xmlns:a16="http://schemas.microsoft.com/office/drawing/2014/main" id="{98FA75AD-026E-ED4B-8518-210591B15E59}"/>
              </a:ext>
            </a:extLst>
          </p:cNvPr>
          <p:cNvSpPr>
            <a:spLocks/>
          </p:cNvSpPr>
          <p:nvPr/>
        </p:nvSpPr>
        <p:spPr bwMode="auto">
          <a:xfrm>
            <a:off x="7335972" y="4377619"/>
            <a:ext cx="1908336" cy="547702"/>
          </a:xfrm>
          <a:custGeom>
            <a:avLst/>
            <a:gdLst>
              <a:gd name="T0" fmla="*/ 2073 w 2073"/>
              <a:gd name="T1" fmla="*/ 301 h 595"/>
              <a:gd name="T2" fmla="*/ 1036 w 2073"/>
              <a:gd name="T3" fmla="*/ 595 h 595"/>
              <a:gd name="T4" fmla="*/ 0 w 2073"/>
              <a:gd name="T5" fmla="*/ 301 h 595"/>
              <a:gd name="T6" fmla="*/ 0 w 2073"/>
              <a:gd name="T7" fmla="*/ 295 h 595"/>
              <a:gd name="T8" fmla="*/ 1038 w 2073"/>
              <a:gd name="T9" fmla="*/ 0 h 595"/>
              <a:gd name="T10" fmla="*/ 2073 w 2073"/>
              <a:gd name="T11" fmla="*/ 295 h 595"/>
              <a:gd name="T12" fmla="*/ 2073 w 2073"/>
              <a:gd name="T13" fmla="*/ 301 h 595"/>
            </a:gdLst>
            <a:ahLst/>
            <a:cxnLst>
              <a:cxn ang="0">
                <a:pos x="T0" y="T1"/>
              </a:cxn>
              <a:cxn ang="0">
                <a:pos x="T2" y="T3"/>
              </a:cxn>
              <a:cxn ang="0">
                <a:pos x="T4" y="T5"/>
              </a:cxn>
              <a:cxn ang="0">
                <a:pos x="T6" y="T7"/>
              </a:cxn>
              <a:cxn ang="0">
                <a:pos x="T8" y="T9"/>
              </a:cxn>
              <a:cxn ang="0">
                <a:pos x="T10" y="T11"/>
              </a:cxn>
              <a:cxn ang="0">
                <a:pos x="T12" y="T13"/>
              </a:cxn>
            </a:cxnLst>
            <a:rect l="0" t="0" r="r" b="b"/>
            <a:pathLst>
              <a:path w="2073" h="595">
                <a:moveTo>
                  <a:pt x="2073" y="301"/>
                </a:moveTo>
                <a:lnTo>
                  <a:pt x="1036" y="595"/>
                </a:lnTo>
                <a:lnTo>
                  <a:pt x="0" y="301"/>
                </a:lnTo>
                <a:lnTo>
                  <a:pt x="0" y="295"/>
                </a:lnTo>
                <a:lnTo>
                  <a:pt x="1038" y="0"/>
                </a:lnTo>
                <a:lnTo>
                  <a:pt x="2073" y="295"/>
                </a:lnTo>
                <a:lnTo>
                  <a:pt x="2073" y="301"/>
                </a:ln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30480" tIns="15240" rIns="30480" bIns="15240" numCol="1" anchor="t" anchorCtr="0" compatLnSpc="1">
            <a:prstTxWarp prst="textNoShape">
              <a:avLst/>
            </a:prstTxWarp>
          </a:bodyPr>
          <a:lstStyle/>
          <a:p>
            <a:endParaRPr lang="en-US" sz="800">
              <a:latin typeface="Century Gothic" panose="020B0502020202020204" pitchFamily="34" charset="0"/>
            </a:endParaRPr>
          </a:p>
        </p:txBody>
      </p:sp>
      <p:grpSp>
        <p:nvGrpSpPr>
          <p:cNvPr id="81" name="Group 44">
            <a:extLst>
              <a:ext uri="{FF2B5EF4-FFF2-40B4-BE49-F238E27FC236}">
                <a16:creationId xmlns:a16="http://schemas.microsoft.com/office/drawing/2014/main" id="{BC48F759-1B9E-EB42-8734-B975091327B2}"/>
              </a:ext>
            </a:extLst>
          </p:cNvPr>
          <p:cNvGrpSpPr/>
          <p:nvPr userDrawn="1"/>
        </p:nvGrpSpPr>
        <p:grpSpPr>
          <a:xfrm rot="16200000">
            <a:off x="7760564" y="4114080"/>
            <a:ext cx="1042240" cy="107637"/>
            <a:chOff x="2057400" y="2800350"/>
            <a:chExt cx="885242" cy="91440"/>
          </a:xfrm>
          <a:solidFill>
            <a:schemeClr val="accent3"/>
          </a:solidFill>
        </p:grpSpPr>
        <p:sp>
          <p:nvSpPr>
            <p:cNvPr id="86" name="Oval 45">
              <a:extLst>
                <a:ext uri="{FF2B5EF4-FFF2-40B4-BE49-F238E27FC236}">
                  <a16:creationId xmlns:a16="http://schemas.microsoft.com/office/drawing/2014/main" id="{D3089B25-496E-6741-934C-4109E18DA068}"/>
                </a:ext>
              </a:extLst>
            </p:cNvPr>
            <p:cNvSpPr/>
            <p:nvPr/>
          </p:nvSpPr>
          <p:spPr>
            <a:xfrm rot="5400000">
              <a:off x="2057400" y="2800350"/>
              <a:ext cx="91440" cy="91440"/>
            </a:xfrm>
            <a:prstGeom prst="ellipse">
              <a:avLst/>
            </a:prstGeom>
            <a:grp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x-none" sz="450">
                <a:latin typeface="Century Gothic" panose="020B0502020202020204" pitchFamily="34" charset="0"/>
              </a:endParaRPr>
            </a:p>
          </p:txBody>
        </p:sp>
        <p:cxnSp>
          <p:nvCxnSpPr>
            <p:cNvPr id="87" name="Straight Connector 46">
              <a:extLst>
                <a:ext uri="{FF2B5EF4-FFF2-40B4-BE49-F238E27FC236}">
                  <a16:creationId xmlns:a16="http://schemas.microsoft.com/office/drawing/2014/main" id="{02E75028-F8C0-2F40-9E26-26456A343116}"/>
                </a:ext>
              </a:extLst>
            </p:cNvPr>
            <p:cNvCxnSpPr/>
            <p:nvPr/>
          </p:nvCxnSpPr>
          <p:spPr>
            <a:xfrm rot="5400000" flipV="1">
              <a:off x="2545741" y="2449169"/>
              <a:ext cx="0" cy="793803"/>
            </a:xfrm>
            <a:prstGeom prst="line">
              <a:avLst/>
            </a:prstGeom>
            <a:grpFill/>
            <a:ln w="12700">
              <a:solidFill>
                <a:schemeClr val="accent3"/>
              </a:solidFill>
              <a:prstDash val="dash"/>
            </a:ln>
          </p:spPr>
          <p:style>
            <a:lnRef idx="1">
              <a:schemeClr val="accent1"/>
            </a:lnRef>
            <a:fillRef idx="0">
              <a:schemeClr val="accent1"/>
            </a:fillRef>
            <a:effectRef idx="0">
              <a:schemeClr val="accent1"/>
            </a:effectRef>
            <a:fontRef idx="minor">
              <a:schemeClr val="tx1"/>
            </a:fontRef>
          </p:style>
        </p:cxnSp>
      </p:grpSp>
      <p:sp>
        <p:nvSpPr>
          <p:cNvPr id="100" name="Freeform 19">
            <a:extLst>
              <a:ext uri="{FF2B5EF4-FFF2-40B4-BE49-F238E27FC236}">
                <a16:creationId xmlns:a16="http://schemas.microsoft.com/office/drawing/2014/main" id="{70DA9B32-754F-C54E-9F47-6ECBB53EC9DA}"/>
              </a:ext>
            </a:extLst>
          </p:cNvPr>
          <p:cNvSpPr>
            <a:spLocks/>
          </p:cNvSpPr>
          <p:nvPr/>
        </p:nvSpPr>
        <p:spPr bwMode="auto">
          <a:xfrm>
            <a:off x="9521149" y="4654692"/>
            <a:ext cx="955549" cy="720757"/>
          </a:xfrm>
          <a:custGeom>
            <a:avLst/>
            <a:gdLst>
              <a:gd name="T0" fmla="*/ 1038 w 1038"/>
              <a:gd name="T1" fmla="*/ 783 h 783"/>
              <a:gd name="T2" fmla="*/ 0 w 1038"/>
              <a:gd name="T3" fmla="*/ 488 h 783"/>
              <a:gd name="T4" fmla="*/ 0 w 1038"/>
              <a:gd name="T5" fmla="*/ 0 h 783"/>
              <a:gd name="T6" fmla="*/ 1038 w 1038"/>
              <a:gd name="T7" fmla="*/ 294 h 783"/>
              <a:gd name="T8" fmla="*/ 1038 w 1038"/>
              <a:gd name="T9" fmla="*/ 783 h 783"/>
            </a:gdLst>
            <a:ahLst/>
            <a:cxnLst>
              <a:cxn ang="0">
                <a:pos x="T0" y="T1"/>
              </a:cxn>
              <a:cxn ang="0">
                <a:pos x="T2" y="T3"/>
              </a:cxn>
              <a:cxn ang="0">
                <a:pos x="T4" y="T5"/>
              </a:cxn>
              <a:cxn ang="0">
                <a:pos x="T6" y="T7"/>
              </a:cxn>
              <a:cxn ang="0">
                <a:pos x="T8" y="T9"/>
              </a:cxn>
            </a:cxnLst>
            <a:rect l="0" t="0" r="r" b="b"/>
            <a:pathLst>
              <a:path w="1038" h="783">
                <a:moveTo>
                  <a:pt x="1038" y="783"/>
                </a:moveTo>
                <a:lnTo>
                  <a:pt x="0" y="488"/>
                </a:lnTo>
                <a:lnTo>
                  <a:pt x="0" y="0"/>
                </a:lnTo>
                <a:lnTo>
                  <a:pt x="1038" y="294"/>
                </a:lnTo>
                <a:lnTo>
                  <a:pt x="1038" y="783"/>
                </a:ln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30480" tIns="15240" rIns="30480" bIns="15240" numCol="1" anchor="t" anchorCtr="0" compatLnSpc="1">
            <a:prstTxWarp prst="textNoShape">
              <a:avLst/>
            </a:prstTxWarp>
          </a:bodyPr>
          <a:lstStyle/>
          <a:p>
            <a:endParaRPr lang="en-US" sz="800">
              <a:latin typeface="Century Gothic" panose="020B0502020202020204" pitchFamily="34" charset="0"/>
            </a:endParaRPr>
          </a:p>
        </p:txBody>
      </p:sp>
      <p:sp>
        <p:nvSpPr>
          <p:cNvPr id="101" name="Freeform 20">
            <a:extLst>
              <a:ext uri="{FF2B5EF4-FFF2-40B4-BE49-F238E27FC236}">
                <a16:creationId xmlns:a16="http://schemas.microsoft.com/office/drawing/2014/main" id="{ECF7155A-6679-4D4A-B098-035863C2D2DD}"/>
              </a:ext>
            </a:extLst>
          </p:cNvPr>
          <p:cNvSpPr>
            <a:spLocks/>
          </p:cNvSpPr>
          <p:nvPr/>
        </p:nvSpPr>
        <p:spPr bwMode="auto">
          <a:xfrm>
            <a:off x="10474856" y="4654692"/>
            <a:ext cx="954629" cy="720757"/>
          </a:xfrm>
          <a:custGeom>
            <a:avLst/>
            <a:gdLst>
              <a:gd name="T0" fmla="*/ 1037 w 1037"/>
              <a:gd name="T1" fmla="*/ 488 h 783"/>
              <a:gd name="T2" fmla="*/ 0 w 1037"/>
              <a:gd name="T3" fmla="*/ 783 h 783"/>
              <a:gd name="T4" fmla="*/ 0 w 1037"/>
              <a:gd name="T5" fmla="*/ 294 h 783"/>
              <a:gd name="T6" fmla="*/ 1037 w 1037"/>
              <a:gd name="T7" fmla="*/ 0 h 783"/>
              <a:gd name="T8" fmla="*/ 1037 w 1037"/>
              <a:gd name="T9" fmla="*/ 488 h 783"/>
            </a:gdLst>
            <a:ahLst/>
            <a:cxnLst>
              <a:cxn ang="0">
                <a:pos x="T0" y="T1"/>
              </a:cxn>
              <a:cxn ang="0">
                <a:pos x="T2" y="T3"/>
              </a:cxn>
              <a:cxn ang="0">
                <a:pos x="T4" y="T5"/>
              </a:cxn>
              <a:cxn ang="0">
                <a:pos x="T6" y="T7"/>
              </a:cxn>
              <a:cxn ang="0">
                <a:pos x="T8" y="T9"/>
              </a:cxn>
            </a:cxnLst>
            <a:rect l="0" t="0" r="r" b="b"/>
            <a:pathLst>
              <a:path w="1037" h="783">
                <a:moveTo>
                  <a:pt x="1037" y="488"/>
                </a:moveTo>
                <a:lnTo>
                  <a:pt x="0" y="783"/>
                </a:lnTo>
                <a:lnTo>
                  <a:pt x="0" y="294"/>
                </a:lnTo>
                <a:lnTo>
                  <a:pt x="1037" y="0"/>
                </a:lnTo>
                <a:lnTo>
                  <a:pt x="1037" y="488"/>
                </a:ln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30480" tIns="15240" rIns="30480" bIns="15240" numCol="1" anchor="t" anchorCtr="0" compatLnSpc="1">
            <a:prstTxWarp prst="textNoShape">
              <a:avLst/>
            </a:prstTxWarp>
          </a:bodyPr>
          <a:lstStyle/>
          <a:p>
            <a:endParaRPr lang="en-US" sz="800">
              <a:latin typeface="Century Gothic" panose="020B0502020202020204" pitchFamily="34" charset="0"/>
            </a:endParaRPr>
          </a:p>
        </p:txBody>
      </p:sp>
      <p:sp>
        <p:nvSpPr>
          <p:cNvPr id="102" name="Freeform 21">
            <a:extLst>
              <a:ext uri="{FF2B5EF4-FFF2-40B4-BE49-F238E27FC236}">
                <a16:creationId xmlns:a16="http://schemas.microsoft.com/office/drawing/2014/main" id="{965A998D-7116-D545-A213-A21336507A02}"/>
              </a:ext>
            </a:extLst>
          </p:cNvPr>
          <p:cNvSpPr>
            <a:spLocks/>
          </p:cNvSpPr>
          <p:nvPr/>
        </p:nvSpPr>
        <p:spPr bwMode="auto">
          <a:xfrm>
            <a:off x="9521149" y="4377619"/>
            <a:ext cx="1908336" cy="547702"/>
          </a:xfrm>
          <a:custGeom>
            <a:avLst/>
            <a:gdLst>
              <a:gd name="T0" fmla="*/ 2073 w 2073"/>
              <a:gd name="T1" fmla="*/ 301 h 595"/>
              <a:gd name="T2" fmla="*/ 1036 w 2073"/>
              <a:gd name="T3" fmla="*/ 595 h 595"/>
              <a:gd name="T4" fmla="*/ 0 w 2073"/>
              <a:gd name="T5" fmla="*/ 301 h 595"/>
              <a:gd name="T6" fmla="*/ 0 w 2073"/>
              <a:gd name="T7" fmla="*/ 295 h 595"/>
              <a:gd name="T8" fmla="*/ 1038 w 2073"/>
              <a:gd name="T9" fmla="*/ 0 h 595"/>
              <a:gd name="T10" fmla="*/ 2073 w 2073"/>
              <a:gd name="T11" fmla="*/ 295 h 595"/>
              <a:gd name="T12" fmla="*/ 2073 w 2073"/>
              <a:gd name="T13" fmla="*/ 301 h 595"/>
            </a:gdLst>
            <a:ahLst/>
            <a:cxnLst>
              <a:cxn ang="0">
                <a:pos x="T0" y="T1"/>
              </a:cxn>
              <a:cxn ang="0">
                <a:pos x="T2" y="T3"/>
              </a:cxn>
              <a:cxn ang="0">
                <a:pos x="T4" y="T5"/>
              </a:cxn>
              <a:cxn ang="0">
                <a:pos x="T6" y="T7"/>
              </a:cxn>
              <a:cxn ang="0">
                <a:pos x="T8" y="T9"/>
              </a:cxn>
              <a:cxn ang="0">
                <a:pos x="T10" y="T11"/>
              </a:cxn>
              <a:cxn ang="0">
                <a:pos x="T12" y="T13"/>
              </a:cxn>
            </a:cxnLst>
            <a:rect l="0" t="0" r="r" b="b"/>
            <a:pathLst>
              <a:path w="2073" h="595">
                <a:moveTo>
                  <a:pt x="2073" y="301"/>
                </a:moveTo>
                <a:lnTo>
                  <a:pt x="1036" y="595"/>
                </a:lnTo>
                <a:lnTo>
                  <a:pt x="0" y="301"/>
                </a:lnTo>
                <a:lnTo>
                  <a:pt x="0" y="295"/>
                </a:lnTo>
                <a:lnTo>
                  <a:pt x="1038" y="0"/>
                </a:lnTo>
                <a:lnTo>
                  <a:pt x="2073" y="295"/>
                </a:lnTo>
                <a:lnTo>
                  <a:pt x="2073" y="301"/>
                </a:lnTo>
                <a:close/>
              </a:path>
            </a:pathLst>
          </a:custGeom>
          <a:solidFill>
            <a:schemeClr val="accent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30480" tIns="15240" rIns="30480" bIns="15240" numCol="1" anchor="t" anchorCtr="0" compatLnSpc="1">
            <a:prstTxWarp prst="textNoShape">
              <a:avLst/>
            </a:prstTxWarp>
          </a:bodyPr>
          <a:lstStyle/>
          <a:p>
            <a:endParaRPr lang="en-US" sz="800">
              <a:latin typeface="Century Gothic" panose="020B0502020202020204" pitchFamily="34" charset="0"/>
            </a:endParaRPr>
          </a:p>
        </p:txBody>
      </p:sp>
      <p:grpSp>
        <p:nvGrpSpPr>
          <p:cNvPr id="93" name="Group 44">
            <a:extLst>
              <a:ext uri="{FF2B5EF4-FFF2-40B4-BE49-F238E27FC236}">
                <a16:creationId xmlns:a16="http://schemas.microsoft.com/office/drawing/2014/main" id="{8A9585AC-E4A3-1A46-9F6B-7195CBCE95EC}"/>
              </a:ext>
            </a:extLst>
          </p:cNvPr>
          <p:cNvGrpSpPr/>
          <p:nvPr userDrawn="1"/>
        </p:nvGrpSpPr>
        <p:grpSpPr>
          <a:xfrm rot="16200000">
            <a:off x="9945741" y="4114080"/>
            <a:ext cx="1042240" cy="107637"/>
            <a:chOff x="2057400" y="2800350"/>
            <a:chExt cx="885242" cy="91440"/>
          </a:xfrm>
          <a:solidFill>
            <a:schemeClr val="accent4"/>
          </a:solidFill>
        </p:grpSpPr>
        <p:sp>
          <p:nvSpPr>
            <p:cNvPr id="98" name="Oval 45">
              <a:extLst>
                <a:ext uri="{FF2B5EF4-FFF2-40B4-BE49-F238E27FC236}">
                  <a16:creationId xmlns:a16="http://schemas.microsoft.com/office/drawing/2014/main" id="{AE2CF06B-CB4E-6F40-8FAE-C4EAC2FFCF66}"/>
                </a:ext>
              </a:extLst>
            </p:cNvPr>
            <p:cNvSpPr/>
            <p:nvPr/>
          </p:nvSpPr>
          <p:spPr>
            <a:xfrm rot="5400000">
              <a:off x="2057400" y="2800350"/>
              <a:ext cx="91440" cy="91440"/>
            </a:xfrm>
            <a:prstGeom prst="ellipse">
              <a:avLst/>
            </a:prstGeom>
            <a:grp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x-none" sz="450">
                <a:latin typeface="Century Gothic" panose="020B0502020202020204" pitchFamily="34" charset="0"/>
              </a:endParaRPr>
            </a:p>
          </p:txBody>
        </p:sp>
        <p:cxnSp>
          <p:nvCxnSpPr>
            <p:cNvPr id="99" name="Straight Connector 46">
              <a:extLst>
                <a:ext uri="{FF2B5EF4-FFF2-40B4-BE49-F238E27FC236}">
                  <a16:creationId xmlns:a16="http://schemas.microsoft.com/office/drawing/2014/main" id="{7451B954-C774-3641-AC53-022408204D53}"/>
                </a:ext>
              </a:extLst>
            </p:cNvPr>
            <p:cNvCxnSpPr/>
            <p:nvPr/>
          </p:nvCxnSpPr>
          <p:spPr>
            <a:xfrm rot="5400000" flipV="1">
              <a:off x="2545741" y="2449169"/>
              <a:ext cx="0" cy="793803"/>
            </a:xfrm>
            <a:prstGeom prst="line">
              <a:avLst/>
            </a:prstGeom>
            <a:grpFill/>
            <a:ln w="12700">
              <a:solidFill>
                <a:schemeClr val="accent4"/>
              </a:solidFill>
              <a:prstDash val="dash"/>
            </a:ln>
          </p:spPr>
          <p:style>
            <a:lnRef idx="1">
              <a:schemeClr val="accent1"/>
            </a:lnRef>
            <a:fillRef idx="0">
              <a:schemeClr val="accent1"/>
            </a:fillRef>
            <a:effectRef idx="0">
              <a:schemeClr val="accent1"/>
            </a:effectRef>
            <a:fontRef idx="minor">
              <a:schemeClr val="tx1"/>
            </a:fontRef>
          </p:style>
        </p:cxnSp>
      </p:grpSp>
      <p:sp>
        <p:nvSpPr>
          <p:cNvPr id="104" name="Oval 63">
            <a:extLst>
              <a:ext uri="{FF2B5EF4-FFF2-40B4-BE49-F238E27FC236}">
                <a16:creationId xmlns:a16="http://schemas.microsoft.com/office/drawing/2014/main" id="{51F857C1-C4E3-5349-9838-C1B33A15F0F7}"/>
              </a:ext>
            </a:extLst>
          </p:cNvPr>
          <p:cNvSpPr/>
          <p:nvPr/>
        </p:nvSpPr>
        <p:spPr>
          <a:xfrm>
            <a:off x="3242237" y="1785021"/>
            <a:ext cx="1354175" cy="1354087"/>
          </a:xfrm>
          <a:prstGeom prst="ellipse">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latin typeface="Century Gothic" panose="020B0502020202020204" pitchFamily="34" charset="0"/>
            </a:endParaRPr>
          </a:p>
        </p:txBody>
      </p:sp>
      <p:sp>
        <p:nvSpPr>
          <p:cNvPr id="105" name="Oval 64">
            <a:extLst>
              <a:ext uri="{FF2B5EF4-FFF2-40B4-BE49-F238E27FC236}">
                <a16:creationId xmlns:a16="http://schemas.microsoft.com/office/drawing/2014/main" id="{04818612-DA00-0540-81AC-E2F0BA614064}"/>
              </a:ext>
            </a:extLst>
          </p:cNvPr>
          <p:cNvSpPr/>
          <p:nvPr/>
        </p:nvSpPr>
        <p:spPr>
          <a:xfrm>
            <a:off x="3354176" y="1904212"/>
            <a:ext cx="1118126" cy="1118054"/>
          </a:xfrm>
          <a:prstGeom prst="ellipse">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latin typeface="Century Gothic" panose="020B0502020202020204" pitchFamily="34" charset="0"/>
            </a:endParaRPr>
          </a:p>
        </p:txBody>
      </p:sp>
      <p:sp>
        <p:nvSpPr>
          <p:cNvPr id="106" name="Oval 65">
            <a:extLst>
              <a:ext uri="{FF2B5EF4-FFF2-40B4-BE49-F238E27FC236}">
                <a16:creationId xmlns:a16="http://schemas.microsoft.com/office/drawing/2014/main" id="{6ACC328C-43DC-C34D-8BDE-67E2002622DE}"/>
              </a:ext>
            </a:extLst>
          </p:cNvPr>
          <p:cNvSpPr/>
          <p:nvPr/>
        </p:nvSpPr>
        <p:spPr>
          <a:xfrm>
            <a:off x="3478412" y="2028440"/>
            <a:ext cx="869654" cy="86959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latin typeface="Century Gothic" panose="020B0502020202020204" pitchFamily="34" charset="0"/>
            </a:endParaRPr>
          </a:p>
        </p:txBody>
      </p:sp>
      <p:sp>
        <p:nvSpPr>
          <p:cNvPr id="108" name="Oval 63">
            <a:extLst>
              <a:ext uri="{FF2B5EF4-FFF2-40B4-BE49-F238E27FC236}">
                <a16:creationId xmlns:a16="http://schemas.microsoft.com/office/drawing/2014/main" id="{B225D9E6-0238-DC47-A48C-750CBE6D516F}"/>
              </a:ext>
            </a:extLst>
          </p:cNvPr>
          <p:cNvSpPr/>
          <p:nvPr/>
        </p:nvSpPr>
        <p:spPr>
          <a:xfrm>
            <a:off x="5418880" y="1785021"/>
            <a:ext cx="1354175" cy="1354087"/>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latin typeface="Century Gothic" panose="020B0502020202020204" pitchFamily="34" charset="0"/>
            </a:endParaRPr>
          </a:p>
        </p:txBody>
      </p:sp>
      <p:sp>
        <p:nvSpPr>
          <p:cNvPr id="109" name="Oval 64">
            <a:extLst>
              <a:ext uri="{FF2B5EF4-FFF2-40B4-BE49-F238E27FC236}">
                <a16:creationId xmlns:a16="http://schemas.microsoft.com/office/drawing/2014/main" id="{698CF7AC-CC2E-944E-9D58-7F3BDAED60D2}"/>
              </a:ext>
            </a:extLst>
          </p:cNvPr>
          <p:cNvSpPr/>
          <p:nvPr/>
        </p:nvSpPr>
        <p:spPr>
          <a:xfrm>
            <a:off x="5530819" y="1904212"/>
            <a:ext cx="1118126" cy="1118054"/>
          </a:xfrm>
          <a:prstGeom prst="ellipse">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latin typeface="Century Gothic" panose="020B0502020202020204" pitchFamily="34" charset="0"/>
            </a:endParaRPr>
          </a:p>
        </p:txBody>
      </p:sp>
      <p:sp>
        <p:nvSpPr>
          <p:cNvPr id="110" name="Oval 65">
            <a:extLst>
              <a:ext uri="{FF2B5EF4-FFF2-40B4-BE49-F238E27FC236}">
                <a16:creationId xmlns:a16="http://schemas.microsoft.com/office/drawing/2014/main" id="{9C005F4C-4F04-6E47-B122-8089D9565122}"/>
              </a:ext>
            </a:extLst>
          </p:cNvPr>
          <p:cNvSpPr/>
          <p:nvPr/>
        </p:nvSpPr>
        <p:spPr>
          <a:xfrm>
            <a:off x="5655055" y="2028440"/>
            <a:ext cx="869654" cy="86959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latin typeface="Century Gothic" panose="020B0502020202020204" pitchFamily="34" charset="0"/>
            </a:endParaRPr>
          </a:p>
        </p:txBody>
      </p:sp>
      <p:sp>
        <p:nvSpPr>
          <p:cNvPr id="112" name="Oval 63">
            <a:extLst>
              <a:ext uri="{FF2B5EF4-FFF2-40B4-BE49-F238E27FC236}">
                <a16:creationId xmlns:a16="http://schemas.microsoft.com/office/drawing/2014/main" id="{D30C2D58-51AC-084E-9CB1-FCB300F5AEAA}"/>
              </a:ext>
            </a:extLst>
          </p:cNvPr>
          <p:cNvSpPr/>
          <p:nvPr/>
        </p:nvSpPr>
        <p:spPr>
          <a:xfrm>
            <a:off x="7612592" y="1785021"/>
            <a:ext cx="1354175" cy="1354087"/>
          </a:xfrm>
          <a:prstGeom prst="ellipse">
            <a:avLst/>
          </a:pr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latin typeface="Century Gothic" panose="020B0502020202020204" pitchFamily="34" charset="0"/>
            </a:endParaRPr>
          </a:p>
        </p:txBody>
      </p:sp>
      <p:sp>
        <p:nvSpPr>
          <p:cNvPr id="113" name="Oval 64">
            <a:extLst>
              <a:ext uri="{FF2B5EF4-FFF2-40B4-BE49-F238E27FC236}">
                <a16:creationId xmlns:a16="http://schemas.microsoft.com/office/drawing/2014/main" id="{D7EF866D-63BE-A74C-9E84-2E21689CAEC5}"/>
              </a:ext>
            </a:extLst>
          </p:cNvPr>
          <p:cNvSpPr/>
          <p:nvPr/>
        </p:nvSpPr>
        <p:spPr>
          <a:xfrm>
            <a:off x="7724531" y="1904212"/>
            <a:ext cx="1118126" cy="1118054"/>
          </a:xfrm>
          <a:prstGeom prst="ellipse">
            <a:avLst/>
          </a:prstGeom>
          <a:solidFill>
            <a:schemeClr val="accent3">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latin typeface="Century Gothic" panose="020B0502020202020204" pitchFamily="34" charset="0"/>
            </a:endParaRPr>
          </a:p>
        </p:txBody>
      </p:sp>
      <p:sp>
        <p:nvSpPr>
          <p:cNvPr id="114" name="Oval 65">
            <a:extLst>
              <a:ext uri="{FF2B5EF4-FFF2-40B4-BE49-F238E27FC236}">
                <a16:creationId xmlns:a16="http://schemas.microsoft.com/office/drawing/2014/main" id="{A458D337-3D0E-0949-A2A6-9F1E0E109E83}"/>
              </a:ext>
            </a:extLst>
          </p:cNvPr>
          <p:cNvSpPr/>
          <p:nvPr/>
        </p:nvSpPr>
        <p:spPr>
          <a:xfrm>
            <a:off x="7848767" y="2028440"/>
            <a:ext cx="869654" cy="86959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latin typeface="Century Gothic" panose="020B0502020202020204" pitchFamily="34" charset="0"/>
            </a:endParaRPr>
          </a:p>
        </p:txBody>
      </p:sp>
      <p:sp>
        <p:nvSpPr>
          <p:cNvPr id="116" name="Oval 63">
            <a:extLst>
              <a:ext uri="{FF2B5EF4-FFF2-40B4-BE49-F238E27FC236}">
                <a16:creationId xmlns:a16="http://schemas.microsoft.com/office/drawing/2014/main" id="{CCFEE8F6-447E-694A-B8FB-90C991BF621F}"/>
              </a:ext>
            </a:extLst>
          </p:cNvPr>
          <p:cNvSpPr/>
          <p:nvPr/>
        </p:nvSpPr>
        <p:spPr>
          <a:xfrm>
            <a:off x="9788761" y="1785021"/>
            <a:ext cx="1354175" cy="1354087"/>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latin typeface="Century Gothic" panose="020B0502020202020204" pitchFamily="34" charset="0"/>
            </a:endParaRPr>
          </a:p>
        </p:txBody>
      </p:sp>
      <p:sp>
        <p:nvSpPr>
          <p:cNvPr id="117" name="Oval 64">
            <a:extLst>
              <a:ext uri="{FF2B5EF4-FFF2-40B4-BE49-F238E27FC236}">
                <a16:creationId xmlns:a16="http://schemas.microsoft.com/office/drawing/2014/main" id="{EEF4C116-2B31-4B44-B61C-63EF71C3B8B3}"/>
              </a:ext>
            </a:extLst>
          </p:cNvPr>
          <p:cNvSpPr/>
          <p:nvPr/>
        </p:nvSpPr>
        <p:spPr>
          <a:xfrm>
            <a:off x="9900700" y="1904212"/>
            <a:ext cx="1118126" cy="1118054"/>
          </a:xfrm>
          <a:prstGeom prst="ellipse">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latin typeface="Century Gothic" panose="020B0502020202020204" pitchFamily="34" charset="0"/>
            </a:endParaRPr>
          </a:p>
        </p:txBody>
      </p:sp>
      <p:sp>
        <p:nvSpPr>
          <p:cNvPr id="118" name="Oval 65">
            <a:extLst>
              <a:ext uri="{FF2B5EF4-FFF2-40B4-BE49-F238E27FC236}">
                <a16:creationId xmlns:a16="http://schemas.microsoft.com/office/drawing/2014/main" id="{6A166A93-C551-404C-BAB8-525BA370202C}"/>
              </a:ext>
            </a:extLst>
          </p:cNvPr>
          <p:cNvSpPr/>
          <p:nvPr/>
        </p:nvSpPr>
        <p:spPr>
          <a:xfrm>
            <a:off x="10024936" y="2028440"/>
            <a:ext cx="869654" cy="86959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solidFill>
              <a:latin typeface="Century Gothic" panose="020B0502020202020204" pitchFamily="34" charset="0"/>
            </a:endParaRPr>
          </a:p>
        </p:txBody>
      </p:sp>
      <p:sp>
        <p:nvSpPr>
          <p:cNvPr id="60" name="Line">
            <a:extLst>
              <a:ext uri="{FF2B5EF4-FFF2-40B4-BE49-F238E27FC236}">
                <a16:creationId xmlns:a16="http://schemas.microsoft.com/office/drawing/2014/main" id="{449B47E5-DE42-974D-B6B0-0BA815D2360E}"/>
              </a:ext>
            </a:extLst>
          </p:cNvPr>
          <p:cNvSpPr/>
          <p:nvPr userDrawn="1"/>
        </p:nvSpPr>
        <p:spPr>
          <a:xfrm>
            <a:off x="368284" y="1448780"/>
            <a:ext cx="855475" cy="0"/>
          </a:xfrm>
          <a:prstGeom prst="line">
            <a:avLst/>
          </a:prstGeom>
          <a:ln w="63500">
            <a:solidFill>
              <a:schemeClr val="accent3"/>
            </a:solidFill>
          </a:ln>
        </p:spPr>
        <p:txBody>
          <a:bodyPr lIns="60960" tIns="60960" rIns="60960" bIns="60960"/>
          <a:lstStyle/>
          <a:p>
            <a:endParaRPr sz="900">
              <a:latin typeface="Century Gothic" panose="020B0502020202020204" pitchFamily="34" charset="0"/>
            </a:endParaRPr>
          </a:p>
        </p:txBody>
      </p:sp>
    </p:spTree>
    <p:extLst>
      <p:ext uri="{BB962C8B-B14F-4D97-AF65-F5344CB8AC3E}">
        <p14:creationId xmlns:p14="http://schemas.microsoft.com/office/powerpoint/2010/main" val="312963928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Grafico No. 08">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55" name="Marcador de texto 45">
            <a:extLst>
              <a:ext uri="{FF2B5EF4-FFF2-40B4-BE49-F238E27FC236}">
                <a16:creationId xmlns:a16="http://schemas.microsoft.com/office/drawing/2014/main" id="{3D486B3C-980C-3245-BBED-81FFCCC1018E}"/>
              </a:ext>
            </a:extLst>
          </p:cNvPr>
          <p:cNvSpPr>
            <a:spLocks noGrp="1"/>
          </p:cNvSpPr>
          <p:nvPr>
            <p:ph type="body" sz="quarter" idx="33" hasCustomPrompt="1"/>
          </p:nvPr>
        </p:nvSpPr>
        <p:spPr>
          <a:xfrm>
            <a:off x="1392332" y="4869160"/>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6" name="Marcador de texto 45">
            <a:extLst>
              <a:ext uri="{FF2B5EF4-FFF2-40B4-BE49-F238E27FC236}">
                <a16:creationId xmlns:a16="http://schemas.microsoft.com/office/drawing/2014/main" id="{54D8D16C-235B-5F42-95DC-11526668B42B}"/>
              </a:ext>
            </a:extLst>
          </p:cNvPr>
          <p:cNvSpPr>
            <a:spLocks noGrp="1"/>
          </p:cNvSpPr>
          <p:nvPr>
            <p:ph type="body" sz="quarter" idx="34" hasCustomPrompt="1"/>
          </p:nvPr>
        </p:nvSpPr>
        <p:spPr>
          <a:xfrm>
            <a:off x="1137703" y="5263097"/>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pic>
        <p:nvPicPr>
          <p:cNvPr id="67" name="Picture 15">
            <a:extLst>
              <a:ext uri="{FF2B5EF4-FFF2-40B4-BE49-F238E27FC236}">
                <a16:creationId xmlns:a16="http://schemas.microsoft.com/office/drawing/2014/main" id="{02FB4B23-EBFF-994F-8F4E-75FC84BBE15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77607" y="4173908"/>
            <a:ext cx="64486" cy="436322"/>
          </a:xfrm>
          <a:prstGeom prst="rect">
            <a:avLst/>
          </a:prstGeom>
          <a:solidFill>
            <a:schemeClr val="accent5"/>
          </a:solidFill>
          <a:ln/>
          <a:effectLst/>
          <a:extLst>
            <a:ext uri="{91240B29-F687-4F45-9708-019B960494DF}">
              <a14:hiddenLine xmlns:a14="http://schemas.microsoft.com/office/drawing/2010/main" w="9525">
                <a:solidFill>
                  <a:srgbClr val="000000"/>
                </a:solidFill>
                <a:miter lim="800000"/>
                <a:headEnd/>
                <a:tailEnd/>
              </a14:hiddenLine>
            </a:ext>
          </a:extLst>
        </p:spPr>
      </p:pic>
      <p:sp>
        <p:nvSpPr>
          <p:cNvPr id="70" name="Freeform 33">
            <a:extLst>
              <a:ext uri="{FF2B5EF4-FFF2-40B4-BE49-F238E27FC236}">
                <a16:creationId xmlns:a16="http://schemas.microsoft.com/office/drawing/2014/main" id="{8022B3CF-049E-7641-980F-088D94DD9113}"/>
              </a:ext>
            </a:extLst>
          </p:cNvPr>
          <p:cNvSpPr>
            <a:spLocks noEditPoints="1"/>
          </p:cNvSpPr>
          <p:nvPr/>
        </p:nvSpPr>
        <p:spPr bwMode="auto">
          <a:xfrm>
            <a:off x="6650093" y="3856876"/>
            <a:ext cx="1070456" cy="1070387"/>
          </a:xfrm>
          <a:custGeom>
            <a:avLst/>
            <a:gdLst>
              <a:gd name="T0" fmla="*/ 281 w 657"/>
              <a:gd name="T1" fmla="*/ 648 h 657"/>
              <a:gd name="T2" fmla="*/ 329 w 657"/>
              <a:gd name="T3" fmla="*/ 657 h 657"/>
              <a:gd name="T4" fmla="*/ 411 w 657"/>
              <a:gd name="T5" fmla="*/ 635 h 657"/>
              <a:gd name="T6" fmla="*/ 371 w 657"/>
              <a:gd name="T7" fmla="*/ 654 h 657"/>
              <a:gd name="T8" fmla="*/ 200 w 657"/>
              <a:gd name="T9" fmla="*/ 625 h 657"/>
              <a:gd name="T10" fmla="*/ 245 w 657"/>
              <a:gd name="T11" fmla="*/ 646 h 657"/>
              <a:gd name="T12" fmla="*/ 488 w 657"/>
              <a:gd name="T13" fmla="*/ 604 h 657"/>
              <a:gd name="T14" fmla="*/ 452 w 657"/>
              <a:gd name="T15" fmla="*/ 632 h 657"/>
              <a:gd name="T16" fmla="*/ 128 w 657"/>
              <a:gd name="T17" fmla="*/ 582 h 657"/>
              <a:gd name="T18" fmla="*/ 167 w 657"/>
              <a:gd name="T19" fmla="*/ 614 h 657"/>
              <a:gd name="T20" fmla="*/ 553 w 657"/>
              <a:gd name="T21" fmla="*/ 553 h 657"/>
              <a:gd name="T22" fmla="*/ 525 w 657"/>
              <a:gd name="T23" fmla="*/ 590 h 657"/>
              <a:gd name="T24" fmla="*/ 69 w 657"/>
              <a:gd name="T25" fmla="*/ 521 h 657"/>
              <a:gd name="T26" fmla="*/ 100 w 657"/>
              <a:gd name="T27" fmla="*/ 562 h 657"/>
              <a:gd name="T28" fmla="*/ 604 w 657"/>
              <a:gd name="T29" fmla="*/ 487 h 657"/>
              <a:gd name="T30" fmla="*/ 585 w 657"/>
              <a:gd name="T31" fmla="*/ 530 h 657"/>
              <a:gd name="T32" fmla="*/ 28 w 657"/>
              <a:gd name="T33" fmla="*/ 447 h 657"/>
              <a:gd name="T34" fmla="*/ 49 w 657"/>
              <a:gd name="T35" fmla="*/ 495 h 657"/>
              <a:gd name="T36" fmla="*/ 636 w 657"/>
              <a:gd name="T37" fmla="*/ 411 h 657"/>
              <a:gd name="T38" fmla="*/ 627 w 657"/>
              <a:gd name="T39" fmla="*/ 457 h 657"/>
              <a:gd name="T40" fmla="*/ 7 w 657"/>
              <a:gd name="T41" fmla="*/ 366 h 657"/>
              <a:gd name="T42" fmla="*/ 16 w 657"/>
              <a:gd name="T43" fmla="*/ 418 h 657"/>
              <a:gd name="T44" fmla="*/ 647 w 657"/>
              <a:gd name="T45" fmla="*/ 328 h 657"/>
              <a:gd name="T46" fmla="*/ 657 w 657"/>
              <a:gd name="T47" fmla="*/ 328 h 657"/>
              <a:gd name="T48" fmla="*/ 0 w 657"/>
              <a:gd name="T49" fmla="*/ 329 h 657"/>
              <a:gd name="T50" fmla="*/ 13 w 657"/>
              <a:gd name="T51" fmla="*/ 287 h 657"/>
              <a:gd name="T52" fmla="*/ 649 w 657"/>
              <a:gd name="T53" fmla="*/ 291 h 657"/>
              <a:gd name="T54" fmla="*/ 646 w 657"/>
              <a:gd name="T55" fmla="*/ 242 h 657"/>
              <a:gd name="T56" fmla="*/ 16 w 657"/>
              <a:gd name="T57" fmla="*/ 250 h 657"/>
              <a:gd name="T58" fmla="*/ 32 w 657"/>
              <a:gd name="T59" fmla="*/ 200 h 657"/>
              <a:gd name="T60" fmla="*/ 627 w 657"/>
              <a:gd name="T61" fmla="*/ 209 h 657"/>
              <a:gd name="T62" fmla="*/ 613 w 657"/>
              <a:gd name="T63" fmla="*/ 163 h 657"/>
              <a:gd name="T64" fmla="*/ 48 w 657"/>
              <a:gd name="T65" fmla="*/ 172 h 657"/>
              <a:gd name="T66" fmla="*/ 75 w 657"/>
              <a:gd name="T67" fmla="*/ 128 h 657"/>
              <a:gd name="T68" fmla="*/ 585 w 657"/>
              <a:gd name="T69" fmla="*/ 136 h 657"/>
              <a:gd name="T70" fmla="*/ 560 w 657"/>
              <a:gd name="T71" fmla="*/ 95 h 657"/>
              <a:gd name="T72" fmla="*/ 100 w 657"/>
              <a:gd name="T73" fmla="*/ 105 h 657"/>
              <a:gd name="T74" fmla="*/ 136 w 657"/>
              <a:gd name="T75" fmla="*/ 69 h 657"/>
              <a:gd name="T76" fmla="*/ 525 w 657"/>
              <a:gd name="T77" fmla="*/ 77 h 657"/>
              <a:gd name="T78" fmla="*/ 492 w 657"/>
              <a:gd name="T79" fmla="*/ 43 h 657"/>
              <a:gd name="T80" fmla="*/ 167 w 657"/>
              <a:gd name="T81" fmla="*/ 54 h 657"/>
              <a:gd name="T82" fmla="*/ 209 w 657"/>
              <a:gd name="T83" fmla="*/ 28 h 657"/>
              <a:gd name="T84" fmla="*/ 452 w 657"/>
              <a:gd name="T85" fmla="*/ 35 h 657"/>
              <a:gd name="T86" fmla="*/ 413 w 657"/>
              <a:gd name="T87" fmla="*/ 11 h 657"/>
              <a:gd name="T88" fmla="*/ 244 w 657"/>
              <a:gd name="T89" fmla="*/ 21 h 657"/>
              <a:gd name="T90" fmla="*/ 291 w 657"/>
              <a:gd name="T91" fmla="*/ 7 h 657"/>
              <a:gd name="T92" fmla="*/ 370 w 657"/>
              <a:gd name="T93" fmla="*/ 13 h 657"/>
              <a:gd name="T94" fmla="*/ 323 w 657"/>
              <a:gd name="T95" fmla="*/ 5 h 657"/>
              <a:gd name="T96" fmla="*/ 375 w 657"/>
              <a:gd name="T97" fmla="*/ 8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7" h="657">
                <a:moveTo>
                  <a:pt x="329" y="657"/>
                </a:moveTo>
                <a:cubicBezTo>
                  <a:pt x="328" y="657"/>
                  <a:pt x="328" y="657"/>
                  <a:pt x="328" y="657"/>
                </a:cubicBezTo>
                <a:cubicBezTo>
                  <a:pt x="314" y="657"/>
                  <a:pt x="300" y="656"/>
                  <a:pt x="286" y="654"/>
                </a:cubicBezTo>
                <a:cubicBezTo>
                  <a:pt x="283" y="654"/>
                  <a:pt x="281" y="651"/>
                  <a:pt x="281" y="648"/>
                </a:cubicBezTo>
                <a:cubicBezTo>
                  <a:pt x="282" y="645"/>
                  <a:pt x="284" y="643"/>
                  <a:pt x="287" y="644"/>
                </a:cubicBezTo>
                <a:cubicBezTo>
                  <a:pt x="301" y="645"/>
                  <a:pt x="315" y="646"/>
                  <a:pt x="329" y="646"/>
                </a:cubicBezTo>
                <a:cubicBezTo>
                  <a:pt x="331" y="646"/>
                  <a:pt x="334" y="649"/>
                  <a:pt x="334" y="652"/>
                </a:cubicBezTo>
                <a:cubicBezTo>
                  <a:pt x="334" y="654"/>
                  <a:pt x="332" y="657"/>
                  <a:pt x="329" y="657"/>
                </a:cubicBezTo>
                <a:close/>
                <a:moveTo>
                  <a:pt x="371" y="654"/>
                </a:moveTo>
                <a:cubicBezTo>
                  <a:pt x="368" y="654"/>
                  <a:pt x="366" y="652"/>
                  <a:pt x="366" y="649"/>
                </a:cubicBezTo>
                <a:cubicBezTo>
                  <a:pt x="365" y="647"/>
                  <a:pt x="367" y="644"/>
                  <a:pt x="370" y="643"/>
                </a:cubicBezTo>
                <a:cubicBezTo>
                  <a:pt x="384" y="642"/>
                  <a:pt x="398" y="639"/>
                  <a:pt x="411" y="635"/>
                </a:cubicBezTo>
                <a:cubicBezTo>
                  <a:pt x="414" y="635"/>
                  <a:pt x="417" y="636"/>
                  <a:pt x="418" y="639"/>
                </a:cubicBezTo>
                <a:cubicBezTo>
                  <a:pt x="418" y="642"/>
                  <a:pt x="417" y="645"/>
                  <a:pt x="414" y="646"/>
                </a:cubicBezTo>
                <a:cubicBezTo>
                  <a:pt x="400" y="649"/>
                  <a:pt x="386" y="652"/>
                  <a:pt x="372" y="654"/>
                </a:cubicBezTo>
                <a:lnTo>
                  <a:pt x="371" y="654"/>
                </a:lnTo>
                <a:close/>
                <a:moveTo>
                  <a:pt x="245" y="646"/>
                </a:moveTo>
                <a:cubicBezTo>
                  <a:pt x="245" y="646"/>
                  <a:pt x="244" y="646"/>
                  <a:pt x="244" y="646"/>
                </a:cubicBezTo>
                <a:cubicBezTo>
                  <a:pt x="230" y="642"/>
                  <a:pt x="216" y="637"/>
                  <a:pt x="203" y="632"/>
                </a:cubicBezTo>
                <a:cubicBezTo>
                  <a:pt x="200" y="631"/>
                  <a:pt x="199" y="628"/>
                  <a:pt x="200" y="625"/>
                </a:cubicBezTo>
                <a:cubicBezTo>
                  <a:pt x="201" y="622"/>
                  <a:pt x="204" y="621"/>
                  <a:pt x="207" y="622"/>
                </a:cubicBezTo>
                <a:cubicBezTo>
                  <a:pt x="220" y="627"/>
                  <a:pt x="233" y="632"/>
                  <a:pt x="246" y="636"/>
                </a:cubicBezTo>
                <a:cubicBezTo>
                  <a:pt x="249" y="636"/>
                  <a:pt x="251" y="639"/>
                  <a:pt x="250" y="642"/>
                </a:cubicBezTo>
                <a:cubicBezTo>
                  <a:pt x="250" y="644"/>
                  <a:pt x="247" y="646"/>
                  <a:pt x="245" y="646"/>
                </a:cubicBezTo>
                <a:close/>
                <a:moveTo>
                  <a:pt x="452" y="632"/>
                </a:moveTo>
                <a:cubicBezTo>
                  <a:pt x="450" y="632"/>
                  <a:pt x="448" y="631"/>
                  <a:pt x="448" y="629"/>
                </a:cubicBezTo>
                <a:cubicBezTo>
                  <a:pt x="446" y="626"/>
                  <a:pt x="448" y="623"/>
                  <a:pt x="450" y="622"/>
                </a:cubicBezTo>
                <a:cubicBezTo>
                  <a:pt x="463" y="617"/>
                  <a:pt x="476" y="611"/>
                  <a:pt x="488" y="604"/>
                </a:cubicBezTo>
                <a:cubicBezTo>
                  <a:pt x="490" y="602"/>
                  <a:pt x="493" y="603"/>
                  <a:pt x="495" y="606"/>
                </a:cubicBezTo>
                <a:cubicBezTo>
                  <a:pt x="496" y="608"/>
                  <a:pt x="495" y="611"/>
                  <a:pt x="493" y="613"/>
                </a:cubicBezTo>
                <a:cubicBezTo>
                  <a:pt x="481" y="620"/>
                  <a:pt x="468" y="626"/>
                  <a:pt x="454" y="632"/>
                </a:cubicBezTo>
                <a:cubicBezTo>
                  <a:pt x="454" y="632"/>
                  <a:pt x="453" y="632"/>
                  <a:pt x="452" y="632"/>
                </a:cubicBezTo>
                <a:close/>
                <a:moveTo>
                  <a:pt x="167" y="614"/>
                </a:moveTo>
                <a:cubicBezTo>
                  <a:pt x="166" y="614"/>
                  <a:pt x="165" y="613"/>
                  <a:pt x="164" y="613"/>
                </a:cubicBezTo>
                <a:cubicBezTo>
                  <a:pt x="152" y="606"/>
                  <a:pt x="140" y="598"/>
                  <a:pt x="129" y="589"/>
                </a:cubicBezTo>
                <a:cubicBezTo>
                  <a:pt x="126" y="587"/>
                  <a:pt x="126" y="584"/>
                  <a:pt x="128" y="582"/>
                </a:cubicBezTo>
                <a:cubicBezTo>
                  <a:pt x="130" y="579"/>
                  <a:pt x="133" y="579"/>
                  <a:pt x="135" y="581"/>
                </a:cubicBezTo>
                <a:cubicBezTo>
                  <a:pt x="146" y="589"/>
                  <a:pt x="158" y="597"/>
                  <a:pt x="170" y="604"/>
                </a:cubicBezTo>
                <a:cubicBezTo>
                  <a:pt x="172" y="605"/>
                  <a:pt x="173" y="608"/>
                  <a:pt x="172" y="611"/>
                </a:cubicBezTo>
                <a:cubicBezTo>
                  <a:pt x="171" y="613"/>
                  <a:pt x="169" y="614"/>
                  <a:pt x="167" y="614"/>
                </a:cubicBezTo>
                <a:close/>
                <a:moveTo>
                  <a:pt x="525" y="590"/>
                </a:moveTo>
                <a:cubicBezTo>
                  <a:pt x="524" y="590"/>
                  <a:pt x="522" y="589"/>
                  <a:pt x="521" y="588"/>
                </a:cubicBezTo>
                <a:cubicBezTo>
                  <a:pt x="519" y="586"/>
                  <a:pt x="520" y="582"/>
                  <a:pt x="522" y="580"/>
                </a:cubicBezTo>
                <a:cubicBezTo>
                  <a:pt x="533" y="572"/>
                  <a:pt x="544" y="563"/>
                  <a:pt x="553" y="553"/>
                </a:cubicBezTo>
                <a:cubicBezTo>
                  <a:pt x="556" y="551"/>
                  <a:pt x="559" y="551"/>
                  <a:pt x="561" y="553"/>
                </a:cubicBezTo>
                <a:cubicBezTo>
                  <a:pt x="563" y="555"/>
                  <a:pt x="563" y="558"/>
                  <a:pt x="561" y="561"/>
                </a:cubicBezTo>
                <a:cubicBezTo>
                  <a:pt x="551" y="571"/>
                  <a:pt x="540" y="580"/>
                  <a:pt x="529" y="589"/>
                </a:cubicBezTo>
                <a:cubicBezTo>
                  <a:pt x="528" y="590"/>
                  <a:pt x="527" y="590"/>
                  <a:pt x="525" y="590"/>
                </a:cubicBezTo>
                <a:close/>
                <a:moveTo>
                  <a:pt x="100" y="562"/>
                </a:moveTo>
                <a:cubicBezTo>
                  <a:pt x="99" y="562"/>
                  <a:pt x="97" y="562"/>
                  <a:pt x="96" y="561"/>
                </a:cubicBezTo>
                <a:cubicBezTo>
                  <a:pt x="86" y="551"/>
                  <a:pt x="77" y="540"/>
                  <a:pt x="68" y="528"/>
                </a:cubicBezTo>
                <a:cubicBezTo>
                  <a:pt x="66" y="526"/>
                  <a:pt x="67" y="523"/>
                  <a:pt x="69" y="521"/>
                </a:cubicBezTo>
                <a:cubicBezTo>
                  <a:pt x="71" y="519"/>
                  <a:pt x="75" y="520"/>
                  <a:pt x="76" y="522"/>
                </a:cubicBezTo>
                <a:cubicBezTo>
                  <a:pt x="85" y="533"/>
                  <a:pt x="94" y="543"/>
                  <a:pt x="104" y="553"/>
                </a:cubicBezTo>
                <a:cubicBezTo>
                  <a:pt x="106" y="555"/>
                  <a:pt x="106" y="559"/>
                  <a:pt x="104" y="561"/>
                </a:cubicBezTo>
                <a:cubicBezTo>
                  <a:pt x="103" y="562"/>
                  <a:pt x="102" y="562"/>
                  <a:pt x="100" y="562"/>
                </a:cubicBezTo>
                <a:close/>
                <a:moveTo>
                  <a:pt x="585" y="530"/>
                </a:moveTo>
                <a:cubicBezTo>
                  <a:pt x="584" y="530"/>
                  <a:pt x="583" y="530"/>
                  <a:pt x="582" y="529"/>
                </a:cubicBezTo>
                <a:cubicBezTo>
                  <a:pt x="580" y="527"/>
                  <a:pt x="579" y="524"/>
                  <a:pt x="581" y="522"/>
                </a:cubicBezTo>
                <a:cubicBezTo>
                  <a:pt x="589" y="511"/>
                  <a:pt x="597" y="499"/>
                  <a:pt x="604" y="487"/>
                </a:cubicBezTo>
                <a:cubicBezTo>
                  <a:pt x="605" y="485"/>
                  <a:pt x="609" y="484"/>
                  <a:pt x="611" y="485"/>
                </a:cubicBezTo>
                <a:cubicBezTo>
                  <a:pt x="614" y="487"/>
                  <a:pt x="615" y="490"/>
                  <a:pt x="613" y="493"/>
                </a:cubicBezTo>
                <a:cubicBezTo>
                  <a:pt x="606" y="505"/>
                  <a:pt x="598" y="517"/>
                  <a:pt x="589" y="528"/>
                </a:cubicBezTo>
                <a:cubicBezTo>
                  <a:pt x="588" y="530"/>
                  <a:pt x="587" y="530"/>
                  <a:pt x="585" y="530"/>
                </a:cubicBezTo>
                <a:close/>
                <a:moveTo>
                  <a:pt x="49" y="495"/>
                </a:moveTo>
                <a:cubicBezTo>
                  <a:pt x="47" y="495"/>
                  <a:pt x="45" y="494"/>
                  <a:pt x="44" y="493"/>
                </a:cubicBezTo>
                <a:cubicBezTo>
                  <a:pt x="37" y="480"/>
                  <a:pt x="31" y="467"/>
                  <a:pt x="25" y="454"/>
                </a:cubicBezTo>
                <a:cubicBezTo>
                  <a:pt x="24" y="452"/>
                  <a:pt x="25" y="449"/>
                  <a:pt x="28" y="447"/>
                </a:cubicBezTo>
                <a:cubicBezTo>
                  <a:pt x="31" y="446"/>
                  <a:pt x="34" y="448"/>
                  <a:pt x="35" y="450"/>
                </a:cubicBezTo>
                <a:cubicBezTo>
                  <a:pt x="40" y="463"/>
                  <a:pt x="46" y="476"/>
                  <a:pt x="53" y="487"/>
                </a:cubicBezTo>
                <a:cubicBezTo>
                  <a:pt x="55" y="490"/>
                  <a:pt x="54" y="493"/>
                  <a:pt x="51" y="495"/>
                </a:cubicBezTo>
                <a:cubicBezTo>
                  <a:pt x="51" y="495"/>
                  <a:pt x="50" y="495"/>
                  <a:pt x="49" y="495"/>
                </a:cubicBezTo>
                <a:close/>
                <a:moveTo>
                  <a:pt x="627" y="457"/>
                </a:moveTo>
                <a:cubicBezTo>
                  <a:pt x="627" y="457"/>
                  <a:pt x="626" y="457"/>
                  <a:pt x="625" y="457"/>
                </a:cubicBezTo>
                <a:cubicBezTo>
                  <a:pt x="623" y="456"/>
                  <a:pt x="621" y="453"/>
                  <a:pt x="622" y="450"/>
                </a:cubicBezTo>
                <a:cubicBezTo>
                  <a:pt x="628" y="437"/>
                  <a:pt x="632" y="424"/>
                  <a:pt x="636" y="411"/>
                </a:cubicBezTo>
                <a:cubicBezTo>
                  <a:pt x="637" y="408"/>
                  <a:pt x="639" y="406"/>
                  <a:pt x="642" y="407"/>
                </a:cubicBezTo>
                <a:cubicBezTo>
                  <a:pt x="645" y="408"/>
                  <a:pt x="647" y="410"/>
                  <a:pt x="646" y="413"/>
                </a:cubicBezTo>
                <a:cubicBezTo>
                  <a:pt x="642" y="427"/>
                  <a:pt x="638" y="441"/>
                  <a:pt x="632" y="454"/>
                </a:cubicBezTo>
                <a:cubicBezTo>
                  <a:pt x="631" y="456"/>
                  <a:pt x="629" y="457"/>
                  <a:pt x="627" y="457"/>
                </a:cubicBezTo>
                <a:close/>
                <a:moveTo>
                  <a:pt x="16" y="418"/>
                </a:moveTo>
                <a:cubicBezTo>
                  <a:pt x="14" y="418"/>
                  <a:pt x="12" y="416"/>
                  <a:pt x="11" y="414"/>
                </a:cubicBezTo>
                <a:cubicBezTo>
                  <a:pt x="8" y="400"/>
                  <a:pt x="5" y="386"/>
                  <a:pt x="3" y="371"/>
                </a:cubicBezTo>
                <a:cubicBezTo>
                  <a:pt x="2" y="369"/>
                  <a:pt x="4" y="366"/>
                  <a:pt x="7" y="366"/>
                </a:cubicBezTo>
                <a:cubicBezTo>
                  <a:pt x="10" y="365"/>
                  <a:pt x="13" y="367"/>
                  <a:pt x="13" y="370"/>
                </a:cubicBezTo>
                <a:cubicBezTo>
                  <a:pt x="15" y="384"/>
                  <a:pt x="18" y="398"/>
                  <a:pt x="21" y="411"/>
                </a:cubicBezTo>
                <a:cubicBezTo>
                  <a:pt x="22" y="414"/>
                  <a:pt x="21" y="417"/>
                  <a:pt x="18" y="417"/>
                </a:cubicBezTo>
                <a:cubicBezTo>
                  <a:pt x="17" y="417"/>
                  <a:pt x="17" y="418"/>
                  <a:pt x="16" y="418"/>
                </a:cubicBezTo>
                <a:close/>
                <a:moveTo>
                  <a:pt x="649" y="376"/>
                </a:moveTo>
                <a:cubicBezTo>
                  <a:pt x="648" y="376"/>
                  <a:pt x="648" y="376"/>
                  <a:pt x="648" y="376"/>
                </a:cubicBezTo>
                <a:cubicBezTo>
                  <a:pt x="646" y="375"/>
                  <a:pt x="643" y="373"/>
                  <a:pt x="644" y="370"/>
                </a:cubicBezTo>
                <a:cubicBezTo>
                  <a:pt x="646" y="356"/>
                  <a:pt x="647" y="342"/>
                  <a:pt x="647" y="328"/>
                </a:cubicBezTo>
                <a:cubicBezTo>
                  <a:pt x="647" y="328"/>
                  <a:pt x="647" y="328"/>
                  <a:pt x="647" y="328"/>
                </a:cubicBezTo>
                <a:cubicBezTo>
                  <a:pt x="647" y="325"/>
                  <a:pt x="649" y="322"/>
                  <a:pt x="652" y="322"/>
                </a:cubicBezTo>
                <a:cubicBezTo>
                  <a:pt x="655" y="322"/>
                  <a:pt x="657" y="325"/>
                  <a:pt x="657" y="328"/>
                </a:cubicBezTo>
                <a:cubicBezTo>
                  <a:pt x="657" y="328"/>
                  <a:pt x="657" y="328"/>
                  <a:pt x="657" y="328"/>
                </a:cubicBezTo>
                <a:cubicBezTo>
                  <a:pt x="657" y="343"/>
                  <a:pt x="656" y="357"/>
                  <a:pt x="654" y="371"/>
                </a:cubicBezTo>
                <a:cubicBezTo>
                  <a:pt x="654" y="374"/>
                  <a:pt x="652" y="376"/>
                  <a:pt x="649" y="376"/>
                </a:cubicBezTo>
                <a:close/>
                <a:moveTo>
                  <a:pt x="5" y="334"/>
                </a:moveTo>
                <a:cubicBezTo>
                  <a:pt x="2" y="334"/>
                  <a:pt x="0" y="332"/>
                  <a:pt x="0" y="329"/>
                </a:cubicBezTo>
                <a:cubicBezTo>
                  <a:pt x="0" y="328"/>
                  <a:pt x="0" y="328"/>
                  <a:pt x="0" y="328"/>
                </a:cubicBezTo>
                <a:cubicBezTo>
                  <a:pt x="0" y="314"/>
                  <a:pt x="1" y="300"/>
                  <a:pt x="3" y="286"/>
                </a:cubicBezTo>
                <a:cubicBezTo>
                  <a:pt x="3" y="283"/>
                  <a:pt x="6" y="281"/>
                  <a:pt x="9" y="281"/>
                </a:cubicBezTo>
                <a:cubicBezTo>
                  <a:pt x="12" y="282"/>
                  <a:pt x="14" y="284"/>
                  <a:pt x="13" y="287"/>
                </a:cubicBezTo>
                <a:cubicBezTo>
                  <a:pt x="11" y="301"/>
                  <a:pt x="11" y="314"/>
                  <a:pt x="11" y="328"/>
                </a:cubicBezTo>
                <a:cubicBezTo>
                  <a:pt x="11" y="329"/>
                  <a:pt x="11" y="329"/>
                  <a:pt x="11" y="329"/>
                </a:cubicBezTo>
                <a:cubicBezTo>
                  <a:pt x="11" y="332"/>
                  <a:pt x="8" y="334"/>
                  <a:pt x="5" y="334"/>
                </a:cubicBezTo>
                <a:close/>
                <a:moveTo>
                  <a:pt x="649" y="291"/>
                </a:moveTo>
                <a:cubicBezTo>
                  <a:pt x="646" y="291"/>
                  <a:pt x="644" y="289"/>
                  <a:pt x="644" y="286"/>
                </a:cubicBezTo>
                <a:cubicBezTo>
                  <a:pt x="642" y="272"/>
                  <a:pt x="639" y="259"/>
                  <a:pt x="636" y="245"/>
                </a:cubicBezTo>
                <a:cubicBezTo>
                  <a:pt x="635" y="242"/>
                  <a:pt x="637" y="240"/>
                  <a:pt x="639" y="239"/>
                </a:cubicBezTo>
                <a:cubicBezTo>
                  <a:pt x="642" y="238"/>
                  <a:pt x="645" y="240"/>
                  <a:pt x="646" y="242"/>
                </a:cubicBezTo>
                <a:cubicBezTo>
                  <a:pt x="650" y="256"/>
                  <a:pt x="652" y="270"/>
                  <a:pt x="654" y="285"/>
                </a:cubicBezTo>
                <a:cubicBezTo>
                  <a:pt x="655" y="288"/>
                  <a:pt x="653" y="290"/>
                  <a:pt x="650" y="291"/>
                </a:cubicBezTo>
                <a:lnTo>
                  <a:pt x="649" y="291"/>
                </a:lnTo>
                <a:close/>
                <a:moveTo>
                  <a:pt x="16" y="250"/>
                </a:moveTo>
                <a:cubicBezTo>
                  <a:pt x="16" y="250"/>
                  <a:pt x="15" y="250"/>
                  <a:pt x="15" y="250"/>
                </a:cubicBezTo>
                <a:cubicBezTo>
                  <a:pt x="12" y="249"/>
                  <a:pt x="10" y="246"/>
                  <a:pt x="11" y="244"/>
                </a:cubicBezTo>
                <a:cubicBezTo>
                  <a:pt x="15" y="230"/>
                  <a:pt x="19" y="216"/>
                  <a:pt x="25" y="203"/>
                </a:cubicBezTo>
                <a:cubicBezTo>
                  <a:pt x="26" y="200"/>
                  <a:pt x="29" y="199"/>
                  <a:pt x="32" y="200"/>
                </a:cubicBezTo>
                <a:cubicBezTo>
                  <a:pt x="34" y="201"/>
                  <a:pt x="36" y="204"/>
                  <a:pt x="35" y="207"/>
                </a:cubicBezTo>
                <a:cubicBezTo>
                  <a:pt x="29" y="220"/>
                  <a:pt x="25" y="233"/>
                  <a:pt x="21" y="246"/>
                </a:cubicBezTo>
                <a:cubicBezTo>
                  <a:pt x="21" y="249"/>
                  <a:pt x="18" y="250"/>
                  <a:pt x="16" y="250"/>
                </a:cubicBezTo>
                <a:close/>
                <a:moveTo>
                  <a:pt x="627" y="209"/>
                </a:moveTo>
                <a:cubicBezTo>
                  <a:pt x="625" y="209"/>
                  <a:pt x="623" y="208"/>
                  <a:pt x="622" y="206"/>
                </a:cubicBezTo>
                <a:cubicBezTo>
                  <a:pt x="617" y="193"/>
                  <a:pt x="611" y="181"/>
                  <a:pt x="604" y="169"/>
                </a:cubicBezTo>
                <a:cubicBezTo>
                  <a:pt x="602" y="166"/>
                  <a:pt x="603" y="163"/>
                  <a:pt x="606" y="161"/>
                </a:cubicBezTo>
                <a:cubicBezTo>
                  <a:pt x="608" y="160"/>
                  <a:pt x="611" y="161"/>
                  <a:pt x="613" y="163"/>
                </a:cubicBezTo>
                <a:cubicBezTo>
                  <a:pt x="620" y="176"/>
                  <a:pt x="626" y="189"/>
                  <a:pt x="632" y="202"/>
                </a:cubicBezTo>
                <a:cubicBezTo>
                  <a:pt x="633" y="205"/>
                  <a:pt x="632" y="208"/>
                  <a:pt x="629" y="209"/>
                </a:cubicBezTo>
                <a:cubicBezTo>
                  <a:pt x="628" y="209"/>
                  <a:pt x="628" y="209"/>
                  <a:pt x="627" y="209"/>
                </a:cubicBezTo>
                <a:close/>
                <a:moveTo>
                  <a:pt x="48" y="172"/>
                </a:moveTo>
                <a:cubicBezTo>
                  <a:pt x="47" y="172"/>
                  <a:pt x="47" y="172"/>
                  <a:pt x="46" y="172"/>
                </a:cubicBezTo>
                <a:cubicBezTo>
                  <a:pt x="43" y="170"/>
                  <a:pt x="42" y="167"/>
                  <a:pt x="44" y="164"/>
                </a:cubicBezTo>
                <a:cubicBezTo>
                  <a:pt x="51" y="152"/>
                  <a:pt x="59" y="140"/>
                  <a:pt x="68" y="129"/>
                </a:cubicBezTo>
                <a:cubicBezTo>
                  <a:pt x="69" y="126"/>
                  <a:pt x="73" y="126"/>
                  <a:pt x="75" y="128"/>
                </a:cubicBezTo>
                <a:cubicBezTo>
                  <a:pt x="77" y="129"/>
                  <a:pt x="78" y="133"/>
                  <a:pt x="76" y="135"/>
                </a:cubicBezTo>
                <a:cubicBezTo>
                  <a:pt x="68" y="146"/>
                  <a:pt x="60" y="158"/>
                  <a:pt x="53" y="170"/>
                </a:cubicBezTo>
                <a:cubicBezTo>
                  <a:pt x="52" y="171"/>
                  <a:pt x="50" y="172"/>
                  <a:pt x="48" y="172"/>
                </a:cubicBezTo>
                <a:close/>
                <a:moveTo>
                  <a:pt x="585" y="136"/>
                </a:moveTo>
                <a:cubicBezTo>
                  <a:pt x="583" y="136"/>
                  <a:pt x="582" y="136"/>
                  <a:pt x="580" y="134"/>
                </a:cubicBezTo>
                <a:cubicBezTo>
                  <a:pt x="572" y="123"/>
                  <a:pt x="563" y="113"/>
                  <a:pt x="553" y="103"/>
                </a:cubicBezTo>
                <a:cubicBezTo>
                  <a:pt x="551" y="101"/>
                  <a:pt x="551" y="98"/>
                  <a:pt x="553" y="96"/>
                </a:cubicBezTo>
                <a:cubicBezTo>
                  <a:pt x="555" y="93"/>
                  <a:pt x="558" y="93"/>
                  <a:pt x="560" y="95"/>
                </a:cubicBezTo>
                <a:cubicBezTo>
                  <a:pt x="571" y="106"/>
                  <a:pt x="580" y="116"/>
                  <a:pt x="589" y="128"/>
                </a:cubicBezTo>
                <a:cubicBezTo>
                  <a:pt x="591" y="130"/>
                  <a:pt x="590" y="133"/>
                  <a:pt x="588" y="135"/>
                </a:cubicBezTo>
                <a:cubicBezTo>
                  <a:pt x="587" y="136"/>
                  <a:pt x="586" y="136"/>
                  <a:pt x="585" y="136"/>
                </a:cubicBezTo>
                <a:close/>
                <a:moveTo>
                  <a:pt x="100" y="105"/>
                </a:moveTo>
                <a:cubicBezTo>
                  <a:pt x="98" y="105"/>
                  <a:pt x="97" y="105"/>
                  <a:pt x="96" y="104"/>
                </a:cubicBezTo>
                <a:cubicBezTo>
                  <a:pt x="94" y="102"/>
                  <a:pt x="94" y="98"/>
                  <a:pt x="96" y="96"/>
                </a:cubicBezTo>
                <a:cubicBezTo>
                  <a:pt x="106" y="86"/>
                  <a:pt x="117" y="77"/>
                  <a:pt x="128" y="68"/>
                </a:cubicBezTo>
                <a:cubicBezTo>
                  <a:pt x="131" y="66"/>
                  <a:pt x="134" y="66"/>
                  <a:pt x="136" y="69"/>
                </a:cubicBezTo>
                <a:cubicBezTo>
                  <a:pt x="137" y="71"/>
                  <a:pt x="137" y="74"/>
                  <a:pt x="135" y="76"/>
                </a:cubicBezTo>
                <a:cubicBezTo>
                  <a:pt x="124" y="85"/>
                  <a:pt x="113" y="94"/>
                  <a:pt x="103" y="104"/>
                </a:cubicBezTo>
                <a:cubicBezTo>
                  <a:pt x="102" y="105"/>
                  <a:pt x="101" y="105"/>
                  <a:pt x="100" y="105"/>
                </a:cubicBezTo>
                <a:close/>
                <a:moveTo>
                  <a:pt x="525" y="77"/>
                </a:moveTo>
                <a:cubicBezTo>
                  <a:pt x="524" y="77"/>
                  <a:pt x="523" y="76"/>
                  <a:pt x="522" y="76"/>
                </a:cubicBezTo>
                <a:cubicBezTo>
                  <a:pt x="511" y="67"/>
                  <a:pt x="499" y="59"/>
                  <a:pt x="487" y="53"/>
                </a:cubicBezTo>
                <a:cubicBezTo>
                  <a:pt x="485" y="51"/>
                  <a:pt x="484" y="48"/>
                  <a:pt x="485" y="45"/>
                </a:cubicBezTo>
                <a:cubicBezTo>
                  <a:pt x="487" y="43"/>
                  <a:pt x="490" y="42"/>
                  <a:pt x="492" y="43"/>
                </a:cubicBezTo>
                <a:cubicBezTo>
                  <a:pt x="505" y="50"/>
                  <a:pt x="517" y="59"/>
                  <a:pt x="528" y="67"/>
                </a:cubicBezTo>
                <a:cubicBezTo>
                  <a:pt x="530" y="69"/>
                  <a:pt x="531" y="72"/>
                  <a:pt x="529" y="75"/>
                </a:cubicBezTo>
                <a:cubicBezTo>
                  <a:pt x="528" y="76"/>
                  <a:pt x="527" y="77"/>
                  <a:pt x="525" y="77"/>
                </a:cubicBezTo>
                <a:close/>
                <a:moveTo>
                  <a:pt x="167" y="54"/>
                </a:moveTo>
                <a:cubicBezTo>
                  <a:pt x="165" y="54"/>
                  <a:pt x="163" y="53"/>
                  <a:pt x="162" y="51"/>
                </a:cubicBezTo>
                <a:cubicBezTo>
                  <a:pt x="160" y="49"/>
                  <a:pt x="161" y="45"/>
                  <a:pt x="164" y="44"/>
                </a:cubicBezTo>
                <a:cubicBezTo>
                  <a:pt x="176" y="37"/>
                  <a:pt x="189" y="30"/>
                  <a:pt x="202" y="25"/>
                </a:cubicBezTo>
                <a:cubicBezTo>
                  <a:pt x="205" y="24"/>
                  <a:pt x="208" y="25"/>
                  <a:pt x="209" y="28"/>
                </a:cubicBezTo>
                <a:cubicBezTo>
                  <a:pt x="210" y="30"/>
                  <a:pt x="209" y="33"/>
                  <a:pt x="206" y="35"/>
                </a:cubicBezTo>
                <a:cubicBezTo>
                  <a:pt x="194" y="40"/>
                  <a:pt x="181" y="46"/>
                  <a:pt x="169" y="53"/>
                </a:cubicBezTo>
                <a:cubicBezTo>
                  <a:pt x="168" y="54"/>
                  <a:pt x="167" y="54"/>
                  <a:pt x="167" y="54"/>
                </a:cubicBezTo>
                <a:close/>
                <a:moveTo>
                  <a:pt x="452" y="35"/>
                </a:moveTo>
                <a:cubicBezTo>
                  <a:pt x="451" y="35"/>
                  <a:pt x="450" y="34"/>
                  <a:pt x="450" y="34"/>
                </a:cubicBezTo>
                <a:cubicBezTo>
                  <a:pt x="437" y="29"/>
                  <a:pt x="424" y="24"/>
                  <a:pt x="410" y="21"/>
                </a:cubicBezTo>
                <a:cubicBezTo>
                  <a:pt x="408" y="20"/>
                  <a:pt x="406" y="17"/>
                  <a:pt x="407" y="14"/>
                </a:cubicBezTo>
                <a:cubicBezTo>
                  <a:pt x="407" y="12"/>
                  <a:pt x="410" y="10"/>
                  <a:pt x="413" y="11"/>
                </a:cubicBezTo>
                <a:cubicBezTo>
                  <a:pt x="427" y="14"/>
                  <a:pt x="441" y="19"/>
                  <a:pt x="454" y="24"/>
                </a:cubicBezTo>
                <a:cubicBezTo>
                  <a:pt x="457" y="25"/>
                  <a:pt x="458" y="29"/>
                  <a:pt x="457" y="31"/>
                </a:cubicBezTo>
                <a:cubicBezTo>
                  <a:pt x="456" y="33"/>
                  <a:pt x="454" y="35"/>
                  <a:pt x="452" y="35"/>
                </a:cubicBezTo>
                <a:close/>
                <a:moveTo>
                  <a:pt x="244" y="21"/>
                </a:moveTo>
                <a:cubicBezTo>
                  <a:pt x="242" y="21"/>
                  <a:pt x="240" y="20"/>
                  <a:pt x="239" y="17"/>
                </a:cubicBezTo>
                <a:cubicBezTo>
                  <a:pt x="239" y="15"/>
                  <a:pt x="240" y="12"/>
                  <a:pt x="243" y="11"/>
                </a:cubicBezTo>
                <a:cubicBezTo>
                  <a:pt x="257" y="7"/>
                  <a:pt x="271" y="4"/>
                  <a:pt x="285" y="3"/>
                </a:cubicBezTo>
                <a:cubicBezTo>
                  <a:pt x="288" y="2"/>
                  <a:pt x="291" y="4"/>
                  <a:pt x="291" y="7"/>
                </a:cubicBezTo>
                <a:cubicBezTo>
                  <a:pt x="291" y="10"/>
                  <a:pt x="289" y="13"/>
                  <a:pt x="287" y="13"/>
                </a:cubicBezTo>
                <a:cubicBezTo>
                  <a:pt x="273" y="15"/>
                  <a:pt x="259" y="18"/>
                  <a:pt x="246" y="21"/>
                </a:cubicBezTo>
                <a:cubicBezTo>
                  <a:pt x="245" y="21"/>
                  <a:pt x="245" y="21"/>
                  <a:pt x="244" y="21"/>
                </a:cubicBezTo>
                <a:close/>
                <a:moveTo>
                  <a:pt x="370" y="13"/>
                </a:moveTo>
                <a:cubicBezTo>
                  <a:pt x="370" y="13"/>
                  <a:pt x="370" y="13"/>
                  <a:pt x="370" y="13"/>
                </a:cubicBezTo>
                <a:cubicBezTo>
                  <a:pt x="356" y="11"/>
                  <a:pt x="342" y="10"/>
                  <a:pt x="329" y="10"/>
                </a:cubicBezTo>
                <a:cubicBezTo>
                  <a:pt x="328" y="10"/>
                  <a:pt x="328" y="10"/>
                  <a:pt x="328" y="10"/>
                </a:cubicBezTo>
                <a:cubicBezTo>
                  <a:pt x="325" y="10"/>
                  <a:pt x="323" y="8"/>
                  <a:pt x="323" y="5"/>
                </a:cubicBezTo>
                <a:cubicBezTo>
                  <a:pt x="323" y="2"/>
                  <a:pt x="325" y="0"/>
                  <a:pt x="328" y="0"/>
                </a:cubicBezTo>
                <a:cubicBezTo>
                  <a:pt x="329" y="0"/>
                  <a:pt x="329" y="0"/>
                  <a:pt x="329" y="0"/>
                </a:cubicBezTo>
                <a:cubicBezTo>
                  <a:pt x="343" y="0"/>
                  <a:pt x="357" y="1"/>
                  <a:pt x="371" y="2"/>
                </a:cubicBezTo>
                <a:cubicBezTo>
                  <a:pt x="374" y="3"/>
                  <a:pt x="376" y="5"/>
                  <a:pt x="375" y="8"/>
                </a:cubicBezTo>
                <a:cubicBezTo>
                  <a:pt x="375" y="11"/>
                  <a:pt x="373" y="13"/>
                  <a:pt x="370" y="13"/>
                </a:cubicBezTo>
                <a:close/>
              </a:path>
            </a:pathLst>
          </a:custGeom>
          <a:solidFill>
            <a:schemeClr val="accent2"/>
          </a:solidFill>
          <a:ln w="9525">
            <a:noFill/>
            <a:round/>
            <a:headEnd/>
            <a:tailEnd/>
          </a:ln>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71" name="Oval 6">
            <a:extLst>
              <a:ext uri="{FF2B5EF4-FFF2-40B4-BE49-F238E27FC236}">
                <a16:creationId xmlns:a16="http://schemas.microsoft.com/office/drawing/2014/main" id="{923CA585-FF25-1549-A9FB-ED9CFD5D76EC}"/>
              </a:ext>
            </a:extLst>
          </p:cNvPr>
          <p:cNvSpPr>
            <a:spLocks noChangeArrowheads="1"/>
          </p:cNvSpPr>
          <p:nvPr/>
        </p:nvSpPr>
        <p:spPr bwMode="auto">
          <a:xfrm>
            <a:off x="6737147" y="3939626"/>
            <a:ext cx="904944" cy="903811"/>
          </a:xfrm>
          <a:prstGeom prst="ellipse">
            <a:avLst/>
          </a:prstGeom>
          <a:solidFill>
            <a:schemeClr val="accent2"/>
          </a:solidFill>
          <a:ln/>
          <a:effectLst/>
        </p:spPr>
        <p:style>
          <a:lnRef idx="0">
            <a:schemeClr val="accent4"/>
          </a:lnRef>
          <a:fillRef idx="3">
            <a:schemeClr val="accent4"/>
          </a:fillRef>
          <a:effectRef idx="3">
            <a:schemeClr val="accent4"/>
          </a:effectRef>
          <a:fontRef idx="minor">
            <a:schemeClr val="lt1"/>
          </a:fontRef>
        </p:style>
        <p:txBody>
          <a:bodyPr rtlCol="0" anchor="ctr"/>
          <a:lstStyle/>
          <a:p>
            <a:pPr lvl="0" algn="ctr"/>
            <a:endParaRPr lang="en-US" sz="900">
              <a:solidFill>
                <a:schemeClr val="lt1"/>
              </a:solidFill>
              <a:latin typeface="Century Gothic" panose="020B0502020202020204" pitchFamily="34" charset="0"/>
            </a:endParaRPr>
          </a:p>
        </p:txBody>
      </p:sp>
      <p:sp>
        <p:nvSpPr>
          <p:cNvPr id="79" name="Freeform 39">
            <a:extLst>
              <a:ext uri="{FF2B5EF4-FFF2-40B4-BE49-F238E27FC236}">
                <a16:creationId xmlns:a16="http://schemas.microsoft.com/office/drawing/2014/main" id="{2FBECE63-667C-7B47-9FC4-7CE186CB5492}"/>
              </a:ext>
            </a:extLst>
          </p:cNvPr>
          <p:cNvSpPr>
            <a:spLocks noEditPoints="1"/>
          </p:cNvSpPr>
          <p:nvPr/>
        </p:nvSpPr>
        <p:spPr bwMode="auto">
          <a:xfrm>
            <a:off x="9685202" y="5022910"/>
            <a:ext cx="1071531" cy="1070387"/>
          </a:xfrm>
          <a:custGeom>
            <a:avLst/>
            <a:gdLst>
              <a:gd name="T0" fmla="*/ 287 w 657"/>
              <a:gd name="T1" fmla="*/ 644 h 657"/>
              <a:gd name="T2" fmla="*/ 329 w 657"/>
              <a:gd name="T3" fmla="*/ 652 h 657"/>
              <a:gd name="T4" fmla="*/ 370 w 657"/>
              <a:gd name="T5" fmla="*/ 644 h 657"/>
              <a:gd name="T6" fmla="*/ 371 w 657"/>
              <a:gd name="T7" fmla="*/ 654 h 657"/>
              <a:gd name="T8" fmla="*/ 200 w 657"/>
              <a:gd name="T9" fmla="*/ 625 h 657"/>
              <a:gd name="T10" fmla="*/ 245 w 657"/>
              <a:gd name="T11" fmla="*/ 646 h 657"/>
              <a:gd name="T12" fmla="*/ 487 w 657"/>
              <a:gd name="T13" fmla="*/ 604 h 657"/>
              <a:gd name="T14" fmla="*/ 452 w 657"/>
              <a:gd name="T15" fmla="*/ 633 h 657"/>
              <a:gd name="T16" fmla="*/ 128 w 657"/>
              <a:gd name="T17" fmla="*/ 582 h 657"/>
              <a:gd name="T18" fmla="*/ 167 w 657"/>
              <a:gd name="T19" fmla="*/ 614 h 657"/>
              <a:gd name="T20" fmla="*/ 553 w 657"/>
              <a:gd name="T21" fmla="*/ 553 h 657"/>
              <a:gd name="T22" fmla="*/ 525 w 657"/>
              <a:gd name="T23" fmla="*/ 590 h 657"/>
              <a:gd name="T24" fmla="*/ 69 w 657"/>
              <a:gd name="T25" fmla="*/ 521 h 657"/>
              <a:gd name="T26" fmla="*/ 100 w 657"/>
              <a:gd name="T27" fmla="*/ 563 h 657"/>
              <a:gd name="T28" fmla="*/ 604 w 657"/>
              <a:gd name="T29" fmla="*/ 488 h 657"/>
              <a:gd name="T30" fmla="*/ 585 w 657"/>
              <a:gd name="T31" fmla="*/ 531 h 657"/>
              <a:gd name="T32" fmla="*/ 28 w 657"/>
              <a:gd name="T33" fmla="*/ 448 h 657"/>
              <a:gd name="T34" fmla="*/ 49 w 657"/>
              <a:gd name="T35" fmla="*/ 496 h 657"/>
              <a:gd name="T36" fmla="*/ 636 w 657"/>
              <a:gd name="T37" fmla="*/ 411 h 657"/>
              <a:gd name="T38" fmla="*/ 627 w 657"/>
              <a:gd name="T39" fmla="*/ 458 h 657"/>
              <a:gd name="T40" fmla="*/ 7 w 657"/>
              <a:gd name="T41" fmla="*/ 366 h 657"/>
              <a:gd name="T42" fmla="*/ 16 w 657"/>
              <a:gd name="T43" fmla="*/ 418 h 657"/>
              <a:gd name="T44" fmla="*/ 646 w 657"/>
              <a:gd name="T45" fmla="*/ 329 h 657"/>
              <a:gd name="T46" fmla="*/ 657 w 657"/>
              <a:gd name="T47" fmla="*/ 329 h 657"/>
              <a:gd name="T48" fmla="*/ 0 w 657"/>
              <a:gd name="T49" fmla="*/ 329 h 657"/>
              <a:gd name="T50" fmla="*/ 13 w 657"/>
              <a:gd name="T51" fmla="*/ 287 h 657"/>
              <a:gd name="T52" fmla="*/ 649 w 657"/>
              <a:gd name="T53" fmla="*/ 291 h 657"/>
              <a:gd name="T54" fmla="*/ 646 w 657"/>
              <a:gd name="T55" fmla="*/ 243 h 657"/>
              <a:gd name="T56" fmla="*/ 16 w 657"/>
              <a:gd name="T57" fmla="*/ 251 h 657"/>
              <a:gd name="T58" fmla="*/ 32 w 657"/>
              <a:gd name="T59" fmla="*/ 200 h 657"/>
              <a:gd name="T60" fmla="*/ 627 w 657"/>
              <a:gd name="T61" fmla="*/ 210 h 657"/>
              <a:gd name="T62" fmla="*/ 613 w 657"/>
              <a:gd name="T63" fmla="*/ 164 h 657"/>
              <a:gd name="T64" fmla="*/ 48 w 657"/>
              <a:gd name="T65" fmla="*/ 173 h 657"/>
              <a:gd name="T66" fmla="*/ 75 w 657"/>
              <a:gd name="T67" fmla="*/ 128 h 657"/>
              <a:gd name="T68" fmla="*/ 585 w 657"/>
              <a:gd name="T69" fmla="*/ 137 h 657"/>
              <a:gd name="T70" fmla="*/ 560 w 657"/>
              <a:gd name="T71" fmla="*/ 96 h 657"/>
              <a:gd name="T72" fmla="*/ 100 w 657"/>
              <a:gd name="T73" fmla="*/ 106 h 657"/>
              <a:gd name="T74" fmla="*/ 135 w 657"/>
              <a:gd name="T75" fmla="*/ 69 h 657"/>
              <a:gd name="T76" fmla="*/ 525 w 657"/>
              <a:gd name="T77" fmla="*/ 77 h 657"/>
              <a:gd name="T78" fmla="*/ 492 w 657"/>
              <a:gd name="T79" fmla="*/ 44 h 657"/>
              <a:gd name="T80" fmla="*/ 166 w 657"/>
              <a:gd name="T81" fmla="*/ 54 h 657"/>
              <a:gd name="T82" fmla="*/ 209 w 657"/>
              <a:gd name="T83" fmla="*/ 28 h 657"/>
              <a:gd name="T84" fmla="*/ 452 w 657"/>
              <a:gd name="T85" fmla="*/ 35 h 657"/>
              <a:gd name="T86" fmla="*/ 413 w 657"/>
              <a:gd name="T87" fmla="*/ 11 h 657"/>
              <a:gd name="T88" fmla="*/ 244 w 657"/>
              <a:gd name="T89" fmla="*/ 22 h 657"/>
              <a:gd name="T90" fmla="*/ 291 w 657"/>
              <a:gd name="T91" fmla="*/ 7 h 657"/>
              <a:gd name="T92" fmla="*/ 370 w 657"/>
              <a:gd name="T93" fmla="*/ 13 h 657"/>
              <a:gd name="T94" fmla="*/ 323 w 657"/>
              <a:gd name="T95" fmla="*/ 5 h 657"/>
              <a:gd name="T96" fmla="*/ 371 w 657"/>
              <a:gd name="T97" fmla="*/ 3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7" h="657">
                <a:moveTo>
                  <a:pt x="329" y="657"/>
                </a:moveTo>
                <a:cubicBezTo>
                  <a:pt x="314" y="657"/>
                  <a:pt x="300" y="656"/>
                  <a:pt x="286" y="654"/>
                </a:cubicBezTo>
                <a:cubicBezTo>
                  <a:pt x="283" y="654"/>
                  <a:pt x="281" y="651"/>
                  <a:pt x="281" y="648"/>
                </a:cubicBezTo>
                <a:cubicBezTo>
                  <a:pt x="282" y="646"/>
                  <a:pt x="284" y="644"/>
                  <a:pt x="287" y="644"/>
                </a:cubicBezTo>
                <a:cubicBezTo>
                  <a:pt x="301" y="646"/>
                  <a:pt x="315" y="647"/>
                  <a:pt x="328" y="647"/>
                </a:cubicBezTo>
                <a:cubicBezTo>
                  <a:pt x="331" y="647"/>
                  <a:pt x="334" y="649"/>
                  <a:pt x="334" y="652"/>
                </a:cubicBezTo>
                <a:cubicBezTo>
                  <a:pt x="334" y="655"/>
                  <a:pt x="332" y="657"/>
                  <a:pt x="329" y="657"/>
                </a:cubicBezTo>
                <a:cubicBezTo>
                  <a:pt x="329" y="652"/>
                  <a:pt x="329" y="652"/>
                  <a:pt x="329" y="652"/>
                </a:cubicBezTo>
                <a:cubicBezTo>
                  <a:pt x="329" y="657"/>
                  <a:pt x="329" y="657"/>
                  <a:pt x="329" y="657"/>
                </a:cubicBezTo>
                <a:close/>
                <a:moveTo>
                  <a:pt x="371" y="654"/>
                </a:moveTo>
                <a:cubicBezTo>
                  <a:pt x="368" y="654"/>
                  <a:pt x="366" y="652"/>
                  <a:pt x="366" y="650"/>
                </a:cubicBezTo>
                <a:cubicBezTo>
                  <a:pt x="365" y="647"/>
                  <a:pt x="367" y="644"/>
                  <a:pt x="370" y="644"/>
                </a:cubicBezTo>
                <a:cubicBezTo>
                  <a:pt x="384" y="642"/>
                  <a:pt x="398" y="639"/>
                  <a:pt x="411" y="636"/>
                </a:cubicBezTo>
                <a:cubicBezTo>
                  <a:pt x="414" y="635"/>
                  <a:pt x="417" y="637"/>
                  <a:pt x="417" y="640"/>
                </a:cubicBezTo>
                <a:cubicBezTo>
                  <a:pt x="418" y="642"/>
                  <a:pt x="416" y="645"/>
                  <a:pt x="414" y="646"/>
                </a:cubicBezTo>
                <a:cubicBezTo>
                  <a:pt x="400" y="650"/>
                  <a:pt x="386" y="653"/>
                  <a:pt x="371" y="654"/>
                </a:cubicBezTo>
                <a:close/>
                <a:moveTo>
                  <a:pt x="245" y="646"/>
                </a:moveTo>
                <a:cubicBezTo>
                  <a:pt x="244" y="646"/>
                  <a:pt x="244" y="646"/>
                  <a:pt x="244" y="646"/>
                </a:cubicBezTo>
                <a:cubicBezTo>
                  <a:pt x="230" y="642"/>
                  <a:pt x="216" y="638"/>
                  <a:pt x="203" y="632"/>
                </a:cubicBezTo>
                <a:cubicBezTo>
                  <a:pt x="200" y="631"/>
                  <a:pt x="199" y="628"/>
                  <a:pt x="200" y="625"/>
                </a:cubicBezTo>
                <a:cubicBezTo>
                  <a:pt x="201" y="623"/>
                  <a:pt x="204" y="621"/>
                  <a:pt x="207" y="623"/>
                </a:cubicBezTo>
                <a:cubicBezTo>
                  <a:pt x="220" y="628"/>
                  <a:pt x="233" y="632"/>
                  <a:pt x="246" y="636"/>
                </a:cubicBezTo>
                <a:cubicBezTo>
                  <a:pt x="249" y="637"/>
                  <a:pt x="251" y="640"/>
                  <a:pt x="250" y="642"/>
                </a:cubicBezTo>
                <a:cubicBezTo>
                  <a:pt x="249" y="645"/>
                  <a:pt x="247" y="646"/>
                  <a:pt x="245" y="646"/>
                </a:cubicBezTo>
                <a:close/>
                <a:moveTo>
                  <a:pt x="452" y="633"/>
                </a:moveTo>
                <a:cubicBezTo>
                  <a:pt x="450" y="633"/>
                  <a:pt x="448" y="631"/>
                  <a:pt x="447" y="629"/>
                </a:cubicBezTo>
                <a:cubicBezTo>
                  <a:pt x="446" y="627"/>
                  <a:pt x="448" y="624"/>
                  <a:pt x="450" y="622"/>
                </a:cubicBezTo>
                <a:cubicBezTo>
                  <a:pt x="463" y="617"/>
                  <a:pt x="476" y="611"/>
                  <a:pt x="487" y="604"/>
                </a:cubicBezTo>
                <a:cubicBezTo>
                  <a:pt x="490" y="603"/>
                  <a:pt x="493" y="603"/>
                  <a:pt x="495" y="606"/>
                </a:cubicBezTo>
                <a:cubicBezTo>
                  <a:pt x="496" y="608"/>
                  <a:pt x="495" y="612"/>
                  <a:pt x="493" y="613"/>
                </a:cubicBezTo>
                <a:cubicBezTo>
                  <a:pt x="480" y="620"/>
                  <a:pt x="467" y="627"/>
                  <a:pt x="454" y="632"/>
                </a:cubicBezTo>
                <a:cubicBezTo>
                  <a:pt x="454" y="632"/>
                  <a:pt x="453" y="633"/>
                  <a:pt x="452" y="633"/>
                </a:cubicBezTo>
                <a:close/>
                <a:moveTo>
                  <a:pt x="167" y="614"/>
                </a:moveTo>
                <a:cubicBezTo>
                  <a:pt x="166" y="614"/>
                  <a:pt x="165" y="614"/>
                  <a:pt x="164" y="613"/>
                </a:cubicBezTo>
                <a:cubicBezTo>
                  <a:pt x="152" y="606"/>
                  <a:pt x="140" y="598"/>
                  <a:pt x="129" y="589"/>
                </a:cubicBezTo>
                <a:cubicBezTo>
                  <a:pt x="126" y="588"/>
                  <a:pt x="126" y="584"/>
                  <a:pt x="128" y="582"/>
                </a:cubicBezTo>
                <a:cubicBezTo>
                  <a:pt x="129" y="580"/>
                  <a:pt x="133" y="579"/>
                  <a:pt x="135" y="581"/>
                </a:cubicBezTo>
                <a:cubicBezTo>
                  <a:pt x="146" y="589"/>
                  <a:pt x="158" y="597"/>
                  <a:pt x="170" y="604"/>
                </a:cubicBezTo>
                <a:cubicBezTo>
                  <a:pt x="172" y="606"/>
                  <a:pt x="173" y="609"/>
                  <a:pt x="172" y="611"/>
                </a:cubicBezTo>
                <a:cubicBezTo>
                  <a:pt x="171" y="613"/>
                  <a:pt x="169" y="614"/>
                  <a:pt x="167" y="614"/>
                </a:cubicBezTo>
                <a:close/>
                <a:moveTo>
                  <a:pt x="525" y="590"/>
                </a:moveTo>
                <a:cubicBezTo>
                  <a:pt x="524" y="590"/>
                  <a:pt x="522" y="590"/>
                  <a:pt x="521" y="588"/>
                </a:cubicBezTo>
                <a:cubicBezTo>
                  <a:pt x="519" y="586"/>
                  <a:pt x="520" y="583"/>
                  <a:pt x="522" y="581"/>
                </a:cubicBezTo>
                <a:cubicBezTo>
                  <a:pt x="533" y="572"/>
                  <a:pt x="544" y="563"/>
                  <a:pt x="553" y="553"/>
                </a:cubicBezTo>
                <a:cubicBezTo>
                  <a:pt x="555" y="551"/>
                  <a:pt x="559" y="551"/>
                  <a:pt x="561" y="553"/>
                </a:cubicBezTo>
                <a:cubicBezTo>
                  <a:pt x="563" y="555"/>
                  <a:pt x="563" y="559"/>
                  <a:pt x="561" y="561"/>
                </a:cubicBezTo>
                <a:cubicBezTo>
                  <a:pt x="551" y="571"/>
                  <a:pt x="540" y="581"/>
                  <a:pt x="528" y="589"/>
                </a:cubicBezTo>
                <a:cubicBezTo>
                  <a:pt x="528" y="590"/>
                  <a:pt x="526" y="590"/>
                  <a:pt x="525" y="590"/>
                </a:cubicBezTo>
                <a:close/>
                <a:moveTo>
                  <a:pt x="100" y="563"/>
                </a:moveTo>
                <a:cubicBezTo>
                  <a:pt x="99" y="563"/>
                  <a:pt x="97" y="562"/>
                  <a:pt x="96" y="561"/>
                </a:cubicBezTo>
                <a:cubicBezTo>
                  <a:pt x="86" y="551"/>
                  <a:pt x="77" y="540"/>
                  <a:pt x="68" y="529"/>
                </a:cubicBezTo>
                <a:cubicBezTo>
                  <a:pt x="66" y="526"/>
                  <a:pt x="67" y="523"/>
                  <a:pt x="69" y="521"/>
                </a:cubicBezTo>
                <a:cubicBezTo>
                  <a:pt x="71" y="520"/>
                  <a:pt x="75" y="520"/>
                  <a:pt x="76" y="522"/>
                </a:cubicBezTo>
                <a:cubicBezTo>
                  <a:pt x="85" y="533"/>
                  <a:pt x="94" y="544"/>
                  <a:pt x="104" y="554"/>
                </a:cubicBezTo>
                <a:cubicBezTo>
                  <a:pt x="106" y="556"/>
                  <a:pt x="106" y="559"/>
                  <a:pt x="104" y="561"/>
                </a:cubicBezTo>
                <a:cubicBezTo>
                  <a:pt x="103" y="562"/>
                  <a:pt x="101" y="563"/>
                  <a:pt x="100" y="563"/>
                </a:cubicBezTo>
                <a:close/>
                <a:moveTo>
                  <a:pt x="585" y="531"/>
                </a:moveTo>
                <a:cubicBezTo>
                  <a:pt x="584" y="531"/>
                  <a:pt x="583" y="530"/>
                  <a:pt x="582" y="530"/>
                </a:cubicBezTo>
                <a:cubicBezTo>
                  <a:pt x="579" y="528"/>
                  <a:pt x="579" y="524"/>
                  <a:pt x="581" y="522"/>
                </a:cubicBezTo>
                <a:cubicBezTo>
                  <a:pt x="589" y="511"/>
                  <a:pt x="597" y="500"/>
                  <a:pt x="604" y="488"/>
                </a:cubicBezTo>
                <a:cubicBezTo>
                  <a:pt x="605" y="485"/>
                  <a:pt x="609" y="484"/>
                  <a:pt x="611" y="486"/>
                </a:cubicBezTo>
                <a:cubicBezTo>
                  <a:pt x="614" y="487"/>
                  <a:pt x="614" y="490"/>
                  <a:pt x="613" y="493"/>
                </a:cubicBezTo>
                <a:cubicBezTo>
                  <a:pt x="606" y="505"/>
                  <a:pt x="598" y="517"/>
                  <a:pt x="589" y="529"/>
                </a:cubicBezTo>
                <a:cubicBezTo>
                  <a:pt x="588" y="530"/>
                  <a:pt x="587" y="531"/>
                  <a:pt x="585" y="531"/>
                </a:cubicBezTo>
                <a:close/>
                <a:moveTo>
                  <a:pt x="49" y="496"/>
                </a:moveTo>
                <a:cubicBezTo>
                  <a:pt x="47" y="496"/>
                  <a:pt x="45" y="495"/>
                  <a:pt x="44" y="493"/>
                </a:cubicBezTo>
                <a:cubicBezTo>
                  <a:pt x="37" y="481"/>
                  <a:pt x="30" y="468"/>
                  <a:pt x="25" y="455"/>
                </a:cubicBezTo>
                <a:cubicBezTo>
                  <a:pt x="24" y="452"/>
                  <a:pt x="25" y="449"/>
                  <a:pt x="28" y="448"/>
                </a:cubicBezTo>
                <a:cubicBezTo>
                  <a:pt x="30" y="447"/>
                  <a:pt x="34" y="448"/>
                  <a:pt x="35" y="451"/>
                </a:cubicBezTo>
                <a:cubicBezTo>
                  <a:pt x="40" y="463"/>
                  <a:pt x="46" y="476"/>
                  <a:pt x="53" y="488"/>
                </a:cubicBezTo>
                <a:cubicBezTo>
                  <a:pt x="55" y="490"/>
                  <a:pt x="54" y="494"/>
                  <a:pt x="51" y="495"/>
                </a:cubicBezTo>
                <a:cubicBezTo>
                  <a:pt x="50" y="496"/>
                  <a:pt x="49" y="496"/>
                  <a:pt x="49" y="496"/>
                </a:cubicBezTo>
                <a:close/>
                <a:moveTo>
                  <a:pt x="627" y="458"/>
                </a:moveTo>
                <a:cubicBezTo>
                  <a:pt x="626" y="458"/>
                  <a:pt x="626" y="457"/>
                  <a:pt x="625" y="457"/>
                </a:cubicBezTo>
                <a:cubicBezTo>
                  <a:pt x="622" y="456"/>
                  <a:pt x="621" y="453"/>
                  <a:pt x="622" y="450"/>
                </a:cubicBezTo>
                <a:cubicBezTo>
                  <a:pt x="628" y="438"/>
                  <a:pt x="632" y="424"/>
                  <a:pt x="636" y="411"/>
                </a:cubicBezTo>
                <a:cubicBezTo>
                  <a:pt x="636" y="408"/>
                  <a:pt x="639" y="406"/>
                  <a:pt x="642" y="407"/>
                </a:cubicBezTo>
                <a:cubicBezTo>
                  <a:pt x="645" y="408"/>
                  <a:pt x="647" y="411"/>
                  <a:pt x="646" y="414"/>
                </a:cubicBezTo>
                <a:cubicBezTo>
                  <a:pt x="642" y="427"/>
                  <a:pt x="638" y="441"/>
                  <a:pt x="632" y="454"/>
                </a:cubicBezTo>
                <a:cubicBezTo>
                  <a:pt x="631" y="456"/>
                  <a:pt x="629" y="458"/>
                  <a:pt x="627" y="458"/>
                </a:cubicBezTo>
                <a:close/>
                <a:moveTo>
                  <a:pt x="16" y="418"/>
                </a:moveTo>
                <a:cubicBezTo>
                  <a:pt x="14" y="418"/>
                  <a:pt x="12" y="416"/>
                  <a:pt x="11" y="414"/>
                </a:cubicBezTo>
                <a:cubicBezTo>
                  <a:pt x="7" y="400"/>
                  <a:pt x="5" y="386"/>
                  <a:pt x="3" y="372"/>
                </a:cubicBezTo>
                <a:cubicBezTo>
                  <a:pt x="2" y="369"/>
                  <a:pt x="4" y="366"/>
                  <a:pt x="7" y="366"/>
                </a:cubicBezTo>
                <a:cubicBezTo>
                  <a:pt x="10" y="366"/>
                  <a:pt x="13" y="368"/>
                  <a:pt x="13" y="370"/>
                </a:cubicBezTo>
                <a:cubicBezTo>
                  <a:pt x="15" y="384"/>
                  <a:pt x="18" y="398"/>
                  <a:pt x="21" y="411"/>
                </a:cubicBezTo>
                <a:cubicBezTo>
                  <a:pt x="22" y="414"/>
                  <a:pt x="20" y="417"/>
                  <a:pt x="18" y="418"/>
                </a:cubicBezTo>
                <a:cubicBezTo>
                  <a:pt x="17" y="418"/>
                  <a:pt x="17" y="418"/>
                  <a:pt x="16" y="418"/>
                </a:cubicBezTo>
                <a:close/>
                <a:moveTo>
                  <a:pt x="649" y="376"/>
                </a:moveTo>
                <a:cubicBezTo>
                  <a:pt x="648" y="376"/>
                  <a:pt x="648" y="376"/>
                  <a:pt x="648" y="376"/>
                </a:cubicBezTo>
                <a:cubicBezTo>
                  <a:pt x="645" y="376"/>
                  <a:pt x="643" y="373"/>
                  <a:pt x="644" y="370"/>
                </a:cubicBezTo>
                <a:cubicBezTo>
                  <a:pt x="645" y="356"/>
                  <a:pt x="646" y="342"/>
                  <a:pt x="646" y="329"/>
                </a:cubicBezTo>
                <a:cubicBezTo>
                  <a:pt x="646" y="328"/>
                  <a:pt x="646" y="328"/>
                  <a:pt x="646" y="328"/>
                </a:cubicBezTo>
                <a:cubicBezTo>
                  <a:pt x="646" y="325"/>
                  <a:pt x="649" y="323"/>
                  <a:pt x="652" y="323"/>
                </a:cubicBezTo>
                <a:cubicBezTo>
                  <a:pt x="655" y="323"/>
                  <a:pt x="657" y="325"/>
                  <a:pt x="657" y="328"/>
                </a:cubicBezTo>
                <a:cubicBezTo>
                  <a:pt x="657" y="329"/>
                  <a:pt x="657" y="329"/>
                  <a:pt x="657" y="329"/>
                </a:cubicBezTo>
                <a:cubicBezTo>
                  <a:pt x="657" y="343"/>
                  <a:pt x="656" y="357"/>
                  <a:pt x="654" y="371"/>
                </a:cubicBezTo>
                <a:cubicBezTo>
                  <a:pt x="654" y="374"/>
                  <a:pt x="652" y="376"/>
                  <a:pt x="649" y="376"/>
                </a:cubicBezTo>
                <a:close/>
                <a:moveTo>
                  <a:pt x="5" y="334"/>
                </a:moveTo>
                <a:cubicBezTo>
                  <a:pt x="2" y="334"/>
                  <a:pt x="0" y="332"/>
                  <a:pt x="0" y="329"/>
                </a:cubicBezTo>
                <a:cubicBezTo>
                  <a:pt x="0" y="329"/>
                  <a:pt x="0" y="329"/>
                  <a:pt x="0" y="329"/>
                </a:cubicBezTo>
                <a:cubicBezTo>
                  <a:pt x="0" y="314"/>
                  <a:pt x="1" y="300"/>
                  <a:pt x="3" y="286"/>
                </a:cubicBezTo>
                <a:cubicBezTo>
                  <a:pt x="3" y="283"/>
                  <a:pt x="6" y="281"/>
                  <a:pt x="9" y="282"/>
                </a:cubicBezTo>
                <a:cubicBezTo>
                  <a:pt x="11" y="282"/>
                  <a:pt x="13" y="285"/>
                  <a:pt x="13" y="287"/>
                </a:cubicBezTo>
                <a:cubicBezTo>
                  <a:pt x="11" y="301"/>
                  <a:pt x="10" y="315"/>
                  <a:pt x="10" y="329"/>
                </a:cubicBezTo>
                <a:cubicBezTo>
                  <a:pt x="10" y="329"/>
                  <a:pt x="10" y="329"/>
                  <a:pt x="10" y="329"/>
                </a:cubicBezTo>
                <a:cubicBezTo>
                  <a:pt x="10" y="332"/>
                  <a:pt x="8" y="334"/>
                  <a:pt x="5" y="334"/>
                </a:cubicBezTo>
                <a:close/>
                <a:moveTo>
                  <a:pt x="649" y="291"/>
                </a:moveTo>
                <a:cubicBezTo>
                  <a:pt x="646" y="291"/>
                  <a:pt x="644" y="289"/>
                  <a:pt x="644" y="286"/>
                </a:cubicBezTo>
                <a:cubicBezTo>
                  <a:pt x="642" y="273"/>
                  <a:pt x="639" y="259"/>
                  <a:pt x="635" y="246"/>
                </a:cubicBezTo>
                <a:cubicBezTo>
                  <a:pt x="635" y="243"/>
                  <a:pt x="636" y="240"/>
                  <a:pt x="639" y="239"/>
                </a:cubicBezTo>
                <a:cubicBezTo>
                  <a:pt x="642" y="238"/>
                  <a:pt x="645" y="240"/>
                  <a:pt x="646" y="243"/>
                </a:cubicBezTo>
                <a:cubicBezTo>
                  <a:pt x="649" y="257"/>
                  <a:pt x="652" y="271"/>
                  <a:pt x="654" y="285"/>
                </a:cubicBezTo>
                <a:cubicBezTo>
                  <a:pt x="655" y="288"/>
                  <a:pt x="652" y="291"/>
                  <a:pt x="650" y="291"/>
                </a:cubicBezTo>
                <a:lnTo>
                  <a:pt x="649" y="291"/>
                </a:lnTo>
                <a:close/>
                <a:moveTo>
                  <a:pt x="16" y="251"/>
                </a:moveTo>
                <a:cubicBezTo>
                  <a:pt x="16" y="251"/>
                  <a:pt x="15" y="251"/>
                  <a:pt x="15" y="250"/>
                </a:cubicBezTo>
                <a:cubicBezTo>
                  <a:pt x="12" y="250"/>
                  <a:pt x="10" y="247"/>
                  <a:pt x="11" y="244"/>
                </a:cubicBezTo>
                <a:cubicBezTo>
                  <a:pt x="15" y="230"/>
                  <a:pt x="19" y="216"/>
                  <a:pt x="25" y="203"/>
                </a:cubicBezTo>
                <a:cubicBezTo>
                  <a:pt x="26" y="201"/>
                  <a:pt x="29" y="199"/>
                  <a:pt x="32" y="200"/>
                </a:cubicBezTo>
                <a:cubicBezTo>
                  <a:pt x="34" y="201"/>
                  <a:pt x="36" y="205"/>
                  <a:pt x="34" y="207"/>
                </a:cubicBezTo>
                <a:cubicBezTo>
                  <a:pt x="29" y="220"/>
                  <a:pt x="25" y="233"/>
                  <a:pt x="21" y="247"/>
                </a:cubicBezTo>
                <a:cubicBezTo>
                  <a:pt x="20" y="249"/>
                  <a:pt x="18" y="251"/>
                  <a:pt x="16" y="251"/>
                </a:cubicBezTo>
                <a:close/>
                <a:moveTo>
                  <a:pt x="627" y="210"/>
                </a:moveTo>
                <a:cubicBezTo>
                  <a:pt x="625" y="210"/>
                  <a:pt x="623" y="208"/>
                  <a:pt x="622" y="206"/>
                </a:cubicBezTo>
                <a:cubicBezTo>
                  <a:pt x="617" y="194"/>
                  <a:pt x="610" y="181"/>
                  <a:pt x="604" y="169"/>
                </a:cubicBezTo>
                <a:cubicBezTo>
                  <a:pt x="602" y="167"/>
                  <a:pt x="603" y="163"/>
                  <a:pt x="605" y="162"/>
                </a:cubicBezTo>
                <a:cubicBezTo>
                  <a:pt x="608" y="160"/>
                  <a:pt x="611" y="161"/>
                  <a:pt x="613" y="164"/>
                </a:cubicBezTo>
                <a:cubicBezTo>
                  <a:pt x="620" y="176"/>
                  <a:pt x="626" y="189"/>
                  <a:pt x="632" y="202"/>
                </a:cubicBezTo>
                <a:cubicBezTo>
                  <a:pt x="633" y="205"/>
                  <a:pt x="632" y="208"/>
                  <a:pt x="629" y="209"/>
                </a:cubicBezTo>
                <a:cubicBezTo>
                  <a:pt x="628" y="209"/>
                  <a:pt x="628" y="210"/>
                  <a:pt x="627" y="210"/>
                </a:cubicBezTo>
                <a:close/>
                <a:moveTo>
                  <a:pt x="48" y="173"/>
                </a:moveTo>
                <a:cubicBezTo>
                  <a:pt x="47" y="173"/>
                  <a:pt x="46" y="172"/>
                  <a:pt x="46" y="172"/>
                </a:cubicBezTo>
                <a:cubicBezTo>
                  <a:pt x="43" y="170"/>
                  <a:pt x="42" y="167"/>
                  <a:pt x="44" y="165"/>
                </a:cubicBezTo>
                <a:cubicBezTo>
                  <a:pt x="51" y="152"/>
                  <a:pt x="59" y="140"/>
                  <a:pt x="67" y="129"/>
                </a:cubicBezTo>
                <a:cubicBezTo>
                  <a:pt x="69" y="127"/>
                  <a:pt x="73" y="126"/>
                  <a:pt x="75" y="128"/>
                </a:cubicBezTo>
                <a:cubicBezTo>
                  <a:pt x="77" y="130"/>
                  <a:pt x="78" y="133"/>
                  <a:pt x="76" y="135"/>
                </a:cubicBezTo>
                <a:cubicBezTo>
                  <a:pt x="67" y="146"/>
                  <a:pt x="60" y="158"/>
                  <a:pt x="53" y="170"/>
                </a:cubicBezTo>
                <a:cubicBezTo>
                  <a:pt x="52" y="172"/>
                  <a:pt x="50" y="173"/>
                  <a:pt x="48" y="173"/>
                </a:cubicBezTo>
                <a:close/>
                <a:moveTo>
                  <a:pt x="585" y="137"/>
                </a:moveTo>
                <a:cubicBezTo>
                  <a:pt x="583" y="137"/>
                  <a:pt x="581" y="136"/>
                  <a:pt x="580" y="135"/>
                </a:cubicBezTo>
                <a:cubicBezTo>
                  <a:pt x="572" y="124"/>
                  <a:pt x="563" y="113"/>
                  <a:pt x="553" y="103"/>
                </a:cubicBezTo>
                <a:cubicBezTo>
                  <a:pt x="551" y="101"/>
                  <a:pt x="551" y="98"/>
                  <a:pt x="553" y="96"/>
                </a:cubicBezTo>
                <a:cubicBezTo>
                  <a:pt x="555" y="94"/>
                  <a:pt x="558" y="94"/>
                  <a:pt x="560" y="96"/>
                </a:cubicBezTo>
                <a:cubicBezTo>
                  <a:pt x="570" y="106"/>
                  <a:pt x="580" y="117"/>
                  <a:pt x="589" y="128"/>
                </a:cubicBezTo>
                <a:cubicBezTo>
                  <a:pt x="591" y="130"/>
                  <a:pt x="590" y="134"/>
                  <a:pt x="588" y="136"/>
                </a:cubicBezTo>
                <a:cubicBezTo>
                  <a:pt x="587" y="136"/>
                  <a:pt x="586" y="137"/>
                  <a:pt x="585" y="137"/>
                </a:cubicBezTo>
                <a:close/>
                <a:moveTo>
                  <a:pt x="100" y="106"/>
                </a:moveTo>
                <a:cubicBezTo>
                  <a:pt x="98" y="106"/>
                  <a:pt x="97" y="105"/>
                  <a:pt x="96" y="104"/>
                </a:cubicBezTo>
                <a:cubicBezTo>
                  <a:pt x="94" y="102"/>
                  <a:pt x="94" y="99"/>
                  <a:pt x="96" y="97"/>
                </a:cubicBezTo>
                <a:cubicBezTo>
                  <a:pt x="106" y="86"/>
                  <a:pt x="117" y="77"/>
                  <a:pt x="128" y="68"/>
                </a:cubicBezTo>
                <a:cubicBezTo>
                  <a:pt x="130" y="66"/>
                  <a:pt x="134" y="67"/>
                  <a:pt x="135" y="69"/>
                </a:cubicBezTo>
                <a:cubicBezTo>
                  <a:pt x="137" y="71"/>
                  <a:pt x="137" y="75"/>
                  <a:pt x="135" y="77"/>
                </a:cubicBezTo>
                <a:cubicBezTo>
                  <a:pt x="124" y="85"/>
                  <a:pt x="113" y="94"/>
                  <a:pt x="103" y="104"/>
                </a:cubicBezTo>
                <a:cubicBezTo>
                  <a:pt x="102" y="105"/>
                  <a:pt x="101" y="106"/>
                  <a:pt x="100" y="106"/>
                </a:cubicBezTo>
                <a:close/>
                <a:moveTo>
                  <a:pt x="525" y="77"/>
                </a:moveTo>
                <a:cubicBezTo>
                  <a:pt x="524" y="77"/>
                  <a:pt x="523" y="77"/>
                  <a:pt x="522" y="76"/>
                </a:cubicBezTo>
                <a:cubicBezTo>
                  <a:pt x="511" y="68"/>
                  <a:pt x="499" y="60"/>
                  <a:pt x="487" y="53"/>
                </a:cubicBezTo>
                <a:cubicBezTo>
                  <a:pt x="484" y="51"/>
                  <a:pt x="484" y="48"/>
                  <a:pt x="485" y="46"/>
                </a:cubicBezTo>
                <a:cubicBezTo>
                  <a:pt x="486" y="43"/>
                  <a:pt x="490" y="42"/>
                  <a:pt x="492" y="44"/>
                </a:cubicBezTo>
                <a:cubicBezTo>
                  <a:pt x="505" y="51"/>
                  <a:pt x="517" y="59"/>
                  <a:pt x="528" y="68"/>
                </a:cubicBezTo>
                <a:cubicBezTo>
                  <a:pt x="530" y="69"/>
                  <a:pt x="531" y="73"/>
                  <a:pt x="529" y="75"/>
                </a:cubicBezTo>
                <a:cubicBezTo>
                  <a:pt x="528" y="76"/>
                  <a:pt x="526" y="77"/>
                  <a:pt x="525" y="77"/>
                </a:cubicBezTo>
                <a:close/>
                <a:moveTo>
                  <a:pt x="166" y="54"/>
                </a:moveTo>
                <a:cubicBezTo>
                  <a:pt x="165" y="54"/>
                  <a:pt x="163" y="53"/>
                  <a:pt x="162" y="51"/>
                </a:cubicBezTo>
                <a:cubicBezTo>
                  <a:pt x="160" y="49"/>
                  <a:pt x="161" y="46"/>
                  <a:pt x="164" y="44"/>
                </a:cubicBezTo>
                <a:cubicBezTo>
                  <a:pt x="176" y="37"/>
                  <a:pt x="189" y="31"/>
                  <a:pt x="202" y="25"/>
                </a:cubicBezTo>
                <a:cubicBezTo>
                  <a:pt x="205" y="24"/>
                  <a:pt x="208" y="25"/>
                  <a:pt x="209" y="28"/>
                </a:cubicBezTo>
                <a:cubicBezTo>
                  <a:pt x="210" y="31"/>
                  <a:pt x="209" y="34"/>
                  <a:pt x="206" y="35"/>
                </a:cubicBezTo>
                <a:cubicBezTo>
                  <a:pt x="194" y="40"/>
                  <a:pt x="181" y="46"/>
                  <a:pt x="169" y="53"/>
                </a:cubicBezTo>
                <a:cubicBezTo>
                  <a:pt x="168" y="54"/>
                  <a:pt x="167" y="54"/>
                  <a:pt x="166" y="54"/>
                </a:cubicBezTo>
                <a:close/>
                <a:moveTo>
                  <a:pt x="452" y="35"/>
                </a:moveTo>
                <a:cubicBezTo>
                  <a:pt x="451" y="35"/>
                  <a:pt x="450" y="35"/>
                  <a:pt x="450" y="35"/>
                </a:cubicBezTo>
                <a:cubicBezTo>
                  <a:pt x="437" y="29"/>
                  <a:pt x="424" y="25"/>
                  <a:pt x="410" y="21"/>
                </a:cubicBezTo>
                <a:cubicBezTo>
                  <a:pt x="407" y="20"/>
                  <a:pt x="406" y="18"/>
                  <a:pt x="406" y="15"/>
                </a:cubicBezTo>
                <a:cubicBezTo>
                  <a:pt x="407" y="12"/>
                  <a:pt x="410" y="10"/>
                  <a:pt x="413" y="11"/>
                </a:cubicBezTo>
                <a:cubicBezTo>
                  <a:pt x="427" y="15"/>
                  <a:pt x="440" y="19"/>
                  <a:pt x="454" y="25"/>
                </a:cubicBezTo>
                <a:cubicBezTo>
                  <a:pt x="456" y="26"/>
                  <a:pt x="458" y="29"/>
                  <a:pt x="457" y="32"/>
                </a:cubicBezTo>
                <a:cubicBezTo>
                  <a:pt x="456" y="34"/>
                  <a:pt x="454" y="35"/>
                  <a:pt x="452" y="35"/>
                </a:cubicBezTo>
                <a:close/>
                <a:moveTo>
                  <a:pt x="244" y="22"/>
                </a:moveTo>
                <a:cubicBezTo>
                  <a:pt x="242" y="22"/>
                  <a:pt x="240" y="20"/>
                  <a:pt x="239" y="18"/>
                </a:cubicBezTo>
                <a:cubicBezTo>
                  <a:pt x="238" y="15"/>
                  <a:pt x="240" y="12"/>
                  <a:pt x="243" y="11"/>
                </a:cubicBezTo>
                <a:cubicBezTo>
                  <a:pt x="257" y="8"/>
                  <a:pt x="271" y="5"/>
                  <a:pt x="285" y="3"/>
                </a:cubicBezTo>
                <a:cubicBezTo>
                  <a:pt x="288" y="3"/>
                  <a:pt x="291" y="5"/>
                  <a:pt x="291" y="7"/>
                </a:cubicBezTo>
                <a:cubicBezTo>
                  <a:pt x="291" y="10"/>
                  <a:pt x="289" y="13"/>
                  <a:pt x="286" y="13"/>
                </a:cubicBezTo>
                <a:cubicBezTo>
                  <a:pt x="273" y="15"/>
                  <a:pt x="259" y="18"/>
                  <a:pt x="246" y="22"/>
                </a:cubicBezTo>
                <a:cubicBezTo>
                  <a:pt x="245" y="22"/>
                  <a:pt x="245" y="22"/>
                  <a:pt x="244" y="22"/>
                </a:cubicBezTo>
                <a:close/>
                <a:moveTo>
                  <a:pt x="370" y="13"/>
                </a:moveTo>
                <a:cubicBezTo>
                  <a:pt x="369" y="13"/>
                  <a:pt x="369" y="13"/>
                  <a:pt x="369" y="13"/>
                </a:cubicBezTo>
                <a:cubicBezTo>
                  <a:pt x="356" y="12"/>
                  <a:pt x="342" y="11"/>
                  <a:pt x="328" y="11"/>
                </a:cubicBezTo>
                <a:cubicBezTo>
                  <a:pt x="328" y="11"/>
                  <a:pt x="328" y="11"/>
                  <a:pt x="328" y="11"/>
                </a:cubicBezTo>
                <a:cubicBezTo>
                  <a:pt x="325" y="11"/>
                  <a:pt x="323" y="8"/>
                  <a:pt x="323" y="5"/>
                </a:cubicBezTo>
                <a:cubicBezTo>
                  <a:pt x="323" y="2"/>
                  <a:pt x="325" y="0"/>
                  <a:pt x="328" y="0"/>
                </a:cubicBezTo>
                <a:cubicBezTo>
                  <a:pt x="328" y="0"/>
                  <a:pt x="328" y="0"/>
                  <a:pt x="328" y="0"/>
                </a:cubicBezTo>
                <a:cubicBezTo>
                  <a:pt x="328" y="0"/>
                  <a:pt x="328" y="0"/>
                  <a:pt x="328" y="0"/>
                </a:cubicBezTo>
                <a:cubicBezTo>
                  <a:pt x="343" y="0"/>
                  <a:pt x="357" y="1"/>
                  <a:pt x="371" y="3"/>
                </a:cubicBezTo>
                <a:cubicBezTo>
                  <a:pt x="374" y="3"/>
                  <a:pt x="376" y="6"/>
                  <a:pt x="375" y="9"/>
                </a:cubicBezTo>
                <a:cubicBezTo>
                  <a:pt x="375" y="11"/>
                  <a:pt x="373" y="13"/>
                  <a:pt x="370" y="13"/>
                </a:cubicBezTo>
                <a:close/>
              </a:path>
            </a:pathLst>
          </a:custGeom>
          <a:solidFill>
            <a:schemeClr val="accent3"/>
          </a:solidFill>
          <a:ln w="9525">
            <a:noFill/>
            <a:round/>
            <a:headEnd/>
            <a:tailEnd/>
          </a:ln>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80" name="Oval 6">
            <a:extLst>
              <a:ext uri="{FF2B5EF4-FFF2-40B4-BE49-F238E27FC236}">
                <a16:creationId xmlns:a16="http://schemas.microsoft.com/office/drawing/2014/main" id="{3CD5A674-4778-4244-B281-7D2A6FC0B172}"/>
              </a:ext>
            </a:extLst>
          </p:cNvPr>
          <p:cNvSpPr>
            <a:spLocks noChangeArrowheads="1"/>
          </p:cNvSpPr>
          <p:nvPr/>
        </p:nvSpPr>
        <p:spPr bwMode="auto">
          <a:xfrm>
            <a:off x="9772678" y="5106197"/>
            <a:ext cx="904944" cy="903811"/>
          </a:xfrm>
          <a:prstGeom prst="ellipse">
            <a:avLst/>
          </a:prstGeom>
          <a:solidFill>
            <a:schemeClr val="accent3"/>
          </a:solidFill>
          <a:ln/>
          <a:effectLst/>
        </p:spPr>
        <p:style>
          <a:lnRef idx="0">
            <a:schemeClr val="accent5"/>
          </a:lnRef>
          <a:fillRef idx="3">
            <a:schemeClr val="accent5"/>
          </a:fillRef>
          <a:effectRef idx="3">
            <a:schemeClr val="accent5"/>
          </a:effectRef>
          <a:fontRef idx="minor">
            <a:schemeClr val="lt1"/>
          </a:fontRef>
        </p:style>
        <p:txBody>
          <a:bodyPr rtlCol="0" anchor="ctr"/>
          <a:lstStyle/>
          <a:p>
            <a:pPr lvl="0" algn="ctr"/>
            <a:endParaRPr lang="en-US" sz="900">
              <a:solidFill>
                <a:schemeClr val="lt1"/>
              </a:solidFill>
              <a:latin typeface="Century Gothic" panose="020B0502020202020204" pitchFamily="34" charset="0"/>
            </a:endParaRPr>
          </a:p>
        </p:txBody>
      </p:sp>
      <p:sp>
        <p:nvSpPr>
          <p:cNvPr id="84" name="Freeform 36">
            <a:extLst>
              <a:ext uri="{FF2B5EF4-FFF2-40B4-BE49-F238E27FC236}">
                <a16:creationId xmlns:a16="http://schemas.microsoft.com/office/drawing/2014/main" id="{40E78C84-B8BB-604F-8B8F-B90C5B681F5E}"/>
              </a:ext>
            </a:extLst>
          </p:cNvPr>
          <p:cNvSpPr>
            <a:spLocks noEditPoints="1"/>
          </p:cNvSpPr>
          <p:nvPr/>
        </p:nvSpPr>
        <p:spPr bwMode="auto">
          <a:xfrm>
            <a:off x="9681978" y="2688693"/>
            <a:ext cx="1071531" cy="1070387"/>
          </a:xfrm>
          <a:custGeom>
            <a:avLst/>
            <a:gdLst>
              <a:gd name="T0" fmla="*/ 282 w 657"/>
              <a:gd name="T1" fmla="*/ 649 h 657"/>
              <a:gd name="T2" fmla="*/ 329 w 657"/>
              <a:gd name="T3" fmla="*/ 657 h 657"/>
              <a:gd name="T4" fmla="*/ 411 w 657"/>
              <a:gd name="T5" fmla="*/ 636 h 657"/>
              <a:gd name="T6" fmla="*/ 371 w 657"/>
              <a:gd name="T7" fmla="*/ 655 h 657"/>
              <a:gd name="T8" fmla="*/ 200 w 657"/>
              <a:gd name="T9" fmla="*/ 626 h 657"/>
              <a:gd name="T10" fmla="*/ 245 w 657"/>
              <a:gd name="T11" fmla="*/ 647 h 657"/>
              <a:gd name="T12" fmla="*/ 488 w 657"/>
              <a:gd name="T13" fmla="*/ 604 h 657"/>
              <a:gd name="T14" fmla="*/ 453 w 657"/>
              <a:gd name="T15" fmla="*/ 633 h 657"/>
              <a:gd name="T16" fmla="*/ 128 w 657"/>
              <a:gd name="T17" fmla="*/ 582 h 657"/>
              <a:gd name="T18" fmla="*/ 167 w 657"/>
              <a:gd name="T19" fmla="*/ 614 h 657"/>
              <a:gd name="T20" fmla="*/ 554 w 657"/>
              <a:gd name="T21" fmla="*/ 554 h 657"/>
              <a:gd name="T22" fmla="*/ 526 w 657"/>
              <a:gd name="T23" fmla="*/ 591 h 657"/>
              <a:gd name="T24" fmla="*/ 69 w 657"/>
              <a:gd name="T25" fmla="*/ 522 h 657"/>
              <a:gd name="T26" fmla="*/ 100 w 657"/>
              <a:gd name="T27" fmla="*/ 563 h 657"/>
              <a:gd name="T28" fmla="*/ 604 w 657"/>
              <a:gd name="T29" fmla="*/ 488 h 657"/>
              <a:gd name="T30" fmla="*/ 585 w 657"/>
              <a:gd name="T31" fmla="*/ 531 h 657"/>
              <a:gd name="T32" fmla="*/ 28 w 657"/>
              <a:gd name="T33" fmla="*/ 448 h 657"/>
              <a:gd name="T34" fmla="*/ 49 w 657"/>
              <a:gd name="T35" fmla="*/ 496 h 657"/>
              <a:gd name="T36" fmla="*/ 636 w 657"/>
              <a:gd name="T37" fmla="*/ 411 h 657"/>
              <a:gd name="T38" fmla="*/ 628 w 657"/>
              <a:gd name="T39" fmla="*/ 458 h 657"/>
              <a:gd name="T40" fmla="*/ 8 w 657"/>
              <a:gd name="T41" fmla="*/ 366 h 657"/>
              <a:gd name="T42" fmla="*/ 17 w 657"/>
              <a:gd name="T43" fmla="*/ 418 h 657"/>
              <a:gd name="T44" fmla="*/ 647 w 657"/>
              <a:gd name="T45" fmla="*/ 329 h 657"/>
              <a:gd name="T46" fmla="*/ 657 w 657"/>
              <a:gd name="T47" fmla="*/ 329 h 657"/>
              <a:gd name="T48" fmla="*/ 0 w 657"/>
              <a:gd name="T49" fmla="*/ 329 h 657"/>
              <a:gd name="T50" fmla="*/ 14 w 657"/>
              <a:gd name="T51" fmla="*/ 288 h 657"/>
              <a:gd name="T52" fmla="*/ 649 w 657"/>
              <a:gd name="T53" fmla="*/ 291 h 657"/>
              <a:gd name="T54" fmla="*/ 646 w 657"/>
              <a:gd name="T55" fmla="*/ 243 h 657"/>
              <a:gd name="T56" fmla="*/ 16 w 657"/>
              <a:gd name="T57" fmla="*/ 251 h 657"/>
              <a:gd name="T58" fmla="*/ 32 w 657"/>
              <a:gd name="T59" fmla="*/ 201 h 657"/>
              <a:gd name="T60" fmla="*/ 627 w 657"/>
              <a:gd name="T61" fmla="*/ 210 h 657"/>
              <a:gd name="T62" fmla="*/ 613 w 657"/>
              <a:gd name="T63" fmla="*/ 164 h 657"/>
              <a:gd name="T64" fmla="*/ 49 w 657"/>
              <a:gd name="T65" fmla="*/ 173 h 657"/>
              <a:gd name="T66" fmla="*/ 75 w 657"/>
              <a:gd name="T67" fmla="*/ 128 h 657"/>
              <a:gd name="T68" fmla="*/ 585 w 657"/>
              <a:gd name="T69" fmla="*/ 137 h 657"/>
              <a:gd name="T70" fmla="*/ 561 w 657"/>
              <a:gd name="T71" fmla="*/ 96 h 657"/>
              <a:gd name="T72" fmla="*/ 100 w 657"/>
              <a:gd name="T73" fmla="*/ 106 h 657"/>
              <a:gd name="T74" fmla="*/ 136 w 657"/>
              <a:gd name="T75" fmla="*/ 69 h 657"/>
              <a:gd name="T76" fmla="*/ 525 w 657"/>
              <a:gd name="T77" fmla="*/ 77 h 657"/>
              <a:gd name="T78" fmla="*/ 493 w 657"/>
              <a:gd name="T79" fmla="*/ 44 h 657"/>
              <a:gd name="T80" fmla="*/ 167 w 657"/>
              <a:gd name="T81" fmla="*/ 54 h 657"/>
              <a:gd name="T82" fmla="*/ 210 w 657"/>
              <a:gd name="T83" fmla="*/ 28 h 657"/>
              <a:gd name="T84" fmla="*/ 452 w 657"/>
              <a:gd name="T85" fmla="*/ 35 h 657"/>
              <a:gd name="T86" fmla="*/ 413 w 657"/>
              <a:gd name="T87" fmla="*/ 11 h 657"/>
              <a:gd name="T88" fmla="*/ 245 w 657"/>
              <a:gd name="T89" fmla="*/ 22 h 657"/>
              <a:gd name="T90" fmla="*/ 291 w 657"/>
              <a:gd name="T91" fmla="*/ 8 h 657"/>
              <a:gd name="T92" fmla="*/ 371 w 657"/>
              <a:gd name="T93" fmla="*/ 14 h 657"/>
              <a:gd name="T94" fmla="*/ 323 w 657"/>
              <a:gd name="T95" fmla="*/ 6 h 657"/>
              <a:gd name="T96" fmla="*/ 376 w 657"/>
              <a:gd name="T97" fmla="*/ 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7" h="657">
                <a:moveTo>
                  <a:pt x="329" y="657"/>
                </a:moveTo>
                <a:cubicBezTo>
                  <a:pt x="329" y="657"/>
                  <a:pt x="329" y="657"/>
                  <a:pt x="329" y="657"/>
                </a:cubicBezTo>
                <a:cubicBezTo>
                  <a:pt x="315" y="657"/>
                  <a:pt x="300" y="657"/>
                  <a:pt x="286" y="655"/>
                </a:cubicBezTo>
                <a:cubicBezTo>
                  <a:pt x="283" y="654"/>
                  <a:pt x="281" y="652"/>
                  <a:pt x="282" y="649"/>
                </a:cubicBezTo>
                <a:cubicBezTo>
                  <a:pt x="282" y="646"/>
                  <a:pt x="285" y="644"/>
                  <a:pt x="288" y="644"/>
                </a:cubicBezTo>
                <a:cubicBezTo>
                  <a:pt x="301" y="646"/>
                  <a:pt x="315" y="647"/>
                  <a:pt x="329" y="647"/>
                </a:cubicBezTo>
                <a:cubicBezTo>
                  <a:pt x="332" y="647"/>
                  <a:pt x="334" y="649"/>
                  <a:pt x="334" y="652"/>
                </a:cubicBezTo>
                <a:cubicBezTo>
                  <a:pt x="334" y="655"/>
                  <a:pt x="332" y="657"/>
                  <a:pt x="329" y="657"/>
                </a:cubicBezTo>
                <a:close/>
                <a:moveTo>
                  <a:pt x="371" y="655"/>
                </a:moveTo>
                <a:cubicBezTo>
                  <a:pt x="369" y="655"/>
                  <a:pt x="366" y="653"/>
                  <a:pt x="366" y="650"/>
                </a:cubicBezTo>
                <a:cubicBezTo>
                  <a:pt x="366" y="647"/>
                  <a:pt x="368" y="645"/>
                  <a:pt x="371" y="644"/>
                </a:cubicBezTo>
                <a:cubicBezTo>
                  <a:pt x="384" y="642"/>
                  <a:pt x="398" y="640"/>
                  <a:pt x="411" y="636"/>
                </a:cubicBezTo>
                <a:cubicBezTo>
                  <a:pt x="414" y="635"/>
                  <a:pt x="417" y="637"/>
                  <a:pt x="418" y="640"/>
                </a:cubicBezTo>
                <a:cubicBezTo>
                  <a:pt x="419" y="643"/>
                  <a:pt x="417" y="646"/>
                  <a:pt x="414" y="646"/>
                </a:cubicBezTo>
                <a:cubicBezTo>
                  <a:pt x="400" y="650"/>
                  <a:pt x="386" y="653"/>
                  <a:pt x="372" y="655"/>
                </a:cubicBezTo>
                <a:lnTo>
                  <a:pt x="371" y="655"/>
                </a:lnTo>
                <a:close/>
                <a:moveTo>
                  <a:pt x="245" y="647"/>
                </a:moveTo>
                <a:cubicBezTo>
                  <a:pt x="245" y="647"/>
                  <a:pt x="244" y="647"/>
                  <a:pt x="244" y="646"/>
                </a:cubicBezTo>
                <a:cubicBezTo>
                  <a:pt x="230" y="643"/>
                  <a:pt x="217" y="638"/>
                  <a:pt x="203" y="633"/>
                </a:cubicBezTo>
                <a:cubicBezTo>
                  <a:pt x="201" y="631"/>
                  <a:pt x="199" y="628"/>
                  <a:pt x="200" y="626"/>
                </a:cubicBezTo>
                <a:cubicBezTo>
                  <a:pt x="202" y="623"/>
                  <a:pt x="205" y="622"/>
                  <a:pt x="207" y="623"/>
                </a:cubicBezTo>
                <a:cubicBezTo>
                  <a:pt x="220" y="628"/>
                  <a:pt x="233" y="633"/>
                  <a:pt x="247" y="636"/>
                </a:cubicBezTo>
                <a:cubicBezTo>
                  <a:pt x="250" y="637"/>
                  <a:pt x="251" y="640"/>
                  <a:pt x="251" y="643"/>
                </a:cubicBezTo>
                <a:cubicBezTo>
                  <a:pt x="250" y="645"/>
                  <a:pt x="248" y="647"/>
                  <a:pt x="245" y="647"/>
                </a:cubicBezTo>
                <a:close/>
                <a:moveTo>
                  <a:pt x="453" y="633"/>
                </a:moveTo>
                <a:cubicBezTo>
                  <a:pt x="451" y="633"/>
                  <a:pt x="449" y="632"/>
                  <a:pt x="448" y="630"/>
                </a:cubicBezTo>
                <a:cubicBezTo>
                  <a:pt x="447" y="627"/>
                  <a:pt x="448" y="624"/>
                  <a:pt x="451" y="623"/>
                </a:cubicBezTo>
                <a:cubicBezTo>
                  <a:pt x="463" y="617"/>
                  <a:pt x="476" y="611"/>
                  <a:pt x="488" y="604"/>
                </a:cubicBezTo>
                <a:cubicBezTo>
                  <a:pt x="490" y="603"/>
                  <a:pt x="494" y="604"/>
                  <a:pt x="495" y="606"/>
                </a:cubicBezTo>
                <a:cubicBezTo>
                  <a:pt x="497" y="609"/>
                  <a:pt x="496" y="612"/>
                  <a:pt x="493" y="613"/>
                </a:cubicBezTo>
                <a:cubicBezTo>
                  <a:pt x="481" y="621"/>
                  <a:pt x="468" y="627"/>
                  <a:pt x="455" y="632"/>
                </a:cubicBezTo>
                <a:cubicBezTo>
                  <a:pt x="454" y="633"/>
                  <a:pt x="453" y="633"/>
                  <a:pt x="453" y="633"/>
                </a:cubicBezTo>
                <a:close/>
                <a:moveTo>
                  <a:pt x="167" y="614"/>
                </a:moveTo>
                <a:cubicBezTo>
                  <a:pt x="166" y="614"/>
                  <a:pt x="166" y="614"/>
                  <a:pt x="165" y="614"/>
                </a:cubicBezTo>
                <a:cubicBezTo>
                  <a:pt x="152" y="606"/>
                  <a:pt x="140" y="598"/>
                  <a:pt x="129" y="590"/>
                </a:cubicBezTo>
                <a:cubicBezTo>
                  <a:pt x="127" y="588"/>
                  <a:pt x="126" y="585"/>
                  <a:pt x="128" y="582"/>
                </a:cubicBezTo>
                <a:cubicBezTo>
                  <a:pt x="130" y="580"/>
                  <a:pt x="133" y="579"/>
                  <a:pt x="135" y="581"/>
                </a:cubicBezTo>
                <a:cubicBezTo>
                  <a:pt x="146" y="590"/>
                  <a:pt x="158" y="597"/>
                  <a:pt x="170" y="604"/>
                </a:cubicBezTo>
                <a:cubicBezTo>
                  <a:pt x="173" y="606"/>
                  <a:pt x="173" y="609"/>
                  <a:pt x="172" y="612"/>
                </a:cubicBezTo>
                <a:cubicBezTo>
                  <a:pt x="171" y="613"/>
                  <a:pt x="169" y="614"/>
                  <a:pt x="167" y="614"/>
                </a:cubicBezTo>
                <a:close/>
                <a:moveTo>
                  <a:pt x="526" y="591"/>
                </a:moveTo>
                <a:cubicBezTo>
                  <a:pt x="524" y="591"/>
                  <a:pt x="523" y="590"/>
                  <a:pt x="522" y="589"/>
                </a:cubicBezTo>
                <a:cubicBezTo>
                  <a:pt x="520" y="586"/>
                  <a:pt x="520" y="583"/>
                  <a:pt x="522" y="581"/>
                </a:cubicBezTo>
                <a:cubicBezTo>
                  <a:pt x="533" y="573"/>
                  <a:pt x="544" y="563"/>
                  <a:pt x="554" y="554"/>
                </a:cubicBezTo>
                <a:cubicBezTo>
                  <a:pt x="556" y="552"/>
                  <a:pt x="559" y="552"/>
                  <a:pt x="561" y="554"/>
                </a:cubicBezTo>
                <a:cubicBezTo>
                  <a:pt x="563" y="556"/>
                  <a:pt x="563" y="559"/>
                  <a:pt x="561" y="561"/>
                </a:cubicBezTo>
                <a:cubicBezTo>
                  <a:pt x="551" y="571"/>
                  <a:pt x="540" y="581"/>
                  <a:pt x="529" y="590"/>
                </a:cubicBezTo>
                <a:cubicBezTo>
                  <a:pt x="528" y="590"/>
                  <a:pt x="527" y="591"/>
                  <a:pt x="526" y="591"/>
                </a:cubicBezTo>
                <a:close/>
                <a:moveTo>
                  <a:pt x="100" y="563"/>
                </a:moveTo>
                <a:cubicBezTo>
                  <a:pt x="99" y="563"/>
                  <a:pt x="98" y="562"/>
                  <a:pt x="97" y="561"/>
                </a:cubicBezTo>
                <a:cubicBezTo>
                  <a:pt x="87" y="551"/>
                  <a:pt x="77" y="540"/>
                  <a:pt x="68" y="529"/>
                </a:cubicBezTo>
                <a:cubicBezTo>
                  <a:pt x="67" y="527"/>
                  <a:pt x="67" y="523"/>
                  <a:pt x="69" y="522"/>
                </a:cubicBezTo>
                <a:cubicBezTo>
                  <a:pt x="72" y="520"/>
                  <a:pt x="75" y="520"/>
                  <a:pt x="77" y="523"/>
                </a:cubicBezTo>
                <a:cubicBezTo>
                  <a:pt x="85" y="534"/>
                  <a:pt x="94" y="544"/>
                  <a:pt x="104" y="554"/>
                </a:cubicBezTo>
                <a:cubicBezTo>
                  <a:pt x="106" y="556"/>
                  <a:pt x="106" y="559"/>
                  <a:pt x="104" y="561"/>
                </a:cubicBezTo>
                <a:cubicBezTo>
                  <a:pt x="103" y="562"/>
                  <a:pt x="102" y="563"/>
                  <a:pt x="100" y="563"/>
                </a:cubicBezTo>
                <a:close/>
                <a:moveTo>
                  <a:pt x="585" y="531"/>
                </a:moveTo>
                <a:cubicBezTo>
                  <a:pt x="584" y="531"/>
                  <a:pt x="583" y="531"/>
                  <a:pt x="582" y="530"/>
                </a:cubicBezTo>
                <a:cubicBezTo>
                  <a:pt x="580" y="528"/>
                  <a:pt x="579" y="525"/>
                  <a:pt x="581" y="522"/>
                </a:cubicBezTo>
                <a:cubicBezTo>
                  <a:pt x="590" y="511"/>
                  <a:pt x="597" y="500"/>
                  <a:pt x="604" y="488"/>
                </a:cubicBezTo>
                <a:cubicBezTo>
                  <a:pt x="606" y="485"/>
                  <a:pt x="609" y="484"/>
                  <a:pt x="612" y="486"/>
                </a:cubicBezTo>
                <a:cubicBezTo>
                  <a:pt x="614" y="487"/>
                  <a:pt x="615" y="491"/>
                  <a:pt x="613" y="493"/>
                </a:cubicBezTo>
                <a:cubicBezTo>
                  <a:pt x="606" y="506"/>
                  <a:pt x="598" y="518"/>
                  <a:pt x="590" y="529"/>
                </a:cubicBezTo>
                <a:cubicBezTo>
                  <a:pt x="589" y="530"/>
                  <a:pt x="587" y="531"/>
                  <a:pt x="585" y="531"/>
                </a:cubicBezTo>
                <a:close/>
                <a:moveTo>
                  <a:pt x="49" y="496"/>
                </a:moveTo>
                <a:cubicBezTo>
                  <a:pt x="47" y="496"/>
                  <a:pt x="45" y="495"/>
                  <a:pt x="44" y="493"/>
                </a:cubicBezTo>
                <a:cubicBezTo>
                  <a:pt x="37" y="481"/>
                  <a:pt x="31" y="468"/>
                  <a:pt x="25" y="455"/>
                </a:cubicBezTo>
                <a:cubicBezTo>
                  <a:pt x="24" y="452"/>
                  <a:pt x="26" y="449"/>
                  <a:pt x="28" y="448"/>
                </a:cubicBezTo>
                <a:cubicBezTo>
                  <a:pt x="31" y="447"/>
                  <a:pt x="34" y="448"/>
                  <a:pt x="35" y="451"/>
                </a:cubicBezTo>
                <a:cubicBezTo>
                  <a:pt x="40" y="464"/>
                  <a:pt x="47" y="476"/>
                  <a:pt x="54" y="488"/>
                </a:cubicBezTo>
                <a:cubicBezTo>
                  <a:pt x="55" y="491"/>
                  <a:pt x="54" y="494"/>
                  <a:pt x="52" y="495"/>
                </a:cubicBezTo>
                <a:cubicBezTo>
                  <a:pt x="51" y="496"/>
                  <a:pt x="50" y="496"/>
                  <a:pt x="49" y="496"/>
                </a:cubicBezTo>
                <a:close/>
                <a:moveTo>
                  <a:pt x="628" y="458"/>
                </a:moveTo>
                <a:cubicBezTo>
                  <a:pt x="627" y="458"/>
                  <a:pt x="626" y="458"/>
                  <a:pt x="626" y="457"/>
                </a:cubicBezTo>
                <a:cubicBezTo>
                  <a:pt x="623" y="456"/>
                  <a:pt x="622" y="453"/>
                  <a:pt x="623" y="451"/>
                </a:cubicBezTo>
                <a:cubicBezTo>
                  <a:pt x="628" y="438"/>
                  <a:pt x="633" y="425"/>
                  <a:pt x="636" y="411"/>
                </a:cubicBezTo>
                <a:cubicBezTo>
                  <a:pt x="637" y="408"/>
                  <a:pt x="640" y="407"/>
                  <a:pt x="643" y="407"/>
                </a:cubicBezTo>
                <a:cubicBezTo>
                  <a:pt x="645" y="408"/>
                  <a:pt x="647" y="411"/>
                  <a:pt x="646" y="414"/>
                </a:cubicBezTo>
                <a:cubicBezTo>
                  <a:pt x="643" y="428"/>
                  <a:pt x="638" y="441"/>
                  <a:pt x="633" y="455"/>
                </a:cubicBezTo>
                <a:cubicBezTo>
                  <a:pt x="632" y="457"/>
                  <a:pt x="630" y="458"/>
                  <a:pt x="628" y="458"/>
                </a:cubicBezTo>
                <a:close/>
                <a:moveTo>
                  <a:pt x="17" y="418"/>
                </a:moveTo>
                <a:cubicBezTo>
                  <a:pt x="14" y="418"/>
                  <a:pt x="12" y="417"/>
                  <a:pt x="11" y="414"/>
                </a:cubicBezTo>
                <a:cubicBezTo>
                  <a:pt x="8" y="400"/>
                  <a:pt x="5" y="386"/>
                  <a:pt x="3" y="372"/>
                </a:cubicBezTo>
                <a:cubicBezTo>
                  <a:pt x="3" y="369"/>
                  <a:pt x="5" y="367"/>
                  <a:pt x="8" y="366"/>
                </a:cubicBezTo>
                <a:cubicBezTo>
                  <a:pt x="11" y="366"/>
                  <a:pt x="13" y="368"/>
                  <a:pt x="14" y="371"/>
                </a:cubicBezTo>
                <a:cubicBezTo>
                  <a:pt x="15" y="384"/>
                  <a:pt x="18" y="398"/>
                  <a:pt x="22" y="412"/>
                </a:cubicBezTo>
                <a:cubicBezTo>
                  <a:pt x="22" y="414"/>
                  <a:pt x="21" y="417"/>
                  <a:pt x="18" y="418"/>
                </a:cubicBezTo>
                <a:cubicBezTo>
                  <a:pt x="18" y="418"/>
                  <a:pt x="17" y="418"/>
                  <a:pt x="17" y="418"/>
                </a:cubicBezTo>
                <a:close/>
                <a:moveTo>
                  <a:pt x="649" y="376"/>
                </a:moveTo>
                <a:cubicBezTo>
                  <a:pt x="649" y="376"/>
                  <a:pt x="649" y="376"/>
                  <a:pt x="649" y="376"/>
                </a:cubicBezTo>
                <a:cubicBezTo>
                  <a:pt x="646" y="376"/>
                  <a:pt x="644" y="373"/>
                  <a:pt x="644" y="370"/>
                </a:cubicBezTo>
                <a:cubicBezTo>
                  <a:pt x="646" y="357"/>
                  <a:pt x="647" y="343"/>
                  <a:pt x="647" y="329"/>
                </a:cubicBezTo>
                <a:cubicBezTo>
                  <a:pt x="647" y="328"/>
                  <a:pt x="647" y="328"/>
                  <a:pt x="647" y="328"/>
                </a:cubicBezTo>
                <a:cubicBezTo>
                  <a:pt x="647" y="325"/>
                  <a:pt x="649" y="323"/>
                  <a:pt x="652" y="323"/>
                </a:cubicBezTo>
                <a:cubicBezTo>
                  <a:pt x="655" y="323"/>
                  <a:pt x="657" y="325"/>
                  <a:pt x="657" y="328"/>
                </a:cubicBezTo>
                <a:cubicBezTo>
                  <a:pt x="657" y="329"/>
                  <a:pt x="657" y="329"/>
                  <a:pt x="657" y="329"/>
                </a:cubicBezTo>
                <a:cubicBezTo>
                  <a:pt x="657" y="343"/>
                  <a:pt x="656" y="358"/>
                  <a:pt x="655" y="372"/>
                </a:cubicBezTo>
                <a:cubicBezTo>
                  <a:pt x="654" y="374"/>
                  <a:pt x="652" y="376"/>
                  <a:pt x="649" y="376"/>
                </a:cubicBezTo>
                <a:close/>
                <a:moveTo>
                  <a:pt x="6" y="335"/>
                </a:moveTo>
                <a:cubicBezTo>
                  <a:pt x="3" y="335"/>
                  <a:pt x="0" y="332"/>
                  <a:pt x="0" y="329"/>
                </a:cubicBezTo>
                <a:cubicBezTo>
                  <a:pt x="0" y="329"/>
                  <a:pt x="0" y="329"/>
                  <a:pt x="0" y="329"/>
                </a:cubicBezTo>
                <a:cubicBezTo>
                  <a:pt x="0" y="315"/>
                  <a:pt x="1" y="300"/>
                  <a:pt x="3" y="286"/>
                </a:cubicBezTo>
                <a:cubicBezTo>
                  <a:pt x="3" y="283"/>
                  <a:pt x="6" y="281"/>
                  <a:pt x="9" y="282"/>
                </a:cubicBezTo>
                <a:cubicBezTo>
                  <a:pt x="12" y="282"/>
                  <a:pt x="14" y="285"/>
                  <a:pt x="14" y="288"/>
                </a:cubicBezTo>
                <a:cubicBezTo>
                  <a:pt x="12" y="301"/>
                  <a:pt x="11" y="315"/>
                  <a:pt x="11" y="329"/>
                </a:cubicBezTo>
                <a:cubicBezTo>
                  <a:pt x="11" y="329"/>
                  <a:pt x="11" y="329"/>
                  <a:pt x="11" y="329"/>
                </a:cubicBezTo>
                <a:cubicBezTo>
                  <a:pt x="11" y="332"/>
                  <a:pt x="9" y="335"/>
                  <a:pt x="6" y="335"/>
                </a:cubicBezTo>
                <a:close/>
                <a:moveTo>
                  <a:pt x="649" y="291"/>
                </a:moveTo>
                <a:cubicBezTo>
                  <a:pt x="647" y="291"/>
                  <a:pt x="644" y="289"/>
                  <a:pt x="644" y="287"/>
                </a:cubicBezTo>
                <a:cubicBezTo>
                  <a:pt x="642" y="273"/>
                  <a:pt x="639" y="259"/>
                  <a:pt x="636" y="246"/>
                </a:cubicBezTo>
                <a:cubicBezTo>
                  <a:pt x="635" y="243"/>
                  <a:pt x="637" y="240"/>
                  <a:pt x="640" y="239"/>
                </a:cubicBezTo>
                <a:cubicBezTo>
                  <a:pt x="642" y="239"/>
                  <a:pt x="645" y="240"/>
                  <a:pt x="646" y="243"/>
                </a:cubicBezTo>
                <a:cubicBezTo>
                  <a:pt x="650" y="257"/>
                  <a:pt x="653" y="271"/>
                  <a:pt x="655" y="285"/>
                </a:cubicBezTo>
                <a:cubicBezTo>
                  <a:pt x="655" y="288"/>
                  <a:pt x="653" y="291"/>
                  <a:pt x="650" y="291"/>
                </a:cubicBezTo>
                <a:lnTo>
                  <a:pt x="649" y="291"/>
                </a:lnTo>
                <a:close/>
                <a:moveTo>
                  <a:pt x="16" y="251"/>
                </a:moveTo>
                <a:cubicBezTo>
                  <a:pt x="16" y="251"/>
                  <a:pt x="16" y="251"/>
                  <a:pt x="15" y="251"/>
                </a:cubicBezTo>
                <a:cubicBezTo>
                  <a:pt x="12" y="250"/>
                  <a:pt x="11" y="247"/>
                  <a:pt x="11" y="244"/>
                </a:cubicBezTo>
                <a:cubicBezTo>
                  <a:pt x="15" y="230"/>
                  <a:pt x="20" y="217"/>
                  <a:pt x="25" y="203"/>
                </a:cubicBezTo>
                <a:cubicBezTo>
                  <a:pt x="26" y="201"/>
                  <a:pt x="29" y="199"/>
                  <a:pt x="32" y="201"/>
                </a:cubicBezTo>
                <a:cubicBezTo>
                  <a:pt x="35" y="202"/>
                  <a:pt x="36" y="205"/>
                  <a:pt x="35" y="208"/>
                </a:cubicBezTo>
                <a:cubicBezTo>
                  <a:pt x="30" y="220"/>
                  <a:pt x="25" y="234"/>
                  <a:pt x="22" y="247"/>
                </a:cubicBezTo>
                <a:cubicBezTo>
                  <a:pt x="21" y="249"/>
                  <a:pt x="19" y="251"/>
                  <a:pt x="16" y="251"/>
                </a:cubicBezTo>
                <a:close/>
                <a:moveTo>
                  <a:pt x="627" y="210"/>
                </a:moveTo>
                <a:cubicBezTo>
                  <a:pt x="625" y="210"/>
                  <a:pt x="623" y="209"/>
                  <a:pt x="622" y="207"/>
                </a:cubicBezTo>
                <a:cubicBezTo>
                  <a:pt x="617" y="194"/>
                  <a:pt x="611" y="181"/>
                  <a:pt x="604" y="169"/>
                </a:cubicBezTo>
                <a:cubicBezTo>
                  <a:pt x="603" y="167"/>
                  <a:pt x="603" y="164"/>
                  <a:pt x="606" y="162"/>
                </a:cubicBezTo>
                <a:cubicBezTo>
                  <a:pt x="608" y="161"/>
                  <a:pt x="612" y="161"/>
                  <a:pt x="613" y="164"/>
                </a:cubicBezTo>
                <a:cubicBezTo>
                  <a:pt x="620" y="176"/>
                  <a:pt x="627" y="189"/>
                  <a:pt x="632" y="202"/>
                </a:cubicBezTo>
                <a:cubicBezTo>
                  <a:pt x="633" y="205"/>
                  <a:pt x="632" y="208"/>
                  <a:pt x="629" y="209"/>
                </a:cubicBezTo>
                <a:cubicBezTo>
                  <a:pt x="629" y="210"/>
                  <a:pt x="628" y="210"/>
                  <a:pt x="627" y="210"/>
                </a:cubicBezTo>
                <a:close/>
                <a:moveTo>
                  <a:pt x="49" y="173"/>
                </a:moveTo>
                <a:cubicBezTo>
                  <a:pt x="48" y="173"/>
                  <a:pt x="47" y="173"/>
                  <a:pt x="46" y="172"/>
                </a:cubicBezTo>
                <a:cubicBezTo>
                  <a:pt x="43" y="171"/>
                  <a:pt x="43" y="167"/>
                  <a:pt x="44" y="165"/>
                </a:cubicBezTo>
                <a:cubicBezTo>
                  <a:pt x="51" y="153"/>
                  <a:pt x="59" y="141"/>
                  <a:pt x="68" y="129"/>
                </a:cubicBezTo>
                <a:cubicBezTo>
                  <a:pt x="70" y="127"/>
                  <a:pt x="73" y="126"/>
                  <a:pt x="75" y="128"/>
                </a:cubicBezTo>
                <a:cubicBezTo>
                  <a:pt x="78" y="130"/>
                  <a:pt x="78" y="133"/>
                  <a:pt x="76" y="136"/>
                </a:cubicBezTo>
                <a:cubicBezTo>
                  <a:pt x="68" y="147"/>
                  <a:pt x="60" y="158"/>
                  <a:pt x="53" y="170"/>
                </a:cubicBezTo>
                <a:cubicBezTo>
                  <a:pt x="52" y="172"/>
                  <a:pt x="50" y="173"/>
                  <a:pt x="49" y="173"/>
                </a:cubicBezTo>
                <a:close/>
                <a:moveTo>
                  <a:pt x="585" y="137"/>
                </a:moveTo>
                <a:cubicBezTo>
                  <a:pt x="583" y="137"/>
                  <a:pt x="582" y="136"/>
                  <a:pt x="581" y="135"/>
                </a:cubicBezTo>
                <a:cubicBezTo>
                  <a:pt x="572" y="124"/>
                  <a:pt x="563" y="113"/>
                  <a:pt x="553" y="104"/>
                </a:cubicBezTo>
                <a:cubicBezTo>
                  <a:pt x="551" y="102"/>
                  <a:pt x="551" y="98"/>
                  <a:pt x="553" y="96"/>
                </a:cubicBezTo>
                <a:cubicBezTo>
                  <a:pt x="555" y="94"/>
                  <a:pt x="559" y="94"/>
                  <a:pt x="561" y="96"/>
                </a:cubicBezTo>
                <a:cubicBezTo>
                  <a:pt x="571" y="106"/>
                  <a:pt x="580" y="117"/>
                  <a:pt x="589" y="128"/>
                </a:cubicBezTo>
                <a:cubicBezTo>
                  <a:pt x="591" y="131"/>
                  <a:pt x="591" y="134"/>
                  <a:pt x="588" y="136"/>
                </a:cubicBezTo>
                <a:cubicBezTo>
                  <a:pt x="587" y="137"/>
                  <a:pt x="586" y="137"/>
                  <a:pt x="585" y="137"/>
                </a:cubicBezTo>
                <a:close/>
                <a:moveTo>
                  <a:pt x="100" y="106"/>
                </a:moveTo>
                <a:cubicBezTo>
                  <a:pt x="99" y="106"/>
                  <a:pt x="97" y="105"/>
                  <a:pt x="96" y="104"/>
                </a:cubicBezTo>
                <a:cubicBezTo>
                  <a:pt x="94" y="102"/>
                  <a:pt x="94" y="99"/>
                  <a:pt x="96" y="97"/>
                </a:cubicBezTo>
                <a:cubicBezTo>
                  <a:pt x="106" y="87"/>
                  <a:pt x="117" y="77"/>
                  <a:pt x="128" y="68"/>
                </a:cubicBezTo>
                <a:cubicBezTo>
                  <a:pt x="131" y="67"/>
                  <a:pt x="134" y="67"/>
                  <a:pt x="136" y="69"/>
                </a:cubicBezTo>
                <a:cubicBezTo>
                  <a:pt x="138" y="72"/>
                  <a:pt x="137" y="75"/>
                  <a:pt x="135" y="77"/>
                </a:cubicBezTo>
                <a:cubicBezTo>
                  <a:pt x="124" y="85"/>
                  <a:pt x="114" y="95"/>
                  <a:pt x="104" y="104"/>
                </a:cubicBezTo>
                <a:cubicBezTo>
                  <a:pt x="103" y="105"/>
                  <a:pt x="101" y="106"/>
                  <a:pt x="100" y="106"/>
                </a:cubicBezTo>
                <a:close/>
                <a:moveTo>
                  <a:pt x="525" y="77"/>
                </a:moveTo>
                <a:cubicBezTo>
                  <a:pt x="524" y="77"/>
                  <a:pt x="523" y="77"/>
                  <a:pt x="522" y="76"/>
                </a:cubicBezTo>
                <a:cubicBezTo>
                  <a:pt x="511" y="68"/>
                  <a:pt x="499" y="60"/>
                  <a:pt x="487" y="53"/>
                </a:cubicBezTo>
                <a:cubicBezTo>
                  <a:pt x="485" y="52"/>
                  <a:pt x="484" y="48"/>
                  <a:pt x="485" y="46"/>
                </a:cubicBezTo>
                <a:cubicBezTo>
                  <a:pt x="487" y="43"/>
                  <a:pt x="490" y="43"/>
                  <a:pt x="493" y="44"/>
                </a:cubicBezTo>
                <a:cubicBezTo>
                  <a:pt x="505" y="51"/>
                  <a:pt x="517" y="59"/>
                  <a:pt x="528" y="68"/>
                </a:cubicBezTo>
                <a:cubicBezTo>
                  <a:pt x="531" y="70"/>
                  <a:pt x="531" y="73"/>
                  <a:pt x="529" y="75"/>
                </a:cubicBezTo>
                <a:cubicBezTo>
                  <a:pt x="528" y="77"/>
                  <a:pt x="527" y="77"/>
                  <a:pt x="525" y="77"/>
                </a:cubicBezTo>
                <a:close/>
                <a:moveTo>
                  <a:pt x="167" y="54"/>
                </a:moveTo>
                <a:cubicBezTo>
                  <a:pt x="165" y="54"/>
                  <a:pt x="163" y="53"/>
                  <a:pt x="162" y="52"/>
                </a:cubicBezTo>
                <a:cubicBezTo>
                  <a:pt x="161" y="49"/>
                  <a:pt x="162" y="46"/>
                  <a:pt x="164" y="45"/>
                </a:cubicBezTo>
                <a:cubicBezTo>
                  <a:pt x="177" y="37"/>
                  <a:pt x="189" y="31"/>
                  <a:pt x="203" y="25"/>
                </a:cubicBezTo>
                <a:cubicBezTo>
                  <a:pt x="205" y="24"/>
                  <a:pt x="208" y="26"/>
                  <a:pt x="210" y="28"/>
                </a:cubicBezTo>
                <a:cubicBezTo>
                  <a:pt x="211" y="31"/>
                  <a:pt x="209" y="34"/>
                  <a:pt x="207" y="35"/>
                </a:cubicBezTo>
                <a:cubicBezTo>
                  <a:pt x="194" y="41"/>
                  <a:pt x="181" y="47"/>
                  <a:pt x="169" y="54"/>
                </a:cubicBezTo>
                <a:cubicBezTo>
                  <a:pt x="169" y="54"/>
                  <a:pt x="168" y="54"/>
                  <a:pt x="167" y="54"/>
                </a:cubicBezTo>
                <a:close/>
                <a:moveTo>
                  <a:pt x="452" y="35"/>
                </a:moveTo>
                <a:cubicBezTo>
                  <a:pt x="451" y="35"/>
                  <a:pt x="451" y="35"/>
                  <a:pt x="450" y="35"/>
                </a:cubicBezTo>
                <a:cubicBezTo>
                  <a:pt x="437" y="30"/>
                  <a:pt x="424" y="25"/>
                  <a:pt x="411" y="22"/>
                </a:cubicBezTo>
                <a:cubicBezTo>
                  <a:pt x="408" y="21"/>
                  <a:pt x="406" y="18"/>
                  <a:pt x="407" y="15"/>
                </a:cubicBezTo>
                <a:cubicBezTo>
                  <a:pt x="408" y="12"/>
                  <a:pt x="411" y="11"/>
                  <a:pt x="413" y="11"/>
                </a:cubicBezTo>
                <a:cubicBezTo>
                  <a:pt x="427" y="15"/>
                  <a:pt x="441" y="20"/>
                  <a:pt x="454" y="25"/>
                </a:cubicBezTo>
                <a:cubicBezTo>
                  <a:pt x="457" y="26"/>
                  <a:pt x="458" y="29"/>
                  <a:pt x="457" y="32"/>
                </a:cubicBezTo>
                <a:cubicBezTo>
                  <a:pt x="456" y="34"/>
                  <a:pt x="454" y="35"/>
                  <a:pt x="452" y="35"/>
                </a:cubicBezTo>
                <a:close/>
                <a:moveTo>
                  <a:pt x="245" y="22"/>
                </a:moveTo>
                <a:cubicBezTo>
                  <a:pt x="242" y="22"/>
                  <a:pt x="240" y="20"/>
                  <a:pt x="240" y="18"/>
                </a:cubicBezTo>
                <a:cubicBezTo>
                  <a:pt x="239" y="15"/>
                  <a:pt x="240" y="12"/>
                  <a:pt x="243" y="12"/>
                </a:cubicBezTo>
                <a:cubicBezTo>
                  <a:pt x="257" y="8"/>
                  <a:pt x="271" y="5"/>
                  <a:pt x="285" y="3"/>
                </a:cubicBezTo>
                <a:cubicBezTo>
                  <a:pt x="288" y="3"/>
                  <a:pt x="291" y="5"/>
                  <a:pt x="291" y="8"/>
                </a:cubicBezTo>
                <a:cubicBezTo>
                  <a:pt x="292" y="11"/>
                  <a:pt x="290" y="13"/>
                  <a:pt x="287" y="14"/>
                </a:cubicBezTo>
                <a:cubicBezTo>
                  <a:pt x="273" y="15"/>
                  <a:pt x="259" y="18"/>
                  <a:pt x="246" y="22"/>
                </a:cubicBezTo>
                <a:cubicBezTo>
                  <a:pt x="246" y="22"/>
                  <a:pt x="245" y="22"/>
                  <a:pt x="245" y="22"/>
                </a:cubicBezTo>
                <a:close/>
                <a:moveTo>
                  <a:pt x="371" y="14"/>
                </a:moveTo>
                <a:cubicBezTo>
                  <a:pt x="370" y="14"/>
                  <a:pt x="370" y="14"/>
                  <a:pt x="370" y="14"/>
                </a:cubicBezTo>
                <a:cubicBezTo>
                  <a:pt x="356" y="12"/>
                  <a:pt x="343" y="11"/>
                  <a:pt x="329" y="11"/>
                </a:cubicBezTo>
                <a:cubicBezTo>
                  <a:pt x="328" y="11"/>
                  <a:pt x="328" y="11"/>
                  <a:pt x="328" y="11"/>
                </a:cubicBezTo>
                <a:cubicBezTo>
                  <a:pt x="325" y="11"/>
                  <a:pt x="323" y="9"/>
                  <a:pt x="323" y="6"/>
                </a:cubicBezTo>
                <a:cubicBezTo>
                  <a:pt x="323" y="3"/>
                  <a:pt x="325" y="0"/>
                  <a:pt x="328" y="0"/>
                </a:cubicBezTo>
                <a:cubicBezTo>
                  <a:pt x="329" y="0"/>
                  <a:pt x="329" y="0"/>
                  <a:pt x="329" y="0"/>
                </a:cubicBezTo>
                <a:cubicBezTo>
                  <a:pt x="343" y="0"/>
                  <a:pt x="357" y="1"/>
                  <a:pt x="371" y="3"/>
                </a:cubicBezTo>
                <a:cubicBezTo>
                  <a:pt x="374" y="3"/>
                  <a:pt x="376" y="6"/>
                  <a:pt x="376" y="9"/>
                </a:cubicBezTo>
                <a:cubicBezTo>
                  <a:pt x="375" y="12"/>
                  <a:pt x="373" y="14"/>
                  <a:pt x="371" y="14"/>
                </a:cubicBezTo>
                <a:close/>
              </a:path>
            </a:pathLst>
          </a:custGeom>
          <a:solidFill>
            <a:schemeClr val="accent1"/>
          </a:solidFill>
          <a:ln w="9525">
            <a:noFill/>
            <a:round/>
            <a:headEnd/>
            <a:tailEnd/>
          </a:ln>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85" name="Oval 6">
            <a:extLst>
              <a:ext uri="{FF2B5EF4-FFF2-40B4-BE49-F238E27FC236}">
                <a16:creationId xmlns:a16="http://schemas.microsoft.com/office/drawing/2014/main" id="{190CCC22-C537-0D4E-8227-FAB827F4CEB0}"/>
              </a:ext>
            </a:extLst>
          </p:cNvPr>
          <p:cNvSpPr>
            <a:spLocks noChangeArrowheads="1"/>
          </p:cNvSpPr>
          <p:nvPr/>
        </p:nvSpPr>
        <p:spPr bwMode="auto">
          <a:xfrm>
            <a:off x="9765270" y="2766552"/>
            <a:ext cx="904944" cy="903811"/>
          </a:xfrm>
          <a:prstGeom prst="ellipse">
            <a:avLst/>
          </a:prstGeom>
          <a:solidFill>
            <a:schemeClr val="accent1"/>
          </a:solidFill>
          <a:ln/>
          <a:effectLst/>
        </p:spPr>
        <p:style>
          <a:lnRef idx="0">
            <a:schemeClr val="accent3"/>
          </a:lnRef>
          <a:fillRef idx="3">
            <a:schemeClr val="accent3"/>
          </a:fillRef>
          <a:effectRef idx="3">
            <a:schemeClr val="accent3"/>
          </a:effectRef>
          <a:fontRef idx="minor">
            <a:schemeClr val="lt1"/>
          </a:fontRef>
        </p:style>
        <p:txBody>
          <a:bodyPr rtlCol="0" anchor="ctr"/>
          <a:lstStyle/>
          <a:p>
            <a:pPr lvl="0" algn="ctr"/>
            <a:endParaRPr lang="en-US" sz="900">
              <a:solidFill>
                <a:schemeClr val="lt1"/>
              </a:solidFill>
              <a:latin typeface="Century Gothic" panose="020B0502020202020204" pitchFamily="34" charset="0"/>
            </a:endParaRPr>
          </a:p>
        </p:txBody>
      </p:sp>
      <p:sp>
        <p:nvSpPr>
          <p:cNvPr id="94" name="Oval 6">
            <a:extLst>
              <a:ext uri="{FF2B5EF4-FFF2-40B4-BE49-F238E27FC236}">
                <a16:creationId xmlns:a16="http://schemas.microsoft.com/office/drawing/2014/main" id="{CB299444-BF7B-4740-9C93-9134689ABEEC}"/>
              </a:ext>
            </a:extLst>
          </p:cNvPr>
          <p:cNvSpPr>
            <a:spLocks noChangeArrowheads="1"/>
          </p:cNvSpPr>
          <p:nvPr/>
        </p:nvSpPr>
        <p:spPr bwMode="auto">
          <a:xfrm>
            <a:off x="6737147" y="1606484"/>
            <a:ext cx="904944" cy="903811"/>
          </a:xfrm>
          <a:prstGeom prst="ellipse">
            <a:avLst/>
          </a:prstGeom>
          <a:solidFill>
            <a:schemeClr val="tx2"/>
          </a:solidFill>
          <a:ln/>
          <a:effectLst/>
        </p:spPr>
        <p:style>
          <a:lnRef idx="0">
            <a:schemeClr val="accent2"/>
          </a:lnRef>
          <a:fillRef idx="3">
            <a:schemeClr val="accent2"/>
          </a:fillRef>
          <a:effectRef idx="3">
            <a:schemeClr val="accent2"/>
          </a:effectRef>
          <a:fontRef idx="minor">
            <a:schemeClr val="lt1"/>
          </a:fontRef>
        </p:style>
        <p:txBody>
          <a:bodyPr rtlCol="0" anchor="ctr"/>
          <a:lstStyle/>
          <a:p>
            <a:pPr lvl="0" algn="ctr"/>
            <a:endParaRPr lang="en-US" sz="900">
              <a:solidFill>
                <a:schemeClr val="lt1"/>
              </a:solidFill>
              <a:latin typeface="Century Gothic" panose="020B0502020202020204" pitchFamily="34" charset="0"/>
            </a:endParaRPr>
          </a:p>
        </p:txBody>
      </p:sp>
      <p:sp>
        <p:nvSpPr>
          <p:cNvPr id="95" name="Freeform 30">
            <a:extLst>
              <a:ext uri="{FF2B5EF4-FFF2-40B4-BE49-F238E27FC236}">
                <a16:creationId xmlns:a16="http://schemas.microsoft.com/office/drawing/2014/main" id="{004DD84F-E476-5849-A65D-0038274DFF6C}"/>
              </a:ext>
            </a:extLst>
          </p:cNvPr>
          <p:cNvSpPr>
            <a:spLocks noEditPoints="1"/>
          </p:cNvSpPr>
          <p:nvPr/>
        </p:nvSpPr>
        <p:spPr bwMode="auto">
          <a:xfrm>
            <a:off x="6653317" y="1522659"/>
            <a:ext cx="1070456" cy="1069312"/>
          </a:xfrm>
          <a:custGeom>
            <a:avLst/>
            <a:gdLst>
              <a:gd name="T0" fmla="*/ 281 w 657"/>
              <a:gd name="T1" fmla="*/ 648 h 657"/>
              <a:gd name="T2" fmla="*/ 329 w 657"/>
              <a:gd name="T3" fmla="*/ 657 h 657"/>
              <a:gd name="T4" fmla="*/ 411 w 657"/>
              <a:gd name="T5" fmla="*/ 636 h 657"/>
              <a:gd name="T6" fmla="*/ 371 w 657"/>
              <a:gd name="T7" fmla="*/ 654 h 657"/>
              <a:gd name="T8" fmla="*/ 200 w 657"/>
              <a:gd name="T9" fmla="*/ 625 h 657"/>
              <a:gd name="T10" fmla="*/ 245 w 657"/>
              <a:gd name="T11" fmla="*/ 646 h 657"/>
              <a:gd name="T12" fmla="*/ 488 w 657"/>
              <a:gd name="T13" fmla="*/ 604 h 657"/>
              <a:gd name="T14" fmla="*/ 453 w 657"/>
              <a:gd name="T15" fmla="*/ 633 h 657"/>
              <a:gd name="T16" fmla="*/ 128 w 657"/>
              <a:gd name="T17" fmla="*/ 582 h 657"/>
              <a:gd name="T18" fmla="*/ 167 w 657"/>
              <a:gd name="T19" fmla="*/ 614 h 657"/>
              <a:gd name="T20" fmla="*/ 554 w 657"/>
              <a:gd name="T21" fmla="*/ 553 h 657"/>
              <a:gd name="T22" fmla="*/ 526 w 657"/>
              <a:gd name="T23" fmla="*/ 590 h 657"/>
              <a:gd name="T24" fmla="*/ 69 w 657"/>
              <a:gd name="T25" fmla="*/ 521 h 657"/>
              <a:gd name="T26" fmla="*/ 100 w 657"/>
              <a:gd name="T27" fmla="*/ 563 h 657"/>
              <a:gd name="T28" fmla="*/ 604 w 657"/>
              <a:gd name="T29" fmla="*/ 488 h 657"/>
              <a:gd name="T30" fmla="*/ 585 w 657"/>
              <a:gd name="T31" fmla="*/ 531 h 657"/>
              <a:gd name="T32" fmla="*/ 28 w 657"/>
              <a:gd name="T33" fmla="*/ 448 h 657"/>
              <a:gd name="T34" fmla="*/ 49 w 657"/>
              <a:gd name="T35" fmla="*/ 496 h 657"/>
              <a:gd name="T36" fmla="*/ 636 w 657"/>
              <a:gd name="T37" fmla="*/ 411 h 657"/>
              <a:gd name="T38" fmla="*/ 627 w 657"/>
              <a:gd name="T39" fmla="*/ 458 h 657"/>
              <a:gd name="T40" fmla="*/ 8 w 657"/>
              <a:gd name="T41" fmla="*/ 366 h 657"/>
              <a:gd name="T42" fmla="*/ 16 w 657"/>
              <a:gd name="T43" fmla="*/ 418 h 657"/>
              <a:gd name="T44" fmla="*/ 647 w 657"/>
              <a:gd name="T45" fmla="*/ 329 h 657"/>
              <a:gd name="T46" fmla="*/ 657 w 657"/>
              <a:gd name="T47" fmla="*/ 329 h 657"/>
              <a:gd name="T48" fmla="*/ 0 w 657"/>
              <a:gd name="T49" fmla="*/ 329 h 657"/>
              <a:gd name="T50" fmla="*/ 13 w 657"/>
              <a:gd name="T51" fmla="*/ 287 h 657"/>
              <a:gd name="T52" fmla="*/ 649 w 657"/>
              <a:gd name="T53" fmla="*/ 291 h 657"/>
              <a:gd name="T54" fmla="*/ 646 w 657"/>
              <a:gd name="T55" fmla="*/ 243 h 657"/>
              <a:gd name="T56" fmla="*/ 16 w 657"/>
              <a:gd name="T57" fmla="*/ 251 h 657"/>
              <a:gd name="T58" fmla="*/ 32 w 657"/>
              <a:gd name="T59" fmla="*/ 200 h 657"/>
              <a:gd name="T60" fmla="*/ 627 w 657"/>
              <a:gd name="T61" fmla="*/ 209 h 657"/>
              <a:gd name="T62" fmla="*/ 613 w 657"/>
              <a:gd name="T63" fmla="*/ 164 h 657"/>
              <a:gd name="T64" fmla="*/ 48 w 657"/>
              <a:gd name="T65" fmla="*/ 173 h 657"/>
              <a:gd name="T66" fmla="*/ 75 w 657"/>
              <a:gd name="T67" fmla="*/ 128 h 657"/>
              <a:gd name="T68" fmla="*/ 585 w 657"/>
              <a:gd name="T69" fmla="*/ 137 h 657"/>
              <a:gd name="T70" fmla="*/ 561 w 657"/>
              <a:gd name="T71" fmla="*/ 96 h 657"/>
              <a:gd name="T72" fmla="*/ 100 w 657"/>
              <a:gd name="T73" fmla="*/ 106 h 657"/>
              <a:gd name="T74" fmla="*/ 136 w 657"/>
              <a:gd name="T75" fmla="*/ 69 h 657"/>
              <a:gd name="T76" fmla="*/ 525 w 657"/>
              <a:gd name="T77" fmla="*/ 77 h 657"/>
              <a:gd name="T78" fmla="*/ 492 w 657"/>
              <a:gd name="T79" fmla="*/ 44 h 657"/>
              <a:gd name="T80" fmla="*/ 167 w 657"/>
              <a:gd name="T81" fmla="*/ 54 h 657"/>
              <a:gd name="T82" fmla="*/ 209 w 657"/>
              <a:gd name="T83" fmla="*/ 28 h 657"/>
              <a:gd name="T84" fmla="*/ 452 w 657"/>
              <a:gd name="T85" fmla="*/ 35 h 657"/>
              <a:gd name="T86" fmla="*/ 413 w 657"/>
              <a:gd name="T87" fmla="*/ 11 h 657"/>
              <a:gd name="T88" fmla="*/ 244 w 657"/>
              <a:gd name="T89" fmla="*/ 22 h 657"/>
              <a:gd name="T90" fmla="*/ 291 w 657"/>
              <a:gd name="T91" fmla="*/ 7 h 657"/>
              <a:gd name="T92" fmla="*/ 370 w 657"/>
              <a:gd name="T93" fmla="*/ 13 h 657"/>
              <a:gd name="T94" fmla="*/ 323 w 657"/>
              <a:gd name="T95" fmla="*/ 5 h 657"/>
              <a:gd name="T96" fmla="*/ 376 w 657"/>
              <a:gd name="T97" fmla="*/ 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7" h="657">
                <a:moveTo>
                  <a:pt x="329" y="657"/>
                </a:moveTo>
                <a:cubicBezTo>
                  <a:pt x="329" y="657"/>
                  <a:pt x="329" y="657"/>
                  <a:pt x="329" y="657"/>
                </a:cubicBezTo>
                <a:cubicBezTo>
                  <a:pt x="314" y="657"/>
                  <a:pt x="300" y="656"/>
                  <a:pt x="286" y="654"/>
                </a:cubicBezTo>
                <a:cubicBezTo>
                  <a:pt x="283" y="654"/>
                  <a:pt x="281" y="651"/>
                  <a:pt x="281" y="648"/>
                </a:cubicBezTo>
                <a:cubicBezTo>
                  <a:pt x="282" y="646"/>
                  <a:pt x="284" y="643"/>
                  <a:pt x="287" y="644"/>
                </a:cubicBezTo>
                <a:cubicBezTo>
                  <a:pt x="301" y="646"/>
                  <a:pt x="315" y="646"/>
                  <a:pt x="329" y="646"/>
                </a:cubicBezTo>
                <a:cubicBezTo>
                  <a:pt x="332" y="646"/>
                  <a:pt x="334" y="649"/>
                  <a:pt x="334" y="652"/>
                </a:cubicBezTo>
                <a:cubicBezTo>
                  <a:pt x="334" y="655"/>
                  <a:pt x="332" y="657"/>
                  <a:pt x="329" y="657"/>
                </a:cubicBezTo>
                <a:close/>
                <a:moveTo>
                  <a:pt x="371" y="654"/>
                </a:moveTo>
                <a:cubicBezTo>
                  <a:pt x="368" y="654"/>
                  <a:pt x="366" y="652"/>
                  <a:pt x="366" y="650"/>
                </a:cubicBezTo>
                <a:cubicBezTo>
                  <a:pt x="365" y="647"/>
                  <a:pt x="367" y="644"/>
                  <a:pt x="370" y="644"/>
                </a:cubicBezTo>
                <a:cubicBezTo>
                  <a:pt x="384" y="642"/>
                  <a:pt x="398" y="639"/>
                  <a:pt x="411" y="636"/>
                </a:cubicBezTo>
                <a:cubicBezTo>
                  <a:pt x="414" y="635"/>
                  <a:pt x="417" y="637"/>
                  <a:pt x="418" y="639"/>
                </a:cubicBezTo>
                <a:cubicBezTo>
                  <a:pt x="418" y="642"/>
                  <a:pt x="417" y="645"/>
                  <a:pt x="414" y="646"/>
                </a:cubicBezTo>
                <a:cubicBezTo>
                  <a:pt x="400" y="650"/>
                  <a:pt x="386" y="652"/>
                  <a:pt x="372" y="654"/>
                </a:cubicBezTo>
                <a:lnTo>
                  <a:pt x="371" y="654"/>
                </a:lnTo>
                <a:close/>
                <a:moveTo>
                  <a:pt x="245" y="646"/>
                </a:moveTo>
                <a:cubicBezTo>
                  <a:pt x="245" y="646"/>
                  <a:pt x="244" y="646"/>
                  <a:pt x="244" y="646"/>
                </a:cubicBezTo>
                <a:cubicBezTo>
                  <a:pt x="230" y="642"/>
                  <a:pt x="216" y="638"/>
                  <a:pt x="203" y="632"/>
                </a:cubicBezTo>
                <a:cubicBezTo>
                  <a:pt x="200" y="631"/>
                  <a:pt x="199" y="628"/>
                  <a:pt x="200" y="625"/>
                </a:cubicBezTo>
                <a:cubicBezTo>
                  <a:pt x="201" y="623"/>
                  <a:pt x="204" y="621"/>
                  <a:pt x="207" y="622"/>
                </a:cubicBezTo>
                <a:cubicBezTo>
                  <a:pt x="220" y="628"/>
                  <a:pt x="233" y="632"/>
                  <a:pt x="247" y="636"/>
                </a:cubicBezTo>
                <a:cubicBezTo>
                  <a:pt x="249" y="637"/>
                  <a:pt x="251" y="639"/>
                  <a:pt x="250" y="642"/>
                </a:cubicBezTo>
                <a:cubicBezTo>
                  <a:pt x="250" y="645"/>
                  <a:pt x="248" y="646"/>
                  <a:pt x="245" y="646"/>
                </a:cubicBezTo>
                <a:close/>
                <a:moveTo>
                  <a:pt x="453" y="633"/>
                </a:moveTo>
                <a:cubicBezTo>
                  <a:pt x="450" y="633"/>
                  <a:pt x="449" y="631"/>
                  <a:pt x="448" y="629"/>
                </a:cubicBezTo>
                <a:cubicBezTo>
                  <a:pt x="447" y="627"/>
                  <a:pt x="448" y="623"/>
                  <a:pt x="451" y="622"/>
                </a:cubicBezTo>
                <a:cubicBezTo>
                  <a:pt x="463" y="617"/>
                  <a:pt x="476" y="611"/>
                  <a:pt x="488" y="604"/>
                </a:cubicBezTo>
                <a:cubicBezTo>
                  <a:pt x="490" y="602"/>
                  <a:pt x="494" y="603"/>
                  <a:pt x="495" y="606"/>
                </a:cubicBezTo>
                <a:cubicBezTo>
                  <a:pt x="496" y="608"/>
                  <a:pt x="496" y="612"/>
                  <a:pt x="493" y="613"/>
                </a:cubicBezTo>
                <a:cubicBezTo>
                  <a:pt x="481" y="620"/>
                  <a:pt x="468" y="627"/>
                  <a:pt x="455" y="632"/>
                </a:cubicBezTo>
                <a:cubicBezTo>
                  <a:pt x="454" y="632"/>
                  <a:pt x="453" y="633"/>
                  <a:pt x="453" y="633"/>
                </a:cubicBezTo>
                <a:close/>
                <a:moveTo>
                  <a:pt x="167" y="614"/>
                </a:moveTo>
                <a:cubicBezTo>
                  <a:pt x="166" y="614"/>
                  <a:pt x="165" y="614"/>
                  <a:pt x="165" y="613"/>
                </a:cubicBezTo>
                <a:cubicBezTo>
                  <a:pt x="152" y="606"/>
                  <a:pt x="140" y="598"/>
                  <a:pt x="129" y="589"/>
                </a:cubicBezTo>
                <a:cubicBezTo>
                  <a:pt x="127" y="588"/>
                  <a:pt x="126" y="584"/>
                  <a:pt x="128" y="582"/>
                </a:cubicBezTo>
                <a:cubicBezTo>
                  <a:pt x="130" y="580"/>
                  <a:pt x="133" y="579"/>
                  <a:pt x="135" y="581"/>
                </a:cubicBezTo>
                <a:cubicBezTo>
                  <a:pt x="146" y="589"/>
                  <a:pt x="158" y="597"/>
                  <a:pt x="170" y="604"/>
                </a:cubicBezTo>
                <a:cubicBezTo>
                  <a:pt x="172" y="606"/>
                  <a:pt x="173" y="609"/>
                  <a:pt x="172" y="611"/>
                </a:cubicBezTo>
                <a:cubicBezTo>
                  <a:pt x="171" y="613"/>
                  <a:pt x="169" y="614"/>
                  <a:pt x="167" y="614"/>
                </a:cubicBezTo>
                <a:close/>
                <a:moveTo>
                  <a:pt x="526" y="590"/>
                </a:moveTo>
                <a:cubicBezTo>
                  <a:pt x="524" y="590"/>
                  <a:pt x="522" y="590"/>
                  <a:pt x="521" y="588"/>
                </a:cubicBezTo>
                <a:cubicBezTo>
                  <a:pt x="520" y="586"/>
                  <a:pt x="520" y="583"/>
                  <a:pt x="522" y="581"/>
                </a:cubicBezTo>
                <a:cubicBezTo>
                  <a:pt x="533" y="572"/>
                  <a:pt x="544" y="563"/>
                  <a:pt x="554" y="553"/>
                </a:cubicBezTo>
                <a:cubicBezTo>
                  <a:pt x="556" y="551"/>
                  <a:pt x="559" y="551"/>
                  <a:pt x="561" y="553"/>
                </a:cubicBezTo>
                <a:cubicBezTo>
                  <a:pt x="563" y="555"/>
                  <a:pt x="563" y="559"/>
                  <a:pt x="561" y="561"/>
                </a:cubicBezTo>
                <a:cubicBezTo>
                  <a:pt x="551" y="571"/>
                  <a:pt x="540" y="580"/>
                  <a:pt x="529" y="589"/>
                </a:cubicBezTo>
                <a:cubicBezTo>
                  <a:pt x="528" y="590"/>
                  <a:pt x="527" y="590"/>
                  <a:pt x="526" y="590"/>
                </a:cubicBezTo>
                <a:close/>
                <a:moveTo>
                  <a:pt x="100" y="563"/>
                </a:moveTo>
                <a:cubicBezTo>
                  <a:pt x="99" y="563"/>
                  <a:pt x="98" y="562"/>
                  <a:pt x="97" y="561"/>
                </a:cubicBezTo>
                <a:cubicBezTo>
                  <a:pt x="86" y="551"/>
                  <a:pt x="77" y="540"/>
                  <a:pt x="68" y="529"/>
                </a:cubicBezTo>
                <a:cubicBezTo>
                  <a:pt x="66" y="526"/>
                  <a:pt x="67" y="523"/>
                  <a:pt x="69" y="521"/>
                </a:cubicBezTo>
                <a:cubicBezTo>
                  <a:pt x="71" y="520"/>
                  <a:pt x="75" y="520"/>
                  <a:pt x="77" y="522"/>
                </a:cubicBezTo>
                <a:cubicBezTo>
                  <a:pt x="85" y="533"/>
                  <a:pt x="94" y="544"/>
                  <a:pt x="104" y="554"/>
                </a:cubicBezTo>
                <a:cubicBezTo>
                  <a:pt x="106" y="556"/>
                  <a:pt x="106" y="559"/>
                  <a:pt x="104" y="561"/>
                </a:cubicBezTo>
                <a:cubicBezTo>
                  <a:pt x="103" y="562"/>
                  <a:pt x="102" y="563"/>
                  <a:pt x="100" y="563"/>
                </a:cubicBezTo>
                <a:close/>
                <a:moveTo>
                  <a:pt x="585" y="531"/>
                </a:moveTo>
                <a:cubicBezTo>
                  <a:pt x="584" y="531"/>
                  <a:pt x="583" y="530"/>
                  <a:pt x="582" y="529"/>
                </a:cubicBezTo>
                <a:cubicBezTo>
                  <a:pt x="580" y="528"/>
                  <a:pt x="579" y="524"/>
                  <a:pt x="581" y="522"/>
                </a:cubicBezTo>
                <a:cubicBezTo>
                  <a:pt x="589" y="511"/>
                  <a:pt x="597" y="499"/>
                  <a:pt x="604" y="488"/>
                </a:cubicBezTo>
                <a:cubicBezTo>
                  <a:pt x="606" y="485"/>
                  <a:pt x="609" y="484"/>
                  <a:pt x="611" y="486"/>
                </a:cubicBezTo>
                <a:cubicBezTo>
                  <a:pt x="614" y="487"/>
                  <a:pt x="615" y="490"/>
                  <a:pt x="613" y="493"/>
                </a:cubicBezTo>
                <a:cubicBezTo>
                  <a:pt x="606" y="505"/>
                  <a:pt x="598" y="517"/>
                  <a:pt x="589" y="529"/>
                </a:cubicBezTo>
                <a:cubicBezTo>
                  <a:pt x="588" y="530"/>
                  <a:pt x="587" y="531"/>
                  <a:pt x="585" y="531"/>
                </a:cubicBezTo>
                <a:close/>
                <a:moveTo>
                  <a:pt x="49" y="496"/>
                </a:moveTo>
                <a:cubicBezTo>
                  <a:pt x="47" y="496"/>
                  <a:pt x="45" y="495"/>
                  <a:pt x="44" y="493"/>
                </a:cubicBezTo>
                <a:cubicBezTo>
                  <a:pt x="37" y="481"/>
                  <a:pt x="31" y="468"/>
                  <a:pt x="25" y="455"/>
                </a:cubicBezTo>
                <a:cubicBezTo>
                  <a:pt x="24" y="452"/>
                  <a:pt x="25" y="449"/>
                  <a:pt x="28" y="448"/>
                </a:cubicBezTo>
                <a:cubicBezTo>
                  <a:pt x="31" y="447"/>
                  <a:pt x="34" y="448"/>
                  <a:pt x="35" y="451"/>
                </a:cubicBezTo>
                <a:cubicBezTo>
                  <a:pt x="40" y="463"/>
                  <a:pt x="46" y="476"/>
                  <a:pt x="53" y="488"/>
                </a:cubicBezTo>
                <a:cubicBezTo>
                  <a:pt x="55" y="490"/>
                  <a:pt x="54" y="494"/>
                  <a:pt x="51" y="495"/>
                </a:cubicBezTo>
                <a:cubicBezTo>
                  <a:pt x="51" y="495"/>
                  <a:pt x="50" y="496"/>
                  <a:pt x="49" y="496"/>
                </a:cubicBezTo>
                <a:close/>
                <a:moveTo>
                  <a:pt x="627" y="458"/>
                </a:moveTo>
                <a:cubicBezTo>
                  <a:pt x="627" y="458"/>
                  <a:pt x="626" y="457"/>
                  <a:pt x="625" y="457"/>
                </a:cubicBezTo>
                <a:cubicBezTo>
                  <a:pt x="623" y="456"/>
                  <a:pt x="621" y="453"/>
                  <a:pt x="623" y="450"/>
                </a:cubicBezTo>
                <a:cubicBezTo>
                  <a:pt x="628" y="437"/>
                  <a:pt x="632" y="424"/>
                  <a:pt x="636" y="411"/>
                </a:cubicBezTo>
                <a:cubicBezTo>
                  <a:pt x="637" y="408"/>
                  <a:pt x="640" y="406"/>
                  <a:pt x="642" y="407"/>
                </a:cubicBezTo>
                <a:cubicBezTo>
                  <a:pt x="645" y="408"/>
                  <a:pt x="647" y="411"/>
                  <a:pt x="646" y="414"/>
                </a:cubicBezTo>
                <a:cubicBezTo>
                  <a:pt x="642" y="427"/>
                  <a:pt x="638" y="441"/>
                  <a:pt x="632" y="454"/>
                </a:cubicBezTo>
                <a:cubicBezTo>
                  <a:pt x="631" y="456"/>
                  <a:pt x="630" y="458"/>
                  <a:pt x="627" y="458"/>
                </a:cubicBezTo>
                <a:close/>
                <a:moveTo>
                  <a:pt x="16" y="418"/>
                </a:moveTo>
                <a:cubicBezTo>
                  <a:pt x="14" y="418"/>
                  <a:pt x="12" y="416"/>
                  <a:pt x="11" y="414"/>
                </a:cubicBezTo>
                <a:cubicBezTo>
                  <a:pt x="8" y="400"/>
                  <a:pt x="5" y="386"/>
                  <a:pt x="3" y="372"/>
                </a:cubicBezTo>
                <a:cubicBezTo>
                  <a:pt x="3" y="369"/>
                  <a:pt x="5" y="366"/>
                  <a:pt x="8" y="366"/>
                </a:cubicBezTo>
                <a:cubicBezTo>
                  <a:pt x="10" y="365"/>
                  <a:pt x="13" y="367"/>
                  <a:pt x="13" y="370"/>
                </a:cubicBezTo>
                <a:cubicBezTo>
                  <a:pt x="15" y="384"/>
                  <a:pt x="18" y="398"/>
                  <a:pt x="22" y="411"/>
                </a:cubicBezTo>
                <a:cubicBezTo>
                  <a:pt x="22" y="414"/>
                  <a:pt x="21" y="417"/>
                  <a:pt x="18" y="418"/>
                </a:cubicBezTo>
                <a:cubicBezTo>
                  <a:pt x="17" y="418"/>
                  <a:pt x="17" y="418"/>
                  <a:pt x="16" y="418"/>
                </a:cubicBezTo>
                <a:close/>
                <a:moveTo>
                  <a:pt x="649" y="376"/>
                </a:moveTo>
                <a:cubicBezTo>
                  <a:pt x="649" y="376"/>
                  <a:pt x="649" y="376"/>
                  <a:pt x="649" y="376"/>
                </a:cubicBezTo>
                <a:cubicBezTo>
                  <a:pt x="646" y="376"/>
                  <a:pt x="644" y="373"/>
                  <a:pt x="644" y="370"/>
                </a:cubicBezTo>
                <a:cubicBezTo>
                  <a:pt x="646" y="356"/>
                  <a:pt x="647" y="342"/>
                  <a:pt x="647" y="329"/>
                </a:cubicBezTo>
                <a:cubicBezTo>
                  <a:pt x="647" y="328"/>
                  <a:pt x="647" y="328"/>
                  <a:pt x="647" y="328"/>
                </a:cubicBezTo>
                <a:cubicBezTo>
                  <a:pt x="647" y="325"/>
                  <a:pt x="649" y="322"/>
                  <a:pt x="652" y="322"/>
                </a:cubicBezTo>
                <a:cubicBezTo>
                  <a:pt x="655" y="322"/>
                  <a:pt x="657" y="325"/>
                  <a:pt x="657" y="328"/>
                </a:cubicBezTo>
                <a:cubicBezTo>
                  <a:pt x="657" y="329"/>
                  <a:pt x="657" y="329"/>
                  <a:pt x="657" y="329"/>
                </a:cubicBezTo>
                <a:cubicBezTo>
                  <a:pt x="657" y="343"/>
                  <a:pt x="656" y="357"/>
                  <a:pt x="654" y="371"/>
                </a:cubicBezTo>
                <a:cubicBezTo>
                  <a:pt x="654" y="374"/>
                  <a:pt x="652" y="376"/>
                  <a:pt x="649" y="376"/>
                </a:cubicBezTo>
                <a:close/>
                <a:moveTo>
                  <a:pt x="5" y="334"/>
                </a:moveTo>
                <a:cubicBezTo>
                  <a:pt x="2" y="334"/>
                  <a:pt x="0" y="332"/>
                  <a:pt x="0" y="329"/>
                </a:cubicBezTo>
                <a:cubicBezTo>
                  <a:pt x="0" y="329"/>
                  <a:pt x="0" y="329"/>
                  <a:pt x="0" y="329"/>
                </a:cubicBezTo>
                <a:cubicBezTo>
                  <a:pt x="0" y="314"/>
                  <a:pt x="1" y="300"/>
                  <a:pt x="3" y="286"/>
                </a:cubicBezTo>
                <a:cubicBezTo>
                  <a:pt x="3" y="283"/>
                  <a:pt x="6" y="281"/>
                  <a:pt x="9" y="281"/>
                </a:cubicBezTo>
                <a:cubicBezTo>
                  <a:pt x="12" y="282"/>
                  <a:pt x="14" y="284"/>
                  <a:pt x="13" y="287"/>
                </a:cubicBezTo>
                <a:cubicBezTo>
                  <a:pt x="12" y="301"/>
                  <a:pt x="11" y="315"/>
                  <a:pt x="11" y="329"/>
                </a:cubicBezTo>
                <a:cubicBezTo>
                  <a:pt x="11" y="329"/>
                  <a:pt x="11" y="329"/>
                  <a:pt x="11" y="329"/>
                </a:cubicBezTo>
                <a:cubicBezTo>
                  <a:pt x="11" y="332"/>
                  <a:pt x="8" y="334"/>
                  <a:pt x="5" y="334"/>
                </a:cubicBezTo>
                <a:close/>
                <a:moveTo>
                  <a:pt x="649" y="291"/>
                </a:moveTo>
                <a:cubicBezTo>
                  <a:pt x="647" y="291"/>
                  <a:pt x="644" y="289"/>
                  <a:pt x="644" y="286"/>
                </a:cubicBezTo>
                <a:cubicBezTo>
                  <a:pt x="642" y="273"/>
                  <a:pt x="639" y="259"/>
                  <a:pt x="636" y="246"/>
                </a:cubicBezTo>
                <a:cubicBezTo>
                  <a:pt x="635" y="243"/>
                  <a:pt x="637" y="240"/>
                  <a:pt x="639" y="239"/>
                </a:cubicBezTo>
                <a:cubicBezTo>
                  <a:pt x="642" y="238"/>
                  <a:pt x="645" y="240"/>
                  <a:pt x="646" y="243"/>
                </a:cubicBezTo>
                <a:cubicBezTo>
                  <a:pt x="650" y="257"/>
                  <a:pt x="652" y="271"/>
                  <a:pt x="654" y="285"/>
                </a:cubicBezTo>
                <a:cubicBezTo>
                  <a:pt x="655" y="288"/>
                  <a:pt x="653" y="290"/>
                  <a:pt x="650" y="291"/>
                </a:cubicBezTo>
                <a:lnTo>
                  <a:pt x="649" y="291"/>
                </a:lnTo>
                <a:close/>
                <a:moveTo>
                  <a:pt x="16" y="251"/>
                </a:moveTo>
                <a:cubicBezTo>
                  <a:pt x="16" y="251"/>
                  <a:pt x="15" y="250"/>
                  <a:pt x="15" y="250"/>
                </a:cubicBezTo>
                <a:cubicBezTo>
                  <a:pt x="12" y="250"/>
                  <a:pt x="10" y="247"/>
                  <a:pt x="11" y="244"/>
                </a:cubicBezTo>
                <a:cubicBezTo>
                  <a:pt x="15" y="230"/>
                  <a:pt x="19" y="216"/>
                  <a:pt x="25" y="203"/>
                </a:cubicBezTo>
                <a:cubicBezTo>
                  <a:pt x="26" y="200"/>
                  <a:pt x="29" y="199"/>
                  <a:pt x="32" y="200"/>
                </a:cubicBezTo>
                <a:cubicBezTo>
                  <a:pt x="35" y="201"/>
                  <a:pt x="36" y="204"/>
                  <a:pt x="35" y="207"/>
                </a:cubicBezTo>
                <a:cubicBezTo>
                  <a:pt x="29" y="220"/>
                  <a:pt x="25" y="233"/>
                  <a:pt x="21" y="247"/>
                </a:cubicBezTo>
                <a:cubicBezTo>
                  <a:pt x="21" y="249"/>
                  <a:pt x="19" y="251"/>
                  <a:pt x="16" y="251"/>
                </a:cubicBezTo>
                <a:close/>
                <a:moveTo>
                  <a:pt x="627" y="209"/>
                </a:moveTo>
                <a:cubicBezTo>
                  <a:pt x="625" y="209"/>
                  <a:pt x="623" y="208"/>
                  <a:pt x="622" y="206"/>
                </a:cubicBezTo>
                <a:cubicBezTo>
                  <a:pt x="617" y="193"/>
                  <a:pt x="611" y="181"/>
                  <a:pt x="604" y="169"/>
                </a:cubicBezTo>
                <a:cubicBezTo>
                  <a:pt x="602" y="166"/>
                  <a:pt x="603" y="163"/>
                  <a:pt x="606" y="162"/>
                </a:cubicBezTo>
                <a:cubicBezTo>
                  <a:pt x="608" y="160"/>
                  <a:pt x="611" y="161"/>
                  <a:pt x="613" y="164"/>
                </a:cubicBezTo>
                <a:cubicBezTo>
                  <a:pt x="620" y="176"/>
                  <a:pt x="627" y="189"/>
                  <a:pt x="632" y="202"/>
                </a:cubicBezTo>
                <a:cubicBezTo>
                  <a:pt x="633" y="205"/>
                  <a:pt x="632" y="208"/>
                  <a:pt x="629" y="209"/>
                </a:cubicBezTo>
                <a:cubicBezTo>
                  <a:pt x="629" y="209"/>
                  <a:pt x="628" y="209"/>
                  <a:pt x="627" y="209"/>
                </a:cubicBezTo>
                <a:close/>
                <a:moveTo>
                  <a:pt x="48" y="173"/>
                </a:moveTo>
                <a:cubicBezTo>
                  <a:pt x="48" y="173"/>
                  <a:pt x="47" y="172"/>
                  <a:pt x="46" y="172"/>
                </a:cubicBezTo>
                <a:cubicBezTo>
                  <a:pt x="43" y="170"/>
                  <a:pt x="42" y="167"/>
                  <a:pt x="44" y="165"/>
                </a:cubicBezTo>
                <a:cubicBezTo>
                  <a:pt x="51" y="152"/>
                  <a:pt x="59" y="140"/>
                  <a:pt x="68" y="129"/>
                </a:cubicBezTo>
                <a:cubicBezTo>
                  <a:pt x="70" y="126"/>
                  <a:pt x="73" y="126"/>
                  <a:pt x="75" y="128"/>
                </a:cubicBezTo>
                <a:cubicBezTo>
                  <a:pt x="78" y="130"/>
                  <a:pt x="78" y="133"/>
                  <a:pt x="76" y="135"/>
                </a:cubicBezTo>
                <a:cubicBezTo>
                  <a:pt x="68" y="146"/>
                  <a:pt x="60" y="158"/>
                  <a:pt x="53" y="170"/>
                </a:cubicBezTo>
                <a:cubicBezTo>
                  <a:pt x="52" y="172"/>
                  <a:pt x="50" y="173"/>
                  <a:pt x="48" y="173"/>
                </a:cubicBezTo>
                <a:close/>
                <a:moveTo>
                  <a:pt x="585" y="137"/>
                </a:moveTo>
                <a:cubicBezTo>
                  <a:pt x="583" y="137"/>
                  <a:pt x="582" y="136"/>
                  <a:pt x="581" y="134"/>
                </a:cubicBezTo>
                <a:cubicBezTo>
                  <a:pt x="572" y="124"/>
                  <a:pt x="563" y="113"/>
                  <a:pt x="553" y="103"/>
                </a:cubicBezTo>
                <a:cubicBezTo>
                  <a:pt x="551" y="101"/>
                  <a:pt x="551" y="98"/>
                  <a:pt x="553" y="96"/>
                </a:cubicBezTo>
                <a:cubicBezTo>
                  <a:pt x="555" y="94"/>
                  <a:pt x="559" y="94"/>
                  <a:pt x="561" y="96"/>
                </a:cubicBezTo>
                <a:cubicBezTo>
                  <a:pt x="571" y="106"/>
                  <a:pt x="580" y="117"/>
                  <a:pt x="589" y="128"/>
                </a:cubicBezTo>
                <a:cubicBezTo>
                  <a:pt x="591" y="130"/>
                  <a:pt x="590" y="134"/>
                  <a:pt x="588" y="135"/>
                </a:cubicBezTo>
                <a:cubicBezTo>
                  <a:pt x="587" y="136"/>
                  <a:pt x="586" y="137"/>
                  <a:pt x="585" y="137"/>
                </a:cubicBezTo>
                <a:close/>
                <a:moveTo>
                  <a:pt x="100" y="106"/>
                </a:moveTo>
                <a:cubicBezTo>
                  <a:pt x="98" y="106"/>
                  <a:pt x="97" y="105"/>
                  <a:pt x="96" y="104"/>
                </a:cubicBezTo>
                <a:cubicBezTo>
                  <a:pt x="94" y="102"/>
                  <a:pt x="94" y="99"/>
                  <a:pt x="96" y="96"/>
                </a:cubicBezTo>
                <a:cubicBezTo>
                  <a:pt x="106" y="86"/>
                  <a:pt x="117" y="77"/>
                  <a:pt x="128" y="68"/>
                </a:cubicBezTo>
                <a:cubicBezTo>
                  <a:pt x="131" y="66"/>
                  <a:pt x="134" y="67"/>
                  <a:pt x="136" y="69"/>
                </a:cubicBezTo>
                <a:cubicBezTo>
                  <a:pt x="138" y="71"/>
                  <a:pt x="137" y="75"/>
                  <a:pt x="135" y="76"/>
                </a:cubicBezTo>
                <a:cubicBezTo>
                  <a:pt x="124" y="85"/>
                  <a:pt x="113" y="94"/>
                  <a:pt x="104" y="104"/>
                </a:cubicBezTo>
                <a:cubicBezTo>
                  <a:pt x="103" y="105"/>
                  <a:pt x="101" y="106"/>
                  <a:pt x="100" y="106"/>
                </a:cubicBezTo>
                <a:close/>
                <a:moveTo>
                  <a:pt x="525" y="77"/>
                </a:moveTo>
                <a:cubicBezTo>
                  <a:pt x="524" y="77"/>
                  <a:pt x="523" y="77"/>
                  <a:pt x="522" y="76"/>
                </a:cubicBezTo>
                <a:cubicBezTo>
                  <a:pt x="511" y="67"/>
                  <a:pt x="499" y="60"/>
                  <a:pt x="487" y="53"/>
                </a:cubicBezTo>
                <a:cubicBezTo>
                  <a:pt x="485" y="51"/>
                  <a:pt x="484" y="48"/>
                  <a:pt x="485" y="46"/>
                </a:cubicBezTo>
                <a:cubicBezTo>
                  <a:pt x="487" y="43"/>
                  <a:pt x="490" y="42"/>
                  <a:pt x="492" y="44"/>
                </a:cubicBezTo>
                <a:cubicBezTo>
                  <a:pt x="505" y="51"/>
                  <a:pt x="517" y="59"/>
                  <a:pt x="528" y="67"/>
                </a:cubicBezTo>
                <a:cubicBezTo>
                  <a:pt x="531" y="69"/>
                  <a:pt x="531" y="73"/>
                  <a:pt x="529" y="75"/>
                </a:cubicBezTo>
                <a:cubicBezTo>
                  <a:pt x="528" y="76"/>
                  <a:pt x="527" y="77"/>
                  <a:pt x="525" y="77"/>
                </a:cubicBezTo>
                <a:close/>
                <a:moveTo>
                  <a:pt x="167" y="54"/>
                </a:moveTo>
                <a:cubicBezTo>
                  <a:pt x="165" y="54"/>
                  <a:pt x="163" y="53"/>
                  <a:pt x="162" y="51"/>
                </a:cubicBezTo>
                <a:cubicBezTo>
                  <a:pt x="161" y="49"/>
                  <a:pt x="161" y="46"/>
                  <a:pt x="164" y="44"/>
                </a:cubicBezTo>
                <a:cubicBezTo>
                  <a:pt x="176" y="37"/>
                  <a:pt x="189" y="31"/>
                  <a:pt x="202" y="25"/>
                </a:cubicBezTo>
                <a:cubicBezTo>
                  <a:pt x="205" y="24"/>
                  <a:pt x="208" y="25"/>
                  <a:pt x="209" y="28"/>
                </a:cubicBezTo>
                <a:cubicBezTo>
                  <a:pt x="211" y="31"/>
                  <a:pt x="209" y="34"/>
                  <a:pt x="207" y="35"/>
                </a:cubicBezTo>
                <a:cubicBezTo>
                  <a:pt x="194" y="40"/>
                  <a:pt x="181" y="46"/>
                  <a:pt x="169" y="53"/>
                </a:cubicBezTo>
                <a:cubicBezTo>
                  <a:pt x="168" y="54"/>
                  <a:pt x="168" y="54"/>
                  <a:pt x="167" y="54"/>
                </a:cubicBezTo>
                <a:close/>
                <a:moveTo>
                  <a:pt x="452" y="35"/>
                </a:moveTo>
                <a:cubicBezTo>
                  <a:pt x="451" y="35"/>
                  <a:pt x="451" y="35"/>
                  <a:pt x="450" y="34"/>
                </a:cubicBezTo>
                <a:cubicBezTo>
                  <a:pt x="437" y="29"/>
                  <a:pt x="424" y="25"/>
                  <a:pt x="410" y="21"/>
                </a:cubicBezTo>
                <a:cubicBezTo>
                  <a:pt x="408" y="20"/>
                  <a:pt x="406" y="18"/>
                  <a:pt x="407" y="15"/>
                </a:cubicBezTo>
                <a:cubicBezTo>
                  <a:pt x="407" y="12"/>
                  <a:pt x="410" y="10"/>
                  <a:pt x="413" y="11"/>
                </a:cubicBezTo>
                <a:cubicBezTo>
                  <a:pt x="427" y="15"/>
                  <a:pt x="441" y="19"/>
                  <a:pt x="454" y="25"/>
                </a:cubicBezTo>
                <a:cubicBezTo>
                  <a:pt x="457" y="26"/>
                  <a:pt x="458" y="29"/>
                  <a:pt x="457" y="32"/>
                </a:cubicBezTo>
                <a:cubicBezTo>
                  <a:pt x="456" y="34"/>
                  <a:pt x="454" y="35"/>
                  <a:pt x="452" y="35"/>
                </a:cubicBezTo>
                <a:close/>
                <a:moveTo>
                  <a:pt x="244" y="22"/>
                </a:moveTo>
                <a:cubicBezTo>
                  <a:pt x="242" y="22"/>
                  <a:pt x="240" y="20"/>
                  <a:pt x="239" y="18"/>
                </a:cubicBezTo>
                <a:cubicBezTo>
                  <a:pt x="239" y="15"/>
                  <a:pt x="240" y="12"/>
                  <a:pt x="243" y="11"/>
                </a:cubicBezTo>
                <a:cubicBezTo>
                  <a:pt x="257" y="8"/>
                  <a:pt x="271" y="5"/>
                  <a:pt x="285" y="3"/>
                </a:cubicBezTo>
                <a:cubicBezTo>
                  <a:pt x="288" y="2"/>
                  <a:pt x="291" y="4"/>
                  <a:pt x="291" y="7"/>
                </a:cubicBezTo>
                <a:cubicBezTo>
                  <a:pt x="292" y="10"/>
                  <a:pt x="290" y="13"/>
                  <a:pt x="287" y="13"/>
                </a:cubicBezTo>
                <a:cubicBezTo>
                  <a:pt x="273" y="15"/>
                  <a:pt x="259" y="18"/>
                  <a:pt x="246" y="21"/>
                </a:cubicBezTo>
                <a:cubicBezTo>
                  <a:pt x="245" y="22"/>
                  <a:pt x="245" y="22"/>
                  <a:pt x="244" y="22"/>
                </a:cubicBezTo>
                <a:close/>
                <a:moveTo>
                  <a:pt x="370" y="13"/>
                </a:moveTo>
                <a:cubicBezTo>
                  <a:pt x="370" y="13"/>
                  <a:pt x="370" y="13"/>
                  <a:pt x="370" y="13"/>
                </a:cubicBezTo>
                <a:cubicBezTo>
                  <a:pt x="356" y="11"/>
                  <a:pt x="342" y="11"/>
                  <a:pt x="329" y="11"/>
                </a:cubicBezTo>
                <a:cubicBezTo>
                  <a:pt x="328" y="11"/>
                  <a:pt x="328" y="11"/>
                  <a:pt x="328" y="11"/>
                </a:cubicBezTo>
                <a:cubicBezTo>
                  <a:pt x="325" y="11"/>
                  <a:pt x="323" y="8"/>
                  <a:pt x="323" y="5"/>
                </a:cubicBezTo>
                <a:cubicBezTo>
                  <a:pt x="323" y="2"/>
                  <a:pt x="325" y="0"/>
                  <a:pt x="328" y="0"/>
                </a:cubicBezTo>
                <a:cubicBezTo>
                  <a:pt x="329" y="0"/>
                  <a:pt x="329" y="0"/>
                  <a:pt x="329" y="0"/>
                </a:cubicBezTo>
                <a:cubicBezTo>
                  <a:pt x="343" y="0"/>
                  <a:pt x="357" y="1"/>
                  <a:pt x="371" y="3"/>
                </a:cubicBezTo>
                <a:cubicBezTo>
                  <a:pt x="374" y="3"/>
                  <a:pt x="376" y="6"/>
                  <a:pt x="376" y="9"/>
                </a:cubicBezTo>
                <a:cubicBezTo>
                  <a:pt x="375" y="11"/>
                  <a:pt x="373" y="13"/>
                  <a:pt x="370" y="13"/>
                </a:cubicBezTo>
                <a:close/>
              </a:path>
            </a:pathLst>
          </a:custGeom>
          <a:solidFill>
            <a:schemeClr val="tx2"/>
          </a:solidFill>
          <a:ln w="9525">
            <a:noFill/>
            <a:round/>
            <a:headEnd/>
            <a:tailEnd/>
          </a:ln>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103" name="Freeform 10">
            <a:extLst>
              <a:ext uri="{FF2B5EF4-FFF2-40B4-BE49-F238E27FC236}">
                <a16:creationId xmlns:a16="http://schemas.microsoft.com/office/drawing/2014/main" id="{072C31A9-9E1C-E447-97C7-08B8E8B1C2FB}"/>
              </a:ext>
            </a:extLst>
          </p:cNvPr>
          <p:cNvSpPr>
            <a:spLocks/>
          </p:cNvSpPr>
          <p:nvPr/>
        </p:nvSpPr>
        <p:spPr bwMode="auto">
          <a:xfrm>
            <a:off x="7619522" y="1530182"/>
            <a:ext cx="3138285" cy="1054267"/>
          </a:xfrm>
          <a:custGeom>
            <a:avLst/>
            <a:gdLst>
              <a:gd name="T0" fmla="*/ 1603 w 1926"/>
              <a:gd name="T1" fmla="*/ 0 h 647"/>
              <a:gd name="T2" fmla="*/ 1603 w 1926"/>
              <a:gd name="T3" fmla="*/ 0 h 647"/>
              <a:gd name="T4" fmla="*/ 0 w 1926"/>
              <a:gd name="T5" fmla="*/ 0 h 647"/>
              <a:gd name="T6" fmla="*/ 150 w 1926"/>
              <a:gd name="T7" fmla="*/ 325 h 647"/>
              <a:gd name="T8" fmla="*/ 3 w 1926"/>
              <a:gd name="T9" fmla="*/ 647 h 647"/>
              <a:gd name="T10" fmla="*/ 1603 w 1926"/>
              <a:gd name="T11" fmla="*/ 647 h 647"/>
              <a:gd name="T12" fmla="*/ 1926 w 1926"/>
              <a:gd name="T13" fmla="*/ 324 h 647"/>
              <a:gd name="T14" fmla="*/ 1603 w 1926"/>
              <a:gd name="T15" fmla="*/ 0 h 6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6" h="647">
                <a:moveTo>
                  <a:pt x="1603" y="0"/>
                </a:moveTo>
                <a:cubicBezTo>
                  <a:pt x="1603" y="0"/>
                  <a:pt x="1603" y="0"/>
                  <a:pt x="1603" y="0"/>
                </a:cubicBezTo>
                <a:cubicBezTo>
                  <a:pt x="0" y="0"/>
                  <a:pt x="0" y="0"/>
                  <a:pt x="0" y="0"/>
                </a:cubicBezTo>
                <a:cubicBezTo>
                  <a:pt x="92" y="78"/>
                  <a:pt x="150" y="195"/>
                  <a:pt x="150" y="325"/>
                </a:cubicBezTo>
                <a:cubicBezTo>
                  <a:pt x="150" y="453"/>
                  <a:pt x="93" y="569"/>
                  <a:pt x="3" y="647"/>
                </a:cubicBezTo>
                <a:cubicBezTo>
                  <a:pt x="1603" y="647"/>
                  <a:pt x="1603" y="647"/>
                  <a:pt x="1603" y="647"/>
                </a:cubicBezTo>
                <a:cubicBezTo>
                  <a:pt x="1781" y="647"/>
                  <a:pt x="1926" y="502"/>
                  <a:pt x="1926" y="324"/>
                </a:cubicBezTo>
                <a:cubicBezTo>
                  <a:pt x="1926" y="145"/>
                  <a:pt x="1781" y="0"/>
                  <a:pt x="1603" y="0"/>
                </a:cubicBezTo>
                <a:close/>
              </a:path>
            </a:pathLst>
          </a:custGeom>
          <a:solidFill>
            <a:schemeClr val="tx2"/>
          </a:solidFill>
          <a:ln/>
          <a:effectLst/>
        </p:spPr>
        <p:style>
          <a:lnRef idx="0">
            <a:schemeClr val="accent2"/>
          </a:lnRef>
          <a:fillRef idx="3">
            <a:schemeClr val="accent2"/>
          </a:fillRef>
          <a:effectRef idx="3">
            <a:schemeClr val="accent2"/>
          </a:effectRef>
          <a:fontRef idx="minor">
            <a:schemeClr val="lt1"/>
          </a:fontRef>
        </p:style>
        <p:txBody>
          <a:bodyPr rtlCol="0" anchor="ctr"/>
          <a:lstStyle/>
          <a:p>
            <a:pPr lvl="0" algn="ctr"/>
            <a:endParaRPr lang="en-US" sz="900">
              <a:solidFill>
                <a:schemeClr val="lt1"/>
              </a:solidFill>
              <a:latin typeface="Century Gothic" panose="020B0502020202020204" pitchFamily="34" charset="0"/>
            </a:endParaRPr>
          </a:p>
        </p:txBody>
      </p:sp>
      <p:sp>
        <p:nvSpPr>
          <p:cNvPr id="115" name="Freeform 34">
            <a:extLst>
              <a:ext uri="{FF2B5EF4-FFF2-40B4-BE49-F238E27FC236}">
                <a16:creationId xmlns:a16="http://schemas.microsoft.com/office/drawing/2014/main" id="{5D92BCEE-73E5-264B-B1D7-DA8DFF473AC9}"/>
              </a:ext>
            </a:extLst>
          </p:cNvPr>
          <p:cNvSpPr>
            <a:spLocks/>
          </p:cNvSpPr>
          <p:nvPr/>
        </p:nvSpPr>
        <p:spPr bwMode="auto">
          <a:xfrm>
            <a:off x="7622746" y="3864398"/>
            <a:ext cx="3138285" cy="1054267"/>
          </a:xfrm>
          <a:custGeom>
            <a:avLst/>
            <a:gdLst>
              <a:gd name="T0" fmla="*/ 1603 w 1926"/>
              <a:gd name="T1" fmla="*/ 0 h 647"/>
              <a:gd name="T2" fmla="*/ 1603 w 1926"/>
              <a:gd name="T3" fmla="*/ 0 h 647"/>
              <a:gd name="T4" fmla="*/ 0 w 1926"/>
              <a:gd name="T5" fmla="*/ 0 h 647"/>
              <a:gd name="T6" fmla="*/ 150 w 1926"/>
              <a:gd name="T7" fmla="*/ 324 h 647"/>
              <a:gd name="T8" fmla="*/ 3 w 1926"/>
              <a:gd name="T9" fmla="*/ 647 h 647"/>
              <a:gd name="T10" fmla="*/ 1603 w 1926"/>
              <a:gd name="T11" fmla="*/ 647 h 647"/>
              <a:gd name="T12" fmla="*/ 1926 w 1926"/>
              <a:gd name="T13" fmla="*/ 323 h 647"/>
              <a:gd name="T14" fmla="*/ 1603 w 1926"/>
              <a:gd name="T15" fmla="*/ 0 h 6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6" h="647">
                <a:moveTo>
                  <a:pt x="1603" y="0"/>
                </a:moveTo>
                <a:cubicBezTo>
                  <a:pt x="1603" y="0"/>
                  <a:pt x="1603" y="0"/>
                  <a:pt x="1603" y="0"/>
                </a:cubicBezTo>
                <a:cubicBezTo>
                  <a:pt x="0" y="0"/>
                  <a:pt x="0" y="0"/>
                  <a:pt x="0" y="0"/>
                </a:cubicBezTo>
                <a:cubicBezTo>
                  <a:pt x="92" y="78"/>
                  <a:pt x="150" y="194"/>
                  <a:pt x="150" y="324"/>
                </a:cubicBezTo>
                <a:cubicBezTo>
                  <a:pt x="150" y="453"/>
                  <a:pt x="93" y="568"/>
                  <a:pt x="3" y="647"/>
                </a:cubicBezTo>
                <a:cubicBezTo>
                  <a:pt x="1603" y="647"/>
                  <a:pt x="1603" y="647"/>
                  <a:pt x="1603" y="647"/>
                </a:cubicBezTo>
                <a:cubicBezTo>
                  <a:pt x="1781" y="647"/>
                  <a:pt x="1926" y="502"/>
                  <a:pt x="1926" y="323"/>
                </a:cubicBezTo>
                <a:cubicBezTo>
                  <a:pt x="1926" y="145"/>
                  <a:pt x="1781" y="0"/>
                  <a:pt x="1603" y="0"/>
                </a:cubicBezTo>
                <a:close/>
              </a:path>
            </a:pathLst>
          </a:custGeom>
          <a:solidFill>
            <a:schemeClr val="accent2"/>
          </a:solidFill>
          <a:ln/>
          <a:effectLst/>
        </p:spPr>
        <p:style>
          <a:lnRef idx="0">
            <a:schemeClr val="accent4"/>
          </a:lnRef>
          <a:fillRef idx="3">
            <a:schemeClr val="accent4"/>
          </a:fillRef>
          <a:effectRef idx="3">
            <a:schemeClr val="accent4"/>
          </a:effectRef>
          <a:fontRef idx="minor">
            <a:schemeClr val="lt1"/>
          </a:fontRef>
        </p:style>
        <p:txBody>
          <a:bodyPr rtlCol="0" anchor="ctr"/>
          <a:lstStyle/>
          <a:p>
            <a:pPr lvl="0" algn="ctr"/>
            <a:endParaRPr lang="en-US" sz="900">
              <a:solidFill>
                <a:schemeClr val="lt1"/>
              </a:solidFill>
              <a:latin typeface="Century Gothic" panose="020B0502020202020204" pitchFamily="34" charset="0"/>
            </a:endParaRPr>
          </a:p>
        </p:txBody>
      </p:sp>
      <p:sp>
        <p:nvSpPr>
          <p:cNvPr id="121" name="Freeform 37">
            <a:extLst>
              <a:ext uri="{FF2B5EF4-FFF2-40B4-BE49-F238E27FC236}">
                <a16:creationId xmlns:a16="http://schemas.microsoft.com/office/drawing/2014/main" id="{CDA7A6C0-9101-474E-8584-69612B5C393B}"/>
              </a:ext>
            </a:extLst>
          </p:cNvPr>
          <p:cNvSpPr>
            <a:spLocks/>
          </p:cNvSpPr>
          <p:nvPr/>
        </p:nvSpPr>
        <p:spPr bwMode="auto">
          <a:xfrm>
            <a:off x="6657616" y="2698365"/>
            <a:ext cx="3137210" cy="1052118"/>
          </a:xfrm>
          <a:custGeom>
            <a:avLst/>
            <a:gdLst>
              <a:gd name="T0" fmla="*/ 323 w 1925"/>
              <a:gd name="T1" fmla="*/ 0 h 646"/>
              <a:gd name="T2" fmla="*/ 323 w 1925"/>
              <a:gd name="T3" fmla="*/ 0 h 646"/>
              <a:gd name="T4" fmla="*/ 1925 w 1925"/>
              <a:gd name="T5" fmla="*/ 0 h 646"/>
              <a:gd name="T6" fmla="*/ 1775 w 1925"/>
              <a:gd name="T7" fmla="*/ 324 h 646"/>
              <a:gd name="T8" fmla="*/ 1923 w 1925"/>
              <a:gd name="T9" fmla="*/ 646 h 646"/>
              <a:gd name="T10" fmla="*/ 323 w 1925"/>
              <a:gd name="T11" fmla="*/ 646 h 646"/>
              <a:gd name="T12" fmla="*/ 0 w 1925"/>
              <a:gd name="T13" fmla="*/ 323 h 646"/>
              <a:gd name="T14" fmla="*/ 323 w 1925"/>
              <a:gd name="T15" fmla="*/ 0 h 6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5" h="646">
                <a:moveTo>
                  <a:pt x="323" y="0"/>
                </a:moveTo>
                <a:cubicBezTo>
                  <a:pt x="323" y="0"/>
                  <a:pt x="323" y="0"/>
                  <a:pt x="323" y="0"/>
                </a:cubicBezTo>
                <a:cubicBezTo>
                  <a:pt x="1925" y="0"/>
                  <a:pt x="1925" y="0"/>
                  <a:pt x="1925" y="0"/>
                </a:cubicBezTo>
                <a:cubicBezTo>
                  <a:pt x="1834" y="78"/>
                  <a:pt x="1775" y="194"/>
                  <a:pt x="1775" y="324"/>
                </a:cubicBezTo>
                <a:cubicBezTo>
                  <a:pt x="1775" y="453"/>
                  <a:pt x="1832" y="568"/>
                  <a:pt x="1923" y="646"/>
                </a:cubicBezTo>
                <a:cubicBezTo>
                  <a:pt x="323" y="646"/>
                  <a:pt x="323" y="646"/>
                  <a:pt x="323" y="646"/>
                </a:cubicBezTo>
                <a:cubicBezTo>
                  <a:pt x="144" y="646"/>
                  <a:pt x="0" y="501"/>
                  <a:pt x="0" y="323"/>
                </a:cubicBezTo>
                <a:cubicBezTo>
                  <a:pt x="0" y="144"/>
                  <a:pt x="144" y="0"/>
                  <a:pt x="323" y="0"/>
                </a:cubicBezTo>
                <a:close/>
              </a:path>
            </a:pathLst>
          </a:custGeom>
          <a:solidFill>
            <a:schemeClr val="accent1"/>
          </a:solidFill>
          <a:ln/>
          <a:effectLst/>
        </p:spPr>
        <p:style>
          <a:lnRef idx="0">
            <a:schemeClr val="accent3"/>
          </a:lnRef>
          <a:fillRef idx="3">
            <a:schemeClr val="accent3"/>
          </a:fillRef>
          <a:effectRef idx="3">
            <a:schemeClr val="accent3"/>
          </a:effectRef>
          <a:fontRef idx="minor">
            <a:schemeClr val="lt1"/>
          </a:fontRef>
        </p:style>
        <p:txBody>
          <a:bodyPr rtlCol="0" anchor="ctr"/>
          <a:lstStyle/>
          <a:p>
            <a:pPr lvl="0" algn="ctr"/>
            <a:endParaRPr lang="en-US" sz="900">
              <a:solidFill>
                <a:schemeClr val="lt1"/>
              </a:solidFill>
              <a:latin typeface="Century Gothic" panose="020B0502020202020204" pitchFamily="34" charset="0"/>
            </a:endParaRPr>
          </a:p>
        </p:txBody>
      </p:sp>
      <p:sp>
        <p:nvSpPr>
          <p:cNvPr id="124" name="Freeform 40">
            <a:extLst>
              <a:ext uri="{FF2B5EF4-FFF2-40B4-BE49-F238E27FC236}">
                <a16:creationId xmlns:a16="http://schemas.microsoft.com/office/drawing/2014/main" id="{72497F7B-F2F9-A344-97DE-F81BE7AC1BD5}"/>
              </a:ext>
            </a:extLst>
          </p:cNvPr>
          <p:cNvSpPr>
            <a:spLocks/>
          </p:cNvSpPr>
          <p:nvPr/>
        </p:nvSpPr>
        <p:spPr bwMode="auto">
          <a:xfrm>
            <a:off x="6654391" y="5031506"/>
            <a:ext cx="3139360" cy="1053192"/>
          </a:xfrm>
          <a:custGeom>
            <a:avLst/>
            <a:gdLst>
              <a:gd name="T0" fmla="*/ 323 w 1926"/>
              <a:gd name="T1" fmla="*/ 0 h 647"/>
              <a:gd name="T2" fmla="*/ 323 w 1926"/>
              <a:gd name="T3" fmla="*/ 0 h 647"/>
              <a:gd name="T4" fmla="*/ 1926 w 1926"/>
              <a:gd name="T5" fmla="*/ 0 h 647"/>
              <a:gd name="T6" fmla="*/ 1776 w 1926"/>
              <a:gd name="T7" fmla="*/ 325 h 647"/>
              <a:gd name="T8" fmla="*/ 1923 w 1926"/>
              <a:gd name="T9" fmla="*/ 647 h 647"/>
              <a:gd name="T10" fmla="*/ 323 w 1926"/>
              <a:gd name="T11" fmla="*/ 647 h 647"/>
              <a:gd name="T12" fmla="*/ 0 w 1926"/>
              <a:gd name="T13" fmla="*/ 324 h 647"/>
              <a:gd name="T14" fmla="*/ 323 w 1926"/>
              <a:gd name="T15" fmla="*/ 0 h 6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6" h="647">
                <a:moveTo>
                  <a:pt x="323" y="0"/>
                </a:moveTo>
                <a:cubicBezTo>
                  <a:pt x="323" y="0"/>
                  <a:pt x="323" y="0"/>
                  <a:pt x="323" y="0"/>
                </a:cubicBezTo>
                <a:cubicBezTo>
                  <a:pt x="1926" y="0"/>
                  <a:pt x="1926" y="0"/>
                  <a:pt x="1926" y="0"/>
                </a:cubicBezTo>
                <a:cubicBezTo>
                  <a:pt x="1834" y="78"/>
                  <a:pt x="1776" y="195"/>
                  <a:pt x="1776" y="325"/>
                </a:cubicBezTo>
                <a:cubicBezTo>
                  <a:pt x="1776" y="453"/>
                  <a:pt x="1833" y="569"/>
                  <a:pt x="1923" y="647"/>
                </a:cubicBezTo>
                <a:cubicBezTo>
                  <a:pt x="323" y="647"/>
                  <a:pt x="323" y="647"/>
                  <a:pt x="323" y="647"/>
                </a:cubicBezTo>
                <a:cubicBezTo>
                  <a:pt x="145" y="647"/>
                  <a:pt x="0" y="502"/>
                  <a:pt x="0" y="324"/>
                </a:cubicBezTo>
                <a:cubicBezTo>
                  <a:pt x="0" y="145"/>
                  <a:pt x="145" y="0"/>
                  <a:pt x="323" y="0"/>
                </a:cubicBezTo>
                <a:close/>
              </a:path>
            </a:pathLst>
          </a:custGeom>
          <a:solidFill>
            <a:schemeClr val="accent3"/>
          </a:solidFill>
          <a:ln/>
          <a:effectLst/>
        </p:spPr>
        <p:style>
          <a:lnRef idx="0">
            <a:schemeClr val="accent5"/>
          </a:lnRef>
          <a:fillRef idx="3">
            <a:schemeClr val="accent5"/>
          </a:fillRef>
          <a:effectRef idx="3">
            <a:schemeClr val="accent5"/>
          </a:effectRef>
          <a:fontRef idx="minor">
            <a:schemeClr val="lt1"/>
          </a:fontRef>
        </p:style>
        <p:txBody>
          <a:bodyPr rtlCol="0" anchor="ctr"/>
          <a:lstStyle/>
          <a:p>
            <a:pPr lvl="0" algn="ctr"/>
            <a:endParaRPr lang="en-US" sz="900">
              <a:solidFill>
                <a:schemeClr val="lt1"/>
              </a:solidFill>
              <a:latin typeface="Century Gothic" panose="020B0502020202020204" pitchFamily="34" charset="0"/>
            </a:endParaRPr>
          </a:p>
        </p:txBody>
      </p:sp>
      <p:sp>
        <p:nvSpPr>
          <p:cNvPr id="126" name="Marcador de SmartArt 2">
            <a:extLst>
              <a:ext uri="{FF2B5EF4-FFF2-40B4-BE49-F238E27FC236}">
                <a16:creationId xmlns:a16="http://schemas.microsoft.com/office/drawing/2014/main" id="{F2AE6862-E054-EC4C-B809-61F3E3495F36}"/>
              </a:ext>
            </a:extLst>
          </p:cNvPr>
          <p:cNvSpPr>
            <a:spLocks noGrp="1"/>
          </p:cNvSpPr>
          <p:nvPr>
            <p:ph type="dgm" sz="quarter" idx="19"/>
          </p:nvPr>
        </p:nvSpPr>
        <p:spPr>
          <a:xfrm>
            <a:off x="942957" y="2830428"/>
            <a:ext cx="2105861" cy="1902637"/>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127" name="Marcador de texto 45">
            <a:extLst>
              <a:ext uri="{FF2B5EF4-FFF2-40B4-BE49-F238E27FC236}">
                <a16:creationId xmlns:a16="http://schemas.microsoft.com/office/drawing/2014/main" id="{6FCC3952-37F0-614E-9EF6-F37F529A768D}"/>
              </a:ext>
            </a:extLst>
          </p:cNvPr>
          <p:cNvSpPr>
            <a:spLocks noGrp="1"/>
          </p:cNvSpPr>
          <p:nvPr>
            <p:ph type="body" sz="quarter" idx="35" hasCustomPrompt="1"/>
          </p:nvPr>
        </p:nvSpPr>
        <p:spPr>
          <a:xfrm>
            <a:off x="3719386" y="4869160"/>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128" name="Marcador de texto 45">
            <a:extLst>
              <a:ext uri="{FF2B5EF4-FFF2-40B4-BE49-F238E27FC236}">
                <a16:creationId xmlns:a16="http://schemas.microsoft.com/office/drawing/2014/main" id="{DBE26F52-9A98-DB4F-84B4-376882D5531D}"/>
              </a:ext>
            </a:extLst>
          </p:cNvPr>
          <p:cNvSpPr>
            <a:spLocks noGrp="1"/>
          </p:cNvSpPr>
          <p:nvPr>
            <p:ph type="body" sz="quarter" idx="36" hasCustomPrompt="1"/>
          </p:nvPr>
        </p:nvSpPr>
        <p:spPr>
          <a:xfrm>
            <a:off x="3464758" y="5263097"/>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129" name="Marcador de SmartArt 2">
            <a:extLst>
              <a:ext uri="{FF2B5EF4-FFF2-40B4-BE49-F238E27FC236}">
                <a16:creationId xmlns:a16="http://schemas.microsoft.com/office/drawing/2014/main" id="{9F8DA6E5-5905-8846-92C7-9BD73A6F7D52}"/>
              </a:ext>
            </a:extLst>
          </p:cNvPr>
          <p:cNvSpPr>
            <a:spLocks noGrp="1"/>
          </p:cNvSpPr>
          <p:nvPr>
            <p:ph type="dgm" sz="quarter" idx="37"/>
          </p:nvPr>
        </p:nvSpPr>
        <p:spPr>
          <a:xfrm>
            <a:off x="3270012" y="2830428"/>
            <a:ext cx="2105861" cy="1902637"/>
          </a:xfrm>
          <a:prstGeom prst="rect">
            <a:avLst/>
          </a:prstGeom>
          <a:solidFill>
            <a:schemeClr val="bg2">
              <a:lumMod val="90000"/>
            </a:schemeClr>
          </a:solidFill>
          <a:ln>
            <a:noFill/>
          </a:ln>
        </p:spPr>
        <p:txBody>
          <a:bodyPr anchor="ctr"/>
          <a:lstStyle>
            <a:lvl1pPr marL="0" indent="0" algn="ctr">
              <a:buNone/>
              <a:defRPr lang="es-ES_tradnl" sz="1200">
                <a:solidFill>
                  <a:schemeClr val="bg2"/>
                </a:solidFill>
                <a:latin typeface="Century Gothic" panose="020B0502020202020204" pitchFamily="34" charset="0"/>
              </a:defRPr>
            </a:lvl1pPr>
          </a:lstStyle>
          <a:p>
            <a:pPr marL="228589" lvl="0" indent="-228589" algn="ctr"/>
            <a:r>
              <a:rPr lang="es-MX"/>
              <a:t>Haz clic en el icono para agregar un elemento gráfico SmartArt</a:t>
            </a:r>
            <a:endParaRPr lang="es-ES_tradnl"/>
          </a:p>
        </p:txBody>
      </p:sp>
      <p:sp>
        <p:nvSpPr>
          <p:cNvPr id="130" name="Marcador de texto 45">
            <a:extLst>
              <a:ext uri="{FF2B5EF4-FFF2-40B4-BE49-F238E27FC236}">
                <a16:creationId xmlns:a16="http://schemas.microsoft.com/office/drawing/2014/main" id="{12A1AD24-CF17-644F-B2DC-F33880B96942}"/>
              </a:ext>
            </a:extLst>
          </p:cNvPr>
          <p:cNvSpPr>
            <a:spLocks noGrp="1"/>
          </p:cNvSpPr>
          <p:nvPr>
            <p:ph type="body" sz="quarter" idx="18" hasCustomPrompt="1"/>
          </p:nvPr>
        </p:nvSpPr>
        <p:spPr>
          <a:xfrm>
            <a:off x="386582" y="1641445"/>
            <a:ext cx="5637405" cy="769442"/>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25" name="Line">
            <a:extLst>
              <a:ext uri="{FF2B5EF4-FFF2-40B4-BE49-F238E27FC236}">
                <a16:creationId xmlns:a16="http://schemas.microsoft.com/office/drawing/2014/main" id="{888E7007-332D-2847-8B63-F86675D0D841}"/>
              </a:ext>
            </a:extLst>
          </p:cNvPr>
          <p:cNvSpPr/>
          <p:nvPr userDrawn="1"/>
        </p:nvSpPr>
        <p:spPr>
          <a:xfrm>
            <a:off x="368284" y="1448780"/>
            <a:ext cx="855475" cy="0"/>
          </a:xfrm>
          <a:prstGeom prst="line">
            <a:avLst/>
          </a:prstGeom>
          <a:ln w="63500">
            <a:solidFill>
              <a:schemeClr val="accent3"/>
            </a:solidFill>
          </a:ln>
        </p:spPr>
        <p:txBody>
          <a:bodyPr lIns="60960" tIns="60960" rIns="60960" bIns="60960"/>
          <a:lstStyle/>
          <a:p>
            <a:endParaRPr sz="900">
              <a:latin typeface="Century Gothic" panose="020B0502020202020204" pitchFamily="34" charset="0"/>
            </a:endParaRPr>
          </a:p>
        </p:txBody>
      </p:sp>
      <p:sp>
        <p:nvSpPr>
          <p:cNvPr id="26" name="Marcador de texto 15">
            <a:extLst>
              <a:ext uri="{FF2B5EF4-FFF2-40B4-BE49-F238E27FC236}">
                <a16:creationId xmlns:a16="http://schemas.microsoft.com/office/drawing/2014/main" id="{CDA9AE40-3B6E-D049-9371-8FC36E43C415}"/>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7" name="Slide Number Placeholder 5">
            <a:extLst>
              <a:ext uri="{FF2B5EF4-FFF2-40B4-BE49-F238E27FC236}">
                <a16:creationId xmlns:a16="http://schemas.microsoft.com/office/drawing/2014/main" id="{EC697B33-EAA1-854A-B6E1-908AB8A5F21E}"/>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168740312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Grafico No. 09">
    <p:spTree>
      <p:nvGrpSpPr>
        <p:cNvPr id="1" name=""/>
        <p:cNvGrpSpPr/>
        <p:nvPr/>
      </p:nvGrpSpPr>
      <p:grpSpPr>
        <a:xfrm>
          <a:off x="0" y="0"/>
          <a:ext cx="0" cy="0"/>
          <a:chOff x="0" y="0"/>
          <a:chExt cx="0" cy="0"/>
        </a:xfrm>
      </p:grpSpPr>
      <p:sp>
        <p:nvSpPr>
          <p:cNvPr id="32" name="Freeform 4">
            <a:extLst>
              <a:ext uri="{FF2B5EF4-FFF2-40B4-BE49-F238E27FC236}">
                <a16:creationId xmlns:a16="http://schemas.microsoft.com/office/drawing/2014/main" id="{7AC8C58D-AE73-A84C-950C-10192568810D}"/>
              </a:ext>
            </a:extLst>
          </p:cNvPr>
          <p:cNvSpPr>
            <a:spLocks/>
          </p:cNvSpPr>
          <p:nvPr userDrawn="1"/>
        </p:nvSpPr>
        <p:spPr bwMode="auto">
          <a:xfrm>
            <a:off x="4033604" y="2938075"/>
            <a:ext cx="402395" cy="267753"/>
          </a:xfrm>
          <a:custGeom>
            <a:avLst/>
            <a:gdLst>
              <a:gd name="T0" fmla="*/ 0 w 272"/>
              <a:gd name="T1" fmla="*/ 0 h 181"/>
              <a:gd name="T2" fmla="*/ 0 w 272"/>
              <a:gd name="T3" fmla="*/ 181 h 181"/>
              <a:gd name="T4" fmla="*/ 272 w 272"/>
              <a:gd name="T5" fmla="*/ 105 h 181"/>
              <a:gd name="T6" fmla="*/ 0 w 272"/>
              <a:gd name="T7" fmla="*/ 0 h 181"/>
            </a:gdLst>
            <a:ahLst/>
            <a:cxnLst>
              <a:cxn ang="0">
                <a:pos x="T0" y="T1"/>
              </a:cxn>
              <a:cxn ang="0">
                <a:pos x="T2" y="T3"/>
              </a:cxn>
              <a:cxn ang="0">
                <a:pos x="T4" y="T5"/>
              </a:cxn>
              <a:cxn ang="0">
                <a:pos x="T6" y="T7"/>
              </a:cxn>
            </a:cxnLst>
            <a:rect l="0" t="0" r="r" b="b"/>
            <a:pathLst>
              <a:path w="272" h="181">
                <a:moveTo>
                  <a:pt x="0" y="0"/>
                </a:moveTo>
                <a:lnTo>
                  <a:pt x="0" y="181"/>
                </a:lnTo>
                <a:lnTo>
                  <a:pt x="272" y="105"/>
                </a:lnTo>
                <a:lnTo>
                  <a:pt x="0" y="0"/>
                </a:lnTo>
                <a:close/>
              </a:path>
            </a:pathLst>
          </a:custGeom>
          <a:solidFill>
            <a:schemeClr val="accent6"/>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37" name="Freeform 7">
            <a:extLst>
              <a:ext uri="{FF2B5EF4-FFF2-40B4-BE49-F238E27FC236}">
                <a16:creationId xmlns:a16="http://schemas.microsoft.com/office/drawing/2014/main" id="{3F8BDD44-2EB3-9B48-BC8E-C64A31717615}"/>
              </a:ext>
            </a:extLst>
          </p:cNvPr>
          <p:cNvSpPr>
            <a:spLocks/>
          </p:cNvSpPr>
          <p:nvPr userDrawn="1"/>
        </p:nvSpPr>
        <p:spPr bwMode="auto">
          <a:xfrm>
            <a:off x="4033604" y="2938075"/>
            <a:ext cx="2358155" cy="155327"/>
          </a:xfrm>
          <a:custGeom>
            <a:avLst/>
            <a:gdLst>
              <a:gd name="T0" fmla="*/ 1594 w 1594"/>
              <a:gd name="T1" fmla="*/ 105 h 105"/>
              <a:gd name="T2" fmla="*/ 1236 w 1594"/>
              <a:gd name="T3" fmla="*/ 0 h 105"/>
              <a:gd name="T4" fmla="*/ 0 w 1594"/>
              <a:gd name="T5" fmla="*/ 0 h 105"/>
              <a:gd name="T6" fmla="*/ 245 w 1594"/>
              <a:gd name="T7" fmla="*/ 105 h 105"/>
              <a:gd name="T8" fmla="*/ 1594 w 1594"/>
              <a:gd name="T9" fmla="*/ 105 h 105"/>
            </a:gdLst>
            <a:ahLst/>
            <a:cxnLst>
              <a:cxn ang="0">
                <a:pos x="T0" y="T1"/>
              </a:cxn>
              <a:cxn ang="0">
                <a:pos x="T2" y="T3"/>
              </a:cxn>
              <a:cxn ang="0">
                <a:pos x="T4" y="T5"/>
              </a:cxn>
              <a:cxn ang="0">
                <a:pos x="T6" y="T7"/>
              </a:cxn>
              <a:cxn ang="0">
                <a:pos x="T8" y="T9"/>
              </a:cxn>
            </a:cxnLst>
            <a:rect l="0" t="0" r="r" b="b"/>
            <a:pathLst>
              <a:path w="1594" h="105">
                <a:moveTo>
                  <a:pt x="1594" y="105"/>
                </a:moveTo>
                <a:lnTo>
                  <a:pt x="1236" y="0"/>
                </a:lnTo>
                <a:lnTo>
                  <a:pt x="0" y="0"/>
                </a:lnTo>
                <a:lnTo>
                  <a:pt x="245" y="105"/>
                </a:lnTo>
                <a:lnTo>
                  <a:pt x="1594" y="105"/>
                </a:lnTo>
                <a:close/>
              </a:path>
            </a:pathLst>
          </a:custGeom>
          <a:solidFill>
            <a:schemeClr val="accent3"/>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41" name="Freeform 4">
            <a:extLst>
              <a:ext uri="{FF2B5EF4-FFF2-40B4-BE49-F238E27FC236}">
                <a16:creationId xmlns:a16="http://schemas.microsoft.com/office/drawing/2014/main" id="{8AF10E44-75E6-D446-B49D-2CC7E2DEF914}"/>
              </a:ext>
            </a:extLst>
          </p:cNvPr>
          <p:cNvSpPr>
            <a:spLocks/>
          </p:cNvSpPr>
          <p:nvPr userDrawn="1"/>
        </p:nvSpPr>
        <p:spPr bwMode="auto">
          <a:xfrm>
            <a:off x="6332168" y="3382521"/>
            <a:ext cx="340932" cy="226856"/>
          </a:xfrm>
          <a:custGeom>
            <a:avLst/>
            <a:gdLst>
              <a:gd name="T0" fmla="*/ 0 w 272"/>
              <a:gd name="T1" fmla="*/ 0 h 181"/>
              <a:gd name="T2" fmla="*/ 0 w 272"/>
              <a:gd name="T3" fmla="*/ 181 h 181"/>
              <a:gd name="T4" fmla="*/ 272 w 272"/>
              <a:gd name="T5" fmla="*/ 105 h 181"/>
              <a:gd name="T6" fmla="*/ 0 w 272"/>
              <a:gd name="T7" fmla="*/ 0 h 181"/>
            </a:gdLst>
            <a:ahLst/>
            <a:cxnLst>
              <a:cxn ang="0">
                <a:pos x="T0" y="T1"/>
              </a:cxn>
              <a:cxn ang="0">
                <a:pos x="T2" y="T3"/>
              </a:cxn>
              <a:cxn ang="0">
                <a:pos x="T4" y="T5"/>
              </a:cxn>
              <a:cxn ang="0">
                <a:pos x="T6" y="T7"/>
              </a:cxn>
            </a:cxnLst>
            <a:rect l="0" t="0" r="r" b="b"/>
            <a:pathLst>
              <a:path w="272" h="181">
                <a:moveTo>
                  <a:pt x="0" y="0"/>
                </a:moveTo>
                <a:lnTo>
                  <a:pt x="0" y="181"/>
                </a:lnTo>
                <a:lnTo>
                  <a:pt x="272" y="105"/>
                </a:lnTo>
                <a:lnTo>
                  <a:pt x="0" y="0"/>
                </a:lnTo>
                <a:close/>
              </a:path>
            </a:pathLst>
          </a:custGeom>
          <a:solidFill>
            <a:schemeClr val="accent6"/>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46" name="Freeform 7">
            <a:extLst>
              <a:ext uri="{FF2B5EF4-FFF2-40B4-BE49-F238E27FC236}">
                <a16:creationId xmlns:a16="http://schemas.microsoft.com/office/drawing/2014/main" id="{E7F985C7-3C8C-B24D-B426-A83B5B766894}"/>
              </a:ext>
            </a:extLst>
          </p:cNvPr>
          <p:cNvSpPr>
            <a:spLocks/>
          </p:cNvSpPr>
          <p:nvPr userDrawn="1"/>
        </p:nvSpPr>
        <p:spPr bwMode="auto">
          <a:xfrm>
            <a:off x="6332168" y="3382521"/>
            <a:ext cx="1997965" cy="131602"/>
          </a:xfrm>
          <a:custGeom>
            <a:avLst/>
            <a:gdLst>
              <a:gd name="T0" fmla="*/ 1594 w 1594"/>
              <a:gd name="T1" fmla="*/ 105 h 105"/>
              <a:gd name="T2" fmla="*/ 1236 w 1594"/>
              <a:gd name="T3" fmla="*/ 0 h 105"/>
              <a:gd name="T4" fmla="*/ 0 w 1594"/>
              <a:gd name="T5" fmla="*/ 0 h 105"/>
              <a:gd name="T6" fmla="*/ 245 w 1594"/>
              <a:gd name="T7" fmla="*/ 105 h 105"/>
              <a:gd name="T8" fmla="*/ 1594 w 1594"/>
              <a:gd name="T9" fmla="*/ 105 h 105"/>
            </a:gdLst>
            <a:ahLst/>
            <a:cxnLst>
              <a:cxn ang="0">
                <a:pos x="T0" y="T1"/>
              </a:cxn>
              <a:cxn ang="0">
                <a:pos x="T2" y="T3"/>
              </a:cxn>
              <a:cxn ang="0">
                <a:pos x="T4" y="T5"/>
              </a:cxn>
              <a:cxn ang="0">
                <a:pos x="T6" y="T7"/>
              </a:cxn>
              <a:cxn ang="0">
                <a:pos x="T8" y="T9"/>
              </a:cxn>
            </a:cxnLst>
            <a:rect l="0" t="0" r="r" b="b"/>
            <a:pathLst>
              <a:path w="1594" h="105">
                <a:moveTo>
                  <a:pt x="1594" y="105"/>
                </a:moveTo>
                <a:lnTo>
                  <a:pt x="1236" y="0"/>
                </a:lnTo>
                <a:lnTo>
                  <a:pt x="0" y="0"/>
                </a:lnTo>
                <a:lnTo>
                  <a:pt x="245" y="105"/>
                </a:lnTo>
                <a:lnTo>
                  <a:pt x="1594" y="105"/>
                </a:lnTo>
                <a:close/>
              </a:path>
            </a:pathLst>
          </a:custGeom>
          <a:solidFill>
            <a:schemeClr val="accent3"/>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49" name="Freeform 4">
            <a:extLst>
              <a:ext uri="{FF2B5EF4-FFF2-40B4-BE49-F238E27FC236}">
                <a16:creationId xmlns:a16="http://schemas.microsoft.com/office/drawing/2014/main" id="{F107436C-1497-2A40-A96F-BDECBCA0ABBC}"/>
              </a:ext>
            </a:extLst>
          </p:cNvPr>
          <p:cNvSpPr>
            <a:spLocks/>
          </p:cNvSpPr>
          <p:nvPr userDrawn="1"/>
        </p:nvSpPr>
        <p:spPr bwMode="auto">
          <a:xfrm>
            <a:off x="8296697" y="3861048"/>
            <a:ext cx="274756" cy="182822"/>
          </a:xfrm>
          <a:custGeom>
            <a:avLst/>
            <a:gdLst>
              <a:gd name="T0" fmla="*/ 0 w 272"/>
              <a:gd name="T1" fmla="*/ 0 h 181"/>
              <a:gd name="T2" fmla="*/ 0 w 272"/>
              <a:gd name="T3" fmla="*/ 181 h 181"/>
              <a:gd name="T4" fmla="*/ 272 w 272"/>
              <a:gd name="T5" fmla="*/ 105 h 181"/>
              <a:gd name="T6" fmla="*/ 0 w 272"/>
              <a:gd name="T7" fmla="*/ 0 h 181"/>
            </a:gdLst>
            <a:ahLst/>
            <a:cxnLst>
              <a:cxn ang="0">
                <a:pos x="T0" y="T1"/>
              </a:cxn>
              <a:cxn ang="0">
                <a:pos x="T2" y="T3"/>
              </a:cxn>
              <a:cxn ang="0">
                <a:pos x="T4" y="T5"/>
              </a:cxn>
              <a:cxn ang="0">
                <a:pos x="T6" y="T7"/>
              </a:cxn>
            </a:cxnLst>
            <a:rect l="0" t="0" r="r" b="b"/>
            <a:pathLst>
              <a:path w="272" h="181">
                <a:moveTo>
                  <a:pt x="0" y="0"/>
                </a:moveTo>
                <a:lnTo>
                  <a:pt x="0" y="181"/>
                </a:lnTo>
                <a:lnTo>
                  <a:pt x="272" y="105"/>
                </a:lnTo>
                <a:lnTo>
                  <a:pt x="0" y="0"/>
                </a:lnTo>
                <a:close/>
              </a:path>
            </a:pathLst>
          </a:custGeom>
          <a:solidFill>
            <a:schemeClr val="accent6"/>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52" name="Freeform 7">
            <a:extLst>
              <a:ext uri="{FF2B5EF4-FFF2-40B4-BE49-F238E27FC236}">
                <a16:creationId xmlns:a16="http://schemas.microsoft.com/office/drawing/2014/main" id="{12541E5A-1DE9-B241-BB1D-11E57A4F2A3D}"/>
              </a:ext>
            </a:extLst>
          </p:cNvPr>
          <p:cNvSpPr>
            <a:spLocks/>
          </p:cNvSpPr>
          <p:nvPr userDrawn="1"/>
        </p:nvSpPr>
        <p:spPr bwMode="auto">
          <a:xfrm>
            <a:off x="8296697" y="3861048"/>
            <a:ext cx="1610154" cy="106058"/>
          </a:xfrm>
          <a:custGeom>
            <a:avLst/>
            <a:gdLst>
              <a:gd name="T0" fmla="*/ 1594 w 1594"/>
              <a:gd name="T1" fmla="*/ 105 h 105"/>
              <a:gd name="T2" fmla="*/ 1236 w 1594"/>
              <a:gd name="T3" fmla="*/ 0 h 105"/>
              <a:gd name="T4" fmla="*/ 0 w 1594"/>
              <a:gd name="T5" fmla="*/ 0 h 105"/>
              <a:gd name="T6" fmla="*/ 245 w 1594"/>
              <a:gd name="T7" fmla="*/ 105 h 105"/>
              <a:gd name="T8" fmla="*/ 1594 w 1594"/>
              <a:gd name="T9" fmla="*/ 105 h 105"/>
            </a:gdLst>
            <a:ahLst/>
            <a:cxnLst>
              <a:cxn ang="0">
                <a:pos x="T0" y="T1"/>
              </a:cxn>
              <a:cxn ang="0">
                <a:pos x="T2" y="T3"/>
              </a:cxn>
              <a:cxn ang="0">
                <a:pos x="T4" y="T5"/>
              </a:cxn>
              <a:cxn ang="0">
                <a:pos x="T6" y="T7"/>
              </a:cxn>
              <a:cxn ang="0">
                <a:pos x="T8" y="T9"/>
              </a:cxn>
            </a:cxnLst>
            <a:rect l="0" t="0" r="r" b="b"/>
            <a:pathLst>
              <a:path w="1594" h="105">
                <a:moveTo>
                  <a:pt x="1594" y="105"/>
                </a:moveTo>
                <a:lnTo>
                  <a:pt x="1236" y="0"/>
                </a:lnTo>
                <a:lnTo>
                  <a:pt x="0" y="0"/>
                </a:lnTo>
                <a:lnTo>
                  <a:pt x="245" y="105"/>
                </a:lnTo>
                <a:lnTo>
                  <a:pt x="1594" y="105"/>
                </a:lnTo>
                <a:close/>
              </a:path>
            </a:pathLst>
          </a:custGeom>
          <a:solidFill>
            <a:schemeClr val="accent3"/>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55" name="Marcador de texto 45">
            <a:extLst>
              <a:ext uri="{FF2B5EF4-FFF2-40B4-BE49-F238E27FC236}">
                <a16:creationId xmlns:a16="http://schemas.microsoft.com/office/drawing/2014/main" id="{3D486B3C-980C-3245-BBED-81FFCCC1018E}"/>
              </a:ext>
            </a:extLst>
          </p:cNvPr>
          <p:cNvSpPr>
            <a:spLocks noGrp="1"/>
          </p:cNvSpPr>
          <p:nvPr>
            <p:ph type="body" sz="quarter" idx="33" hasCustomPrompt="1"/>
          </p:nvPr>
        </p:nvSpPr>
        <p:spPr>
          <a:xfrm>
            <a:off x="9807309" y="2312876"/>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6" name="Marcador de texto 45">
            <a:extLst>
              <a:ext uri="{FF2B5EF4-FFF2-40B4-BE49-F238E27FC236}">
                <a16:creationId xmlns:a16="http://schemas.microsoft.com/office/drawing/2014/main" id="{54D8D16C-235B-5F42-95DC-11526668B42B}"/>
              </a:ext>
            </a:extLst>
          </p:cNvPr>
          <p:cNvSpPr>
            <a:spLocks noGrp="1"/>
          </p:cNvSpPr>
          <p:nvPr>
            <p:ph type="body" sz="quarter" idx="34" hasCustomPrompt="1"/>
          </p:nvPr>
        </p:nvSpPr>
        <p:spPr>
          <a:xfrm>
            <a:off x="9545224" y="2707243"/>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13" name="Freeform 4">
            <a:extLst>
              <a:ext uri="{FF2B5EF4-FFF2-40B4-BE49-F238E27FC236}">
                <a16:creationId xmlns:a16="http://schemas.microsoft.com/office/drawing/2014/main" id="{3A9EAB3C-576F-7840-809A-6EF6CFE2A1C5}"/>
              </a:ext>
            </a:extLst>
          </p:cNvPr>
          <p:cNvSpPr>
            <a:spLocks/>
          </p:cNvSpPr>
          <p:nvPr/>
        </p:nvSpPr>
        <p:spPr bwMode="auto">
          <a:xfrm>
            <a:off x="1371784" y="2441588"/>
            <a:ext cx="471054" cy="313439"/>
          </a:xfrm>
          <a:custGeom>
            <a:avLst/>
            <a:gdLst>
              <a:gd name="T0" fmla="*/ 0 w 272"/>
              <a:gd name="T1" fmla="*/ 0 h 181"/>
              <a:gd name="T2" fmla="*/ 0 w 272"/>
              <a:gd name="T3" fmla="*/ 181 h 181"/>
              <a:gd name="T4" fmla="*/ 272 w 272"/>
              <a:gd name="T5" fmla="*/ 105 h 181"/>
              <a:gd name="T6" fmla="*/ 0 w 272"/>
              <a:gd name="T7" fmla="*/ 0 h 181"/>
            </a:gdLst>
            <a:ahLst/>
            <a:cxnLst>
              <a:cxn ang="0">
                <a:pos x="T0" y="T1"/>
              </a:cxn>
              <a:cxn ang="0">
                <a:pos x="T2" y="T3"/>
              </a:cxn>
              <a:cxn ang="0">
                <a:pos x="T4" y="T5"/>
              </a:cxn>
              <a:cxn ang="0">
                <a:pos x="T6" y="T7"/>
              </a:cxn>
            </a:cxnLst>
            <a:rect l="0" t="0" r="r" b="b"/>
            <a:pathLst>
              <a:path w="272" h="181">
                <a:moveTo>
                  <a:pt x="0" y="0"/>
                </a:moveTo>
                <a:lnTo>
                  <a:pt x="0" y="181"/>
                </a:lnTo>
                <a:lnTo>
                  <a:pt x="272" y="105"/>
                </a:lnTo>
                <a:lnTo>
                  <a:pt x="0" y="0"/>
                </a:lnTo>
                <a:close/>
              </a:path>
            </a:pathLst>
          </a:custGeom>
          <a:solidFill>
            <a:schemeClr val="accent6"/>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14" name="Rectangle 5">
            <a:extLst>
              <a:ext uri="{FF2B5EF4-FFF2-40B4-BE49-F238E27FC236}">
                <a16:creationId xmlns:a16="http://schemas.microsoft.com/office/drawing/2014/main" id="{628C7D13-4E98-334C-B34E-31C4017A00E8}"/>
              </a:ext>
            </a:extLst>
          </p:cNvPr>
          <p:cNvSpPr>
            <a:spLocks noChangeArrowheads="1"/>
          </p:cNvSpPr>
          <p:nvPr/>
        </p:nvSpPr>
        <p:spPr bwMode="auto">
          <a:xfrm>
            <a:off x="982125" y="2801783"/>
            <a:ext cx="2530188" cy="3046072"/>
          </a:xfrm>
          <a:prstGeom prst="rect">
            <a:avLst/>
          </a:pr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15" name="Freeform 6">
            <a:extLst>
              <a:ext uri="{FF2B5EF4-FFF2-40B4-BE49-F238E27FC236}">
                <a16:creationId xmlns:a16="http://schemas.microsoft.com/office/drawing/2014/main" id="{31CCF47B-1716-8A48-8115-14F70ACDD74C}"/>
              </a:ext>
            </a:extLst>
          </p:cNvPr>
          <p:cNvSpPr>
            <a:spLocks/>
          </p:cNvSpPr>
          <p:nvPr/>
        </p:nvSpPr>
        <p:spPr bwMode="auto">
          <a:xfrm>
            <a:off x="982125" y="2623418"/>
            <a:ext cx="3150179" cy="178365"/>
          </a:xfrm>
          <a:custGeom>
            <a:avLst/>
            <a:gdLst>
              <a:gd name="T0" fmla="*/ 1461 w 1819"/>
              <a:gd name="T1" fmla="*/ 103 h 103"/>
              <a:gd name="T2" fmla="*/ 1819 w 1819"/>
              <a:gd name="T3" fmla="*/ 0 h 103"/>
              <a:gd name="T4" fmla="*/ 470 w 1819"/>
              <a:gd name="T5" fmla="*/ 0 h 103"/>
              <a:gd name="T6" fmla="*/ 0 w 1819"/>
              <a:gd name="T7" fmla="*/ 103 h 103"/>
              <a:gd name="T8" fmla="*/ 1461 w 1819"/>
              <a:gd name="T9" fmla="*/ 103 h 103"/>
            </a:gdLst>
            <a:ahLst/>
            <a:cxnLst>
              <a:cxn ang="0">
                <a:pos x="T0" y="T1"/>
              </a:cxn>
              <a:cxn ang="0">
                <a:pos x="T2" y="T3"/>
              </a:cxn>
              <a:cxn ang="0">
                <a:pos x="T4" y="T5"/>
              </a:cxn>
              <a:cxn ang="0">
                <a:pos x="T6" y="T7"/>
              </a:cxn>
              <a:cxn ang="0">
                <a:pos x="T8" y="T9"/>
              </a:cxn>
            </a:cxnLst>
            <a:rect l="0" t="0" r="r" b="b"/>
            <a:pathLst>
              <a:path w="1819" h="103">
                <a:moveTo>
                  <a:pt x="1461" y="103"/>
                </a:moveTo>
                <a:lnTo>
                  <a:pt x="1819" y="0"/>
                </a:lnTo>
                <a:lnTo>
                  <a:pt x="470" y="0"/>
                </a:lnTo>
                <a:lnTo>
                  <a:pt x="0" y="103"/>
                </a:lnTo>
                <a:lnTo>
                  <a:pt x="1461" y="103"/>
                </a:lnTo>
                <a:close/>
              </a:path>
            </a:pathLst>
          </a:custGeom>
          <a:solidFill>
            <a:schemeClr val="accent3"/>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17" name="Freeform 7">
            <a:extLst>
              <a:ext uri="{FF2B5EF4-FFF2-40B4-BE49-F238E27FC236}">
                <a16:creationId xmlns:a16="http://schemas.microsoft.com/office/drawing/2014/main" id="{D55D4E3B-12EE-B44C-9159-C8FDECA5F5D6}"/>
              </a:ext>
            </a:extLst>
          </p:cNvPr>
          <p:cNvSpPr>
            <a:spLocks/>
          </p:cNvSpPr>
          <p:nvPr/>
        </p:nvSpPr>
        <p:spPr bwMode="auto">
          <a:xfrm>
            <a:off x="1371784" y="2441588"/>
            <a:ext cx="2760520" cy="181830"/>
          </a:xfrm>
          <a:custGeom>
            <a:avLst/>
            <a:gdLst>
              <a:gd name="T0" fmla="*/ 1594 w 1594"/>
              <a:gd name="T1" fmla="*/ 105 h 105"/>
              <a:gd name="T2" fmla="*/ 1236 w 1594"/>
              <a:gd name="T3" fmla="*/ 0 h 105"/>
              <a:gd name="T4" fmla="*/ 0 w 1594"/>
              <a:gd name="T5" fmla="*/ 0 h 105"/>
              <a:gd name="T6" fmla="*/ 245 w 1594"/>
              <a:gd name="T7" fmla="*/ 105 h 105"/>
              <a:gd name="T8" fmla="*/ 1594 w 1594"/>
              <a:gd name="T9" fmla="*/ 105 h 105"/>
            </a:gdLst>
            <a:ahLst/>
            <a:cxnLst>
              <a:cxn ang="0">
                <a:pos x="T0" y="T1"/>
              </a:cxn>
              <a:cxn ang="0">
                <a:pos x="T2" y="T3"/>
              </a:cxn>
              <a:cxn ang="0">
                <a:pos x="T4" y="T5"/>
              </a:cxn>
              <a:cxn ang="0">
                <a:pos x="T6" y="T7"/>
              </a:cxn>
              <a:cxn ang="0">
                <a:pos x="T8" y="T9"/>
              </a:cxn>
            </a:cxnLst>
            <a:rect l="0" t="0" r="r" b="b"/>
            <a:pathLst>
              <a:path w="1594" h="105">
                <a:moveTo>
                  <a:pt x="1594" y="105"/>
                </a:moveTo>
                <a:lnTo>
                  <a:pt x="1236" y="0"/>
                </a:lnTo>
                <a:lnTo>
                  <a:pt x="0" y="0"/>
                </a:lnTo>
                <a:lnTo>
                  <a:pt x="245" y="105"/>
                </a:lnTo>
                <a:lnTo>
                  <a:pt x="1594" y="105"/>
                </a:lnTo>
                <a:close/>
              </a:path>
            </a:pathLst>
          </a:custGeom>
          <a:solidFill>
            <a:schemeClr val="accent3"/>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18" name="Freeform 8">
            <a:extLst>
              <a:ext uri="{FF2B5EF4-FFF2-40B4-BE49-F238E27FC236}">
                <a16:creationId xmlns:a16="http://schemas.microsoft.com/office/drawing/2014/main" id="{A9320845-9AE0-3A41-806F-9F75ECE0AA26}"/>
              </a:ext>
            </a:extLst>
          </p:cNvPr>
          <p:cNvSpPr>
            <a:spLocks/>
          </p:cNvSpPr>
          <p:nvPr/>
        </p:nvSpPr>
        <p:spPr bwMode="auto">
          <a:xfrm>
            <a:off x="3512313" y="2623418"/>
            <a:ext cx="619992" cy="3224437"/>
          </a:xfrm>
          <a:custGeom>
            <a:avLst/>
            <a:gdLst>
              <a:gd name="T0" fmla="*/ 358 w 358"/>
              <a:gd name="T1" fmla="*/ 0 h 1862"/>
              <a:gd name="T2" fmla="*/ 358 w 358"/>
              <a:gd name="T3" fmla="*/ 1650 h 1862"/>
              <a:gd name="T4" fmla="*/ 0 w 358"/>
              <a:gd name="T5" fmla="*/ 1862 h 1862"/>
              <a:gd name="T6" fmla="*/ 0 w 358"/>
              <a:gd name="T7" fmla="*/ 103 h 1862"/>
              <a:gd name="T8" fmla="*/ 358 w 358"/>
              <a:gd name="T9" fmla="*/ 0 h 1862"/>
            </a:gdLst>
            <a:ahLst/>
            <a:cxnLst>
              <a:cxn ang="0">
                <a:pos x="T0" y="T1"/>
              </a:cxn>
              <a:cxn ang="0">
                <a:pos x="T2" y="T3"/>
              </a:cxn>
              <a:cxn ang="0">
                <a:pos x="T4" y="T5"/>
              </a:cxn>
              <a:cxn ang="0">
                <a:pos x="T6" y="T7"/>
              </a:cxn>
              <a:cxn ang="0">
                <a:pos x="T8" y="T9"/>
              </a:cxn>
            </a:cxnLst>
            <a:rect l="0" t="0" r="r" b="b"/>
            <a:pathLst>
              <a:path w="358" h="1862">
                <a:moveTo>
                  <a:pt x="358" y="0"/>
                </a:moveTo>
                <a:lnTo>
                  <a:pt x="358" y="1650"/>
                </a:lnTo>
                <a:lnTo>
                  <a:pt x="0" y="1862"/>
                </a:lnTo>
                <a:lnTo>
                  <a:pt x="0" y="103"/>
                </a:lnTo>
                <a:lnTo>
                  <a:pt x="358" y="0"/>
                </a:lnTo>
                <a:close/>
              </a:path>
            </a:pathLst>
          </a:custGeom>
          <a:solidFill>
            <a:schemeClr val="accent4"/>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34" name="Rectangle 5">
            <a:extLst>
              <a:ext uri="{FF2B5EF4-FFF2-40B4-BE49-F238E27FC236}">
                <a16:creationId xmlns:a16="http://schemas.microsoft.com/office/drawing/2014/main" id="{B2BB94D9-5EB5-9247-9C3F-B9D060F6FFD7}"/>
              </a:ext>
            </a:extLst>
          </p:cNvPr>
          <p:cNvSpPr>
            <a:spLocks noChangeArrowheads="1"/>
          </p:cNvSpPr>
          <p:nvPr userDrawn="1"/>
        </p:nvSpPr>
        <p:spPr bwMode="auto">
          <a:xfrm>
            <a:off x="3700741" y="3245769"/>
            <a:ext cx="2161395" cy="2602086"/>
          </a:xfrm>
          <a:prstGeom prst="rect">
            <a:avLst/>
          </a:pr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35" name="Freeform 6">
            <a:extLst>
              <a:ext uri="{FF2B5EF4-FFF2-40B4-BE49-F238E27FC236}">
                <a16:creationId xmlns:a16="http://schemas.microsoft.com/office/drawing/2014/main" id="{C0E20391-A30C-0B43-96CB-D5B48B5EAF15}"/>
              </a:ext>
            </a:extLst>
          </p:cNvPr>
          <p:cNvSpPr>
            <a:spLocks/>
          </p:cNvSpPr>
          <p:nvPr userDrawn="1"/>
        </p:nvSpPr>
        <p:spPr bwMode="auto">
          <a:xfrm>
            <a:off x="3700740" y="3093402"/>
            <a:ext cx="2691018" cy="152367"/>
          </a:xfrm>
          <a:custGeom>
            <a:avLst/>
            <a:gdLst>
              <a:gd name="T0" fmla="*/ 1461 w 1819"/>
              <a:gd name="T1" fmla="*/ 103 h 103"/>
              <a:gd name="T2" fmla="*/ 1819 w 1819"/>
              <a:gd name="T3" fmla="*/ 0 h 103"/>
              <a:gd name="T4" fmla="*/ 470 w 1819"/>
              <a:gd name="T5" fmla="*/ 0 h 103"/>
              <a:gd name="T6" fmla="*/ 0 w 1819"/>
              <a:gd name="T7" fmla="*/ 103 h 103"/>
              <a:gd name="T8" fmla="*/ 1461 w 1819"/>
              <a:gd name="T9" fmla="*/ 103 h 103"/>
            </a:gdLst>
            <a:ahLst/>
            <a:cxnLst>
              <a:cxn ang="0">
                <a:pos x="T0" y="T1"/>
              </a:cxn>
              <a:cxn ang="0">
                <a:pos x="T2" y="T3"/>
              </a:cxn>
              <a:cxn ang="0">
                <a:pos x="T4" y="T5"/>
              </a:cxn>
              <a:cxn ang="0">
                <a:pos x="T6" y="T7"/>
              </a:cxn>
              <a:cxn ang="0">
                <a:pos x="T8" y="T9"/>
              </a:cxn>
            </a:cxnLst>
            <a:rect l="0" t="0" r="r" b="b"/>
            <a:pathLst>
              <a:path w="1819" h="103">
                <a:moveTo>
                  <a:pt x="1461" y="103"/>
                </a:moveTo>
                <a:lnTo>
                  <a:pt x="1819" y="0"/>
                </a:lnTo>
                <a:lnTo>
                  <a:pt x="470" y="0"/>
                </a:lnTo>
                <a:lnTo>
                  <a:pt x="0" y="103"/>
                </a:lnTo>
                <a:lnTo>
                  <a:pt x="1461" y="103"/>
                </a:lnTo>
                <a:close/>
              </a:path>
            </a:pathLst>
          </a:custGeom>
          <a:solidFill>
            <a:schemeClr val="accent3"/>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38" name="Freeform 8">
            <a:extLst>
              <a:ext uri="{FF2B5EF4-FFF2-40B4-BE49-F238E27FC236}">
                <a16:creationId xmlns:a16="http://schemas.microsoft.com/office/drawing/2014/main" id="{A714EBD1-882C-C246-A347-093C2CB99E6D}"/>
              </a:ext>
            </a:extLst>
          </p:cNvPr>
          <p:cNvSpPr>
            <a:spLocks/>
          </p:cNvSpPr>
          <p:nvPr userDrawn="1"/>
        </p:nvSpPr>
        <p:spPr bwMode="auto">
          <a:xfrm>
            <a:off x="5862136" y="3093402"/>
            <a:ext cx="529624" cy="2754453"/>
          </a:xfrm>
          <a:custGeom>
            <a:avLst/>
            <a:gdLst>
              <a:gd name="T0" fmla="*/ 358 w 358"/>
              <a:gd name="T1" fmla="*/ 0 h 1862"/>
              <a:gd name="T2" fmla="*/ 358 w 358"/>
              <a:gd name="T3" fmla="*/ 1650 h 1862"/>
              <a:gd name="T4" fmla="*/ 0 w 358"/>
              <a:gd name="T5" fmla="*/ 1862 h 1862"/>
              <a:gd name="T6" fmla="*/ 0 w 358"/>
              <a:gd name="T7" fmla="*/ 103 h 1862"/>
              <a:gd name="T8" fmla="*/ 358 w 358"/>
              <a:gd name="T9" fmla="*/ 0 h 1862"/>
            </a:gdLst>
            <a:ahLst/>
            <a:cxnLst>
              <a:cxn ang="0">
                <a:pos x="T0" y="T1"/>
              </a:cxn>
              <a:cxn ang="0">
                <a:pos x="T2" y="T3"/>
              </a:cxn>
              <a:cxn ang="0">
                <a:pos x="T4" y="T5"/>
              </a:cxn>
              <a:cxn ang="0">
                <a:pos x="T6" y="T7"/>
              </a:cxn>
              <a:cxn ang="0">
                <a:pos x="T8" y="T9"/>
              </a:cxn>
            </a:cxnLst>
            <a:rect l="0" t="0" r="r" b="b"/>
            <a:pathLst>
              <a:path w="358" h="1862">
                <a:moveTo>
                  <a:pt x="358" y="0"/>
                </a:moveTo>
                <a:lnTo>
                  <a:pt x="358" y="1650"/>
                </a:lnTo>
                <a:lnTo>
                  <a:pt x="0" y="1862"/>
                </a:lnTo>
                <a:lnTo>
                  <a:pt x="0" y="103"/>
                </a:lnTo>
                <a:lnTo>
                  <a:pt x="358" y="0"/>
                </a:lnTo>
                <a:close/>
              </a:path>
            </a:pathLst>
          </a:custGeom>
          <a:solidFill>
            <a:schemeClr val="accent4"/>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43" name="Rectangle 5">
            <a:extLst>
              <a:ext uri="{FF2B5EF4-FFF2-40B4-BE49-F238E27FC236}">
                <a16:creationId xmlns:a16="http://schemas.microsoft.com/office/drawing/2014/main" id="{065C6026-F73D-1D4A-B568-619FED0EB0DC}"/>
              </a:ext>
            </a:extLst>
          </p:cNvPr>
          <p:cNvSpPr>
            <a:spLocks noChangeArrowheads="1"/>
          </p:cNvSpPr>
          <p:nvPr userDrawn="1"/>
        </p:nvSpPr>
        <p:spPr bwMode="auto">
          <a:xfrm>
            <a:off x="6050147" y="3643217"/>
            <a:ext cx="1831259" cy="2204637"/>
          </a:xfrm>
          <a:prstGeom prst="rect">
            <a:avLst/>
          </a:pr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44" name="Freeform 6">
            <a:extLst>
              <a:ext uri="{FF2B5EF4-FFF2-40B4-BE49-F238E27FC236}">
                <a16:creationId xmlns:a16="http://schemas.microsoft.com/office/drawing/2014/main" id="{D046F04F-3B13-6649-96B4-3FB79BDA2DA0}"/>
              </a:ext>
            </a:extLst>
          </p:cNvPr>
          <p:cNvSpPr>
            <a:spLocks/>
          </p:cNvSpPr>
          <p:nvPr userDrawn="1"/>
        </p:nvSpPr>
        <p:spPr bwMode="auto">
          <a:xfrm>
            <a:off x="6050147" y="3514122"/>
            <a:ext cx="2279986" cy="129094"/>
          </a:xfrm>
          <a:custGeom>
            <a:avLst/>
            <a:gdLst>
              <a:gd name="T0" fmla="*/ 1461 w 1819"/>
              <a:gd name="T1" fmla="*/ 103 h 103"/>
              <a:gd name="T2" fmla="*/ 1819 w 1819"/>
              <a:gd name="T3" fmla="*/ 0 h 103"/>
              <a:gd name="T4" fmla="*/ 470 w 1819"/>
              <a:gd name="T5" fmla="*/ 0 h 103"/>
              <a:gd name="T6" fmla="*/ 0 w 1819"/>
              <a:gd name="T7" fmla="*/ 103 h 103"/>
              <a:gd name="T8" fmla="*/ 1461 w 1819"/>
              <a:gd name="T9" fmla="*/ 103 h 103"/>
            </a:gdLst>
            <a:ahLst/>
            <a:cxnLst>
              <a:cxn ang="0">
                <a:pos x="T0" y="T1"/>
              </a:cxn>
              <a:cxn ang="0">
                <a:pos x="T2" y="T3"/>
              </a:cxn>
              <a:cxn ang="0">
                <a:pos x="T4" y="T5"/>
              </a:cxn>
              <a:cxn ang="0">
                <a:pos x="T6" y="T7"/>
              </a:cxn>
              <a:cxn ang="0">
                <a:pos x="T8" y="T9"/>
              </a:cxn>
            </a:cxnLst>
            <a:rect l="0" t="0" r="r" b="b"/>
            <a:pathLst>
              <a:path w="1819" h="103">
                <a:moveTo>
                  <a:pt x="1461" y="103"/>
                </a:moveTo>
                <a:lnTo>
                  <a:pt x="1819" y="0"/>
                </a:lnTo>
                <a:lnTo>
                  <a:pt x="470" y="0"/>
                </a:lnTo>
                <a:lnTo>
                  <a:pt x="0" y="103"/>
                </a:lnTo>
                <a:lnTo>
                  <a:pt x="1461" y="103"/>
                </a:lnTo>
                <a:close/>
              </a:path>
            </a:pathLst>
          </a:custGeom>
          <a:solidFill>
            <a:schemeClr val="accent3"/>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47" name="Freeform 8">
            <a:extLst>
              <a:ext uri="{FF2B5EF4-FFF2-40B4-BE49-F238E27FC236}">
                <a16:creationId xmlns:a16="http://schemas.microsoft.com/office/drawing/2014/main" id="{33418209-C7F8-CD4C-9556-3AAC3A597020}"/>
              </a:ext>
            </a:extLst>
          </p:cNvPr>
          <p:cNvSpPr>
            <a:spLocks/>
          </p:cNvSpPr>
          <p:nvPr userDrawn="1"/>
        </p:nvSpPr>
        <p:spPr bwMode="auto">
          <a:xfrm>
            <a:off x="7881406" y="3514122"/>
            <a:ext cx="448728" cy="2333732"/>
          </a:xfrm>
          <a:custGeom>
            <a:avLst/>
            <a:gdLst>
              <a:gd name="T0" fmla="*/ 358 w 358"/>
              <a:gd name="T1" fmla="*/ 0 h 1862"/>
              <a:gd name="T2" fmla="*/ 358 w 358"/>
              <a:gd name="T3" fmla="*/ 1650 h 1862"/>
              <a:gd name="T4" fmla="*/ 0 w 358"/>
              <a:gd name="T5" fmla="*/ 1862 h 1862"/>
              <a:gd name="T6" fmla="*/ 0 w 358"/>
              <a:gd name="T7" fmla="*/ 103 h 1862"/>
              <a:gd name="T8" fmla="*/ 358 w 358"/>
              <a:gd name="T9" fmla="*/ 0 h 1862"/>
            </a:gdLst>
            <a:ahLst/>
            <a:cxnLst>
              <a:cxn ang="0">
                <a:pos x="T0" y="T1"/>
              </a:cxn>
              <a:cxn ang="0">
                <a:pos x="T2" y="T3"/>
              </a:cxn>
              <a:cxn ang="0">
                <a:pos x="T4" y="T5"/>
              </a:cxn>
              <a:cxn ang="0">
                <a:pos x="T6" y="T7"/>
              </a:cxn>
              <a:cxn ang="0">
                <a:pos x="T8" y="T9"/>
              </a:cxn>
            </a:cxnLst>
            <a:rect l="0" t="0" r="r" b="b"/>
            <a:pathLst>
              <a:path w="358" h="1862">
                <a:moveTo>
                  <a:pt x="358" y="0"/>
                </a:moveTo>
                <a:lnTo>
                  <a:pt x="358" y="1650"/>
                </a:lnTo>
                <a:lnTo>
                  <a:pt x="0" y="1862"/>
                </a:lnTo>
                <a:lnTo>
                  <a:pt x="0" y="103"/>
                </a:lnTo>
                <a:lnTo>
                  <a:pt x="358" y="0"/>
                </a:lnTo>
                <a:close/>
              </a:path>
            </a:pathLst>
          </a:custGeom>
          <a:solidFill>
            <a:schemeClr val="accent4"/>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50" name="Rectangle 5">
            <a:extLst>
              <a:ext uri="{FF2B5EF4-FFF2-40B4-BE49-F238E27FC236}">
                <a16:creationId xmlns:a16="http://schemas.microsoft.com/office/drawing/2014/main" id="{C7E9D989-8127-5446-97AE-9B4B87302F70}"/>
              </a:ext>
            </a:extLst>
          </p:cNvPr>
          <p:cNvSpPr>
            <a:spLocks noChangeArrowheads="1"/>
          </p:cNvSpPr>
          <p:nvPr userDrawn="1"/>
        </p:nvSpPr>
        <p:spPr bwMode="auto">
          <a:xfrm>
            <a:off x="8069417" y="4071142"/>
            <a:ext cx="1475807" cy="1776711"/>
          </a:xfrm>
          <a:prstGeom prst="rect">
            <a:avLst/>
          </a:pr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51" name="Freeform 6">
            <a:extLst>
              <a:ext uri="{FF2B5EF4-FFF2-40B4-BE49-F238E27FC236}">
                <a16:creationId xmlns:a16="http://schemas.microsoft.com/office/drawing/2014/main" id="{D879B089-0312-C641-9645-D7A591C50644}"/>
              </a:ext>
            </a:extLst>
          </p:cNvPr>
          <p:cNvSpPr>
            <a:spLocks/>
          </p:cNvSpPr>
          <p:nvPr userDrawn="1"/>
        </p:nvSpPr>
        <p:spPr bwMode="auto">
          <a:xfrm>
            <a:off x="8069417" y="3967105"/>
            <a:ext cx="1837435" cy="104037"/>
          </a:xfrm>
          <a:custGeom>
            <a:avLst/>
            <a:gdLst>
              <a:gd name="T0" fmla="*/ 1461 w 1819"/>
              <a:gd name="T1" fmla="*/ 103 h 103"/>
              <a:gd name="T2" fmla="*/ 1819 w 1819"/>
              <a:gd name="T3" fmla="*/ 0 h 103"/>
              <a:gd name="T4" fmla="*/ 470 w 1819"/>
              <a:gd name="T5" fmla="*/ 0 h 103"/>
              <a:gd name="T6" fmla="*/ 0 w 1819"/>
              <a:gd name="T7" fmla="*/ 103 h 103"/>
              <a:gd name="T8" fmla="*/ 1461 w 1819"/>
              <a:gd name="T9" fmla="*/ 103 h 103"/>
            </a:gdLst>
            <a:ahLst/>
            <a:cxnLst>
              <a:cxn ang="0">
                <a:pos x="T0" y="T1"/>
              </a:cxn>
              <a:cxn ang="0">
                <a:pos x="T2" y="T3"/>
              </a:cxn>
              <a:cxn ang="0">
                <a:pos x="T4" y="T5"/>
              </a:cxn>
              <a:cxn ang="0">
                <a:pos x="T6" y="T7"/>
              </a:cxn>
              <a:cxn ang="0">
                <a:pos x="T8" y="T9"/>
              </a:cxn>
            </a:cxnLst>
            <a:rect l="0" t="0" r="r" b="b"/>
            <a:pathLst>
              <a:path w="1819" h="103">
                <a:moveTo>
                  <a:pt x="1461" y="103"/>
                </a:moveTo>
                <a:lnTo>
                  <a:pt x="1819" y="0"/>
                </a:lnTo>
                <a:lnTo>
                  <a:pt x="470" y="0"/>
                </a:lnTo>
                <a:lnTo>
                  <a:pt x="0" y="103"/>
                </a:lnTo>
                <a:lnTo>
                  <a:pt x="1461" y="103"/>
                </a:lnTo>
                <a:close/>
              </a:path>
            </a:pathLst>
          </a:custGeom>
          <a:solidFill>
            <a:schemeClr val="accent3"/>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53" name="Freeform 8">
            <a:extLst>
              <a:ext uri="{FF2B5EF4-FFF2-40B4-BE49-F238E27FC236}">
                <a16:creationId xmlns:a16="http://schemas.microsoft.com/office/drawing/2014/main" id="{D2DA7CA5-6F67-844D-B2A3-E5D65B368FBC}"/>
              </a:ext>
            </a:extLst>
          </p:cNvPr>
          <p:cNvSpPr>
            <a:spLocks/>
          </p:cNvSpPr>
          <p:nvPr userDrawn="1"/>
        </p:nvSpPr>
        <p:spPr bwMode="auto">
          <a:xfrm>
            <a:off x="9545224" y="3967106"/>
            <a:ext cx="361629" cy="1880748"/>
          </a:xfrm>
          <a:custGeom>
            <a:avLst/>
            <a:gdLst>
              <a:gd name="T0" fmla="*/ 358 w 358"/>
              <a:gd name="T1" fmla="*/ 0 h 1862"/>
              <a:gd name="T2" fmla="*/ 358 w 358"/>
              <a:gd name="T3" fmla="*/ 1650 h 1862"/>
              <a:gd name="T4" fmla="*/ 0 w 358"/>
              <a:gd name="T5" fmla="*/ 1862 h 1862"/>
              <a:gd name="T6" fmla="*/ 0 w 358"/>
              <a:gd name="T7" fmla="*/ 103 h 1862"/>
              <a:gd name="T8" fmla="*/ 358 w 358"/>
              <a:gd name="T9" fmla="*/ 0 h 1862"/>
            </a:gdLst>
            <a:ahLst/>
            <a:cxnLst>
              <a:cxn ang="0">
                <a:pos x="T0" y="T1"/>
              </a:cxn>
              <a:cxn ang="0">
                <a:pos x="T2" y="T3"/>
              </a:cxn>
              <a:cxn ang="0">
                <a:pos x="T4" y="T5"/>
              </a:cxn>
              <a:cxn ang="0">
                <a:pos x="T6" y="T7"/>
              </a:cxn>
              <a:cxn ang="0">
                <a:pos x="T8" y="T9"/>
              </a:cxn>
            </a:cxnLst>
            <a:rect l="0" t="0" r="r" b="b"/>
            <a:pathLst>
              <a:path w="358" h="1862">
                <a:moveTo>
                  <a:pt x="358" y="0"/>
                </a:moveTo>
                <a:lnTo>
                  <a:pt x="358" y="1650"/>
                </a:lnTo>
                <a:lnTo>
                  <a:pt x="0" y="1862"/>
                </a:lnTo>
                <a:lnTo>
                  <a:pt x="0" y="103"/>
                </a:lnTo>
                <a:lnTo>
                  <a:pt x="358" y="0"/>
                </a:lnTo>
                <a:close/>
              </a:path>
            </a:pathLst>
          </a:custGeom>
          <a:solidFill>
            <a:schemeClr val="accent4"/>
          </a:solidFill>
          <a:ln>
            <a:noFill/>
          </a:ln>
        </p:spPr>
        <p:txBody>
          <a:bodyPr vert="horz" wrap="square" lIns="45720" tIns="22860" rIns="45720" bIns="22860" numCol="1" anchor="t" anchorCtr="0" compatLnSpc="1">
            <a:prstTxWarp prst="textNoShape">
              <a:avLst/>
            </a:prstTxWarp>
          </a:bodyPr>
          <a:lstStyle/>
          <a:p>
            <a:endParaRPr lang="id-ID" sz="900">
              <a:latin typeface="Century Gothic" panose="020B0502020202020204" pitchFamily="34" charset="0"/>
            </a:endParaRPr>
          </a:p>
        </p:txBody>
      </p:sp>
      <p:sp>
        <p:nvSpPr>
          <p:cNvPr id="54" name="Marcador de texto 45">
            <a:extLst>
              <a:ext uri="{FF2B5EF4-FFF2-40B4-BE49-F238E27FC236}">
                <a16:creationId xmlns:a16="http://schemas.microsoft.com/office/drawing/2014/main" id="{8200E9EF-72D1-E747-9FCA-97E0F7E48A28}"/>
              </a:ext>
            </a:extLst>
          </p:cNvPr>
          <p:cNvSpPr>
            <a:spLocks noGrp="1"/>
          </p:cNvSpPr>
          <p:nvPr>
            <p:ph type="body" sz="quarter" idx="17" hasCustomPrompt="1"/>
          </p:nvPr>
        </p:nvSpPr>
        <p:spPr>
          <a:xfrm>
            <a:off x="1207769" y="5013176"/>
            <a:ext cx="1299009" cy="243632"/>
          </a:xfrm>
          <a:prstGeom prst="rect">
            <a:avLst/>
          </a:prstGeom>
        </p:spPr>
        <p:txBody>
          <a:bodyPr lIns="0" tIns="0" rIns="0" bIns="0" anchor="t"/>
          <a:lstStyle>
            <a:lvl1pPr marL="0" indent="0" algn="l">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7" name="Marcador de texto 45">
            <a:extLst>
              <a:ext uri="{FF2B5EF4-FFF2-40B4-BE49-F238E27FC236}">
                <a16:creationId xmlns:a16="http://schemas.microsoft.com/office/drawing/2014/main" id="{44B00500-4236-8A43-85CC-86409A09B943}"/>
              </a:ext>
            </a:extLst>
          </p:cNvPr>
          <p:cNvSpPr>
            <a:spLocks noGrp="1"/>
          </p:cNvSpPr>
          <p:nvPr>
            <p:ph type="body" sz="quarter" idx="18" hasCustomPrompt="1"/>
          </p:nvPr>
        </p:nvSpPr>
        <p:spPr>
          <a:xfrm>
            <a:off x="1207769" y="5403150"/>
            <a:ext cx="2117336" cy="307777"/>
          </a:xfrm>
          <a:prstGeom prst="rect">
            <a:avLst/>
          </a:prstGeom>
        </p:spPr>
        <p:txBody>
          <a:bodyPr wrap="square" lIns="0" tIns="0" rIns="0" bIns="0" anchor="t">
            <a:spAutoFit/>
          </a:bodyPr>
          <a:lstStyle>
            <a:lvl1pPr marL="0" marR="0" indent="0" algn="l" defTabSz="914355" rtl="0" eaLnBrk="1" fontAlgn="auto" latinLnBrk="0" hangingPunct="1">
              <a:lnSpc>
                <a:spcPct val="100000"/>
              </a:lnSpc>
              <a:spcBef>
                <a:spcPts val="1000"/>
              </a:spcBef>
              <a:spcAft>
                <a:spcPts val="0"/>
              </a:spcAft>
              <a:buClrTx/>
              <a:buSzTx/>
              <a:buFont typeface="Arial" panose="020B0604020202020204" pitchFamily="34" charset="0"/>
              <a:buNone/>
              <a:tabLst/>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a:t>
            </a:r>
          </a:p>
        </p:txBody>
      </p:sp>
      <p:sp>
        <p:nvSpPr>
          <p:cNvPr id="58" name="Elipse 57">
            <a:extLst>
              <a:ext uri="{FF2B5EF4-FFF2-40B4-BE49-F238E27FC236}">
                <a16:creationId xmlns:a16="http://schemas.microsoft.com/office/drawing/2014/main" id="{D5279979-86B2-2442-BA2A-D3ADE5CE894B}"/>
              </a:ext>
            </a:extLst>
          </p:cNvPr>
          <p:cNvSpPr/>
          <p:nvPr userDrawn="1"/>
        </p:nvSpPr>
        <p:spPr>
          <a:xfrm>
            <a:off x="1207768" y="4203296"/>
            <a:ext cx="699862" cy="69981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59" name="Marcador de texto 45">
            <a:extLst>
              <a:ext uri="{FF2B5EF4-FFF2-40B4-BE49-F238E27FC236}">
                <a16:creationId xmlns:a16="http://schemas.microsoft.com/office/drawing/2014/main" id="{5A3AD5A2-63FD-BF4D-B04E-361AB7FE029A}"/>
              </a:ext>
            </a:extLst>
          </p:cNvPr>
          <p:cNvSpPr>
            <a:spLocks noGrp="1"/>
          </p:cNvSpPr>
          <p:nvPr>
            <p:ph type="body" sz="quarter" idx="19" hasCustomPrompt="1"/>
          </p:nvPr>
        </p:nvSpPr>
        <p:spPr>
          <a:xfrm>
            <a:off x="1214172" y="4375325"/>
            <a:ext cx="693459" cy="415499"/>
          </a:xfrm>
          <a:prstGeom prst="rect">
            <a:avLst/>
          </a:prstGeom>
        </p:spPr>
        <p:txBody>
          <a:bodyPr wrap="square" lIns="0" tIns="0" rIns="0" bIns="0" anchor="ctr">
            <a:spAutoFit/>
          </a:bodyPr>
          <a:lstStyle>
            <a:lvl1pPr marL="0" indent="0" algn="ctr">
              <a:buNone/>
              <a:defRPr sz="3000" b="1">
                <a:solidFill>
                  <a:schemeClr val="accent3"/>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01</a:t>
            </a:r>
            <a:endParaRPr lang="es-ES_tradnl"/>
          </a:p>
        </p:txBody>
      </p:sp>
      <p:sp>
        <p:nvSpPr>
          <p:cNvPr id="60" name="Marcador de texto 45">
            <a:extLst>
              <a:ext uri="{FF2B5EF4-FFF2-40B4-BE49-F238E27FC236}">
                <a16:creationId xmlns:a16="http://schemas.microsoft.com/office/drawing/2014/main" id="{1D67C77E-F6B4-BA40-ACD6-AA8FDB9D3AED}"/>
              </a:ext>
            </a:extLst>
          </p:cNvPr>
          <p:cNvSpPr>
            <a:spLocks noGrp="1"/>
          </p:cNvSpPr>
          <p:nvPr>
            <p:ph type="body" sz="quarter" idx="35" hasCustomPrompt="1"/>
          </p:nvPr>
        </p:nvSpPr>
        <p:spPr>
          <a:xfrm>
            <a:off x="3870119" y="5013176"/>
            <a:ext cx="1317062" cy="243632"/>
          </a:xfrm>
          <a:prstGeom prst="rect">
            <a:avLst/>
          </a:prstGeom>
        </p:spPr>
        <p:txBody>
          <a:bodyPr lIns="0" tIns="0" rIns="0" bIns="0" anchor="t"/>
          <a:lstStyle>
            <a:lvl1pPr marL="0" indent="0" algn="l">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1" name="Marcador de texto 45">
            <a:extLst>
              <a:ext uri="{FF2B5EF4-FFF2-40B4-BE49-F238E27FC236}">
                <a16:creationId xmlns:a16="http://schemas.microsoft.com/office/drawing/2014/main" id="{903DDEAD-EFCA-AD44-958D-5251F2F4DDBD}"/>
              </a:ext>
            </a:extLst>
          </p:cNvPr>
          <p:cNvSpPr>
            <a:spLocks noGrp="1"/>
          </p:cNvSpPr>
          <p:nvPr>
            <p:ph type="body" sz="quarter" idx="36" hasCustomPrompt="1"/>
          </p:nvPr>
        </p:nvSpPr>
        <p:spPr>
          <a:xfrm>
            <a:off x="3870120" y="5403150"/>
            <a:ext cx="1865817" cy="307777"/>
          </a:xfrm>
          <a:prstGeom prst="rect">
            <a:avLst/>
          </a:prstGeom>
        </p:spPr>
        <p:txBody>
          <a:bodyPr wrap="square" lIns="0" tIns="0" rIns="0" bIns="0" anchor="t">
            <a:spAutoFit/>
          </a:bodyPr>
          <a:lstStyle>
            <a:lvl1pPr marL="0" marR="0" indent="0" algn="l" defTabSz="914355" rtl="0" eaLnBrk="1" fontAlgn="auto" latinLnBrk="0" hangingPunct="1">
              <a:lnSpc>
                <a:spcPct val="100000"/>
              </a:lnSpc>
              <a:spcBef>
                <a:spcPts val="1000"/>
              </a:spcBef>
              <a:spcAft>
                <a:spcPts val="0"/>
              </a:spcAft>
              <a:buClrTx/>
              <a:buSzTx/>
              <a:buFont typeface="Arial" panose="020B0604020202020204" pitchFamily="34" charset="0"/>
              <a:buNone/>
              <a:tabLst/>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a:t>
            </a:r>
          </a:p>
        </p:txBody>
      </p:sp>
      <p:sp>
        <p:nvSpPr>
          <p:cNvPr id="62" name="Marcador de texto 45">
            <a:extLst>
              <a:ext uri="{FF2B5EF4-FFF2-40B4-BE49-F238E27FC236}">
                <a16:creationId xmlns:a16="http://schemas.microsoft.com/office/drawing/2014/main" id="{C493F026-085C-1D49-A028-8465578B0D1F}"/>
              </a:ext>
            </a:extLst>
          </p:cNvPr>
          <p:cNvSpPr>
            <a:spLocks noGrp="1"/>
          </p:cNvSpPr>
          <p:nvPr>
            <p:ph type="body" sz="quarter" idx="37" hasCustomPrompt="1"/>
          </p:nvPr>
        </p:nvSpPr>
        <p:spPr>
          <a:xfrm>
            <a:off x="6167844" y="5013176"/>
            <a:ext cx="1120429" cy="243632"/>
          </a:xfrm>
          <a:prstGeom prst="rect">
            <a:avLst/>
          </a:prstGeom>
        </p:spPr>
        <p:txBody>
          <a:bodyPr lIns="0" tIns="0" rIns="0" bIns="0" anchor="t"/>
          <a:lstStyle>
            <a:lvl1pPr marL="0" indent="0" algn="l">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3" name="Marcador de texto 45">
            <a:extLst>
              <a:ext uri="{FF2B5EF4-FFF2-40B4-BE49-F238E27FC236}">
                <a16:creationId xmlns:a16="http://schemas.microsoft.com/office/drawing/2014/main" id="{44D2CBC3-B315-8E42-AB66-4482D283D298}"/>
              </a:ext>
            </a:extLst>
          </p:cNvPr>
          <p:cNvSpPr>
            <a:spLocks noGrp="1"/>
          </p:cNvSpPr>
          <p:nvPr>
            <p:ph type="body" sz="quarter" idx="38" hasCustomPrompt="1"/>
          </p:nvPr>
        </p:nvSpPr>
        <p:spPr>
          <a:xfrm>
            <a:off x="6167844" y="5403150"/>
            <a:ext cx="1587257" cy="307777"/>
          </a:xfrm>
          <a:prstGeom prst="rect">
            <a:avLst/>
          </a:prstGeom>
        </p:spPr>
        <p:txBody>
          <a:bodyPr wrap="square" lIns="0" tIns="0" rIns="0" bIns="0" anchor="t">
            <a:spAutoFit/>
          </a:bodyPr>
          <a:lstStyle>
            <a:lvl1pPr marL="0" marR="0" indent="0" algn="l" defTabSz="914355" rtl="0" eaLnBrk="1" fontAlgn="auto" latinLnBrk="0" hangingPunct="1">
              <a:lnSpc>
                <a:spcPct val="100000"/>
              </a:lnSpc>
              <a:spcBef>
                <a:spcPts val="1000"/>
              </a:spcBef>
              <a:spcAft>
                <a:spcPts val="0"/>
              </a:spcAft>
              <a:buClrTx/>
              <a:buSzTx/>
              <a:buFont typeface="Arial" panose="020B0604020202020204" pitchFamily="34" charset="0"/>
              <a:buNone/>
              <a:tabLst/>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a:t>
            </a:r>
          </a:p>
        </p:txBody>
      </p:sp>
      <p:sp>
        <p:nvSpPr>
          <p:cNvPr id="64" name="Marcador de texto 45">
            <a:extLst>
              <a:ext uri="{FF2B5EF4-FFF2-40B4-BE49-F238E27FC236}">
                <a16:creationId xmlns:a16="http://schemas.microsoft.com/office/drawing/2014/main" id="{37CA2414-89B5-4249-8BCF-3CC3F56F713A}"/>
              </a:ext>
            </a:extLst>
          </p:cNvPr>
          <p:cNvSpPr>
            <a:spLocks noGrp="1"/>
          </p:cNvSpPr>
          <p:nvPr>
            <p:ph type="body" sz="quarter" idx="39" hasCustomPrompt="1"/>
          </p:nvPr>
        </p:nvSpPr>
        <p:spPr>
          <a:xfrm>
            <a:off x="8181970" y="5013176"/>
            <a:ext cx="1262620" cy="243632"/>
          </a:xfrm>
          <a:prstGeom prst="rect">
            <a:avLst/>
          </a:prstGeom>
        </p:spPr>
        <p:txBody>
          <a:bodyPr lIns="0" tIns="0" rIns="0" bIns="0" anchor="t"/>
          <a:lstStyle>
            <a:lvl1pPr marL="0" indent="0" algn="l">
              <a:buNone/>
              <a:defRPr sz="1200" b="1">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5" name="Marcador de texto 45">
            <a:extLst>
              <a:ext uri="{FF2B5EF4-FFF2-40B4-BE49-F238E27FC236}">
                <a16:creationId xmlns:a16="http://schemas.microsoft.com/office/drawing/2014/main" id="{F40AB465-B186-704B-AC16-F1EE2905B2D7}"/>
              </a:ext>
            </a:extLst>
          </p:cNvPr>
          <p:cNvSpPr>
            <a:spLocks noGrp="1"/>
          </p:cNvSpPr>
          <p:nvPr>
            <p:ph type="body" sz="quarter" idx="40" hasCustomPrompt="1"/>
          </p:nvPr>
        </p:nvSpPr>
        <p:spPr>
          <a:xfrm>
            <a:off x="8181970" y="5403150"/>
            <a:ext cx="1262620" cy="307777"/>
          </a:xfrm>
          <a:prstGeom prst="rect">
            <a:avLst/>
          </a:prstGeom>
        </p:spPr>
        <p:txBody>
          <a:bodyPr wrap="square" lIns="0" tIns="0" rIns="0" bIns="0" anchor="t">
            <a:spAutoFit/>
          </a:bodyPr>
          <a:lstStyle>
            <a:lvl1pPr marL="0" marR="0" indent="0" algn="l" defTabSz="914355" rtl="0" eaLnBrk="1" fontAlgn="auto" latinLnBrk="0" hangingPunct="1">
              <a:lnSpc>
                <a:spcPct val="100000"/>
              </a:lnSpc>
              <a:spcBef>
                <a:spcPts val="1000"/>
              </a:spcBef>
              <a:spcAft>
                <a:spcPts val="0"/>
              </a:spcAft>
              <a:buClrTx/>
              <a:buSzTx/>
              <a:buFont typeface="Arial" panose="020B0604020202020204" pitchFamily="34" charset="0"/>
              <a:buNone/>
              <a:tabLst/>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a:t>
            </a:r>
          </a:p>
        </p:txBody>
      </p:sp>
      <p:sp>
        <p:nvSpPr>
          <p:cNvPr id="66" name="Elipse 65">
            <a:extLst>
              <a:ext uri="{FF2B5EF4-FFF2-40B4-BE49-F238E27FC236}">
                <a16:creationId xmlns:a16="http://schemas.microsoft.com/office/drawing/2014/main" id="{61670ACD-4AA7-0343-B661-DED3BE6A2103}"/>
              </a:ext>
            </a:extLst>
          </p:cNvPr>
          <p:cNvSpPr/>
          <p:nvPr userDrawn="1"/>
        </p:nvSpPr>
        <p:spPr>
          <a:xfrm>
            <a:off x="3870119" y="4203296"/>
            <a:ext cx="699862" cy="69981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67" name="Marcador de texto 45">
            <a:extLst>
              <a:ext uri="{FF2B5EF4-FFF2-40B4-BE49-F238E27FC236}">
                <a16:creationId xmlns:a16="http://schemas.microsoft.com/office/drawing/2014/main" id="{031FAB14-139A-5545-A935-79BA3C749627}"/>
              </a:ext>
            </a:extLst>
          </p:cNvPr>
          <p:cNvSpPr>
            <a:spLocks noGrp="1"/>
          </p:cNvSpPr>
          <p:nvPr>
            <p:ph type="body" sz="quarter" idx="41" hasCustomPrompt="1"/>
          </p:nvPr>
        </p:nvSpPr>
        <p:spPr>
          <a:xfrm>
            <a:off x="3876523" y="4375325"/>
            <a:ext cx="693459" cy="415499"/>
          </a:xfrm>
          <a:prstGeom prst="rect">
            <a:avLst/>
          </a:prstGeom>
        </p:spPr>
        <p:txBody>
          <a:bodyPr wrap="square" lIns="0" tIns="0" rIns="0" bIns="0" anchor="ctr">
            <a:spAutoFit/>
          </a:bodyPr>
          <a:lstStyle>
            <a:lvl1pPr marL="0" indent="0" algn="ctr">
              <a:buNone/>
              <a:defRPr sz="3000" b="1">
                <a:solidFill>
                  <a:schemeClr val="accent3"/>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02</a:t>
            </a:r>
            <a:endParaRPr lang="es-ES_tradnl"/>
          </a:p>
        </p:txBody>
      </p:sp>
      <p:sp>
        <p:nvSpPr>
          <p:cNvPr id="68" name="Elipse 67">
            <a:extLst>
              <a:ext uri="{FF2B5EF4-FFF2-40B4-BE49-F238E27FC236}">
                <a16:creationId xmlns:a16="http://schemas.microsoft.com/office/drawing/2014/main" id="{1C6A9752-949C-0A4C-9E02-C67D3DF5F0A0}"/>
              </a:ext>
            </a:extLst>
          </p:cNvPr>
          <p:cNvSpPr/>
          <p:nvPr userDrawn="1"/>
        </p:nvSpPr>
        <p:spPr>
          <a:xfrm>
            <a:off x="6188277" y="4203296"/>
            <a:ext cx="699862" cy="69981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69" name="Marcador de texto 45">
            <a:extLst>
              <a:ext uri="{FF2B5EF4-FFF2-40B4-BE49-F238E27FC236}">
                <a16:creationId xmlns:a16="http://schemas.microsoft.com/office/drawing/2014/main" id="{1789F677-61B6-4442-BE06-B8239E764B04}"/>
              </a:ext>
            </a:extLst>
          </p:cNvPr>
          <p:cNvSpPr>
            <a:spLocks noGrp="1"/>
          </p:cNvSpPr>
          <p:nvPr>
            <p:ph type="body" sz="quarter" idx="42" hasCustomPrompt="1"/>
          </p:nvPr>
        </p:nvSpPr>
        <p:spPr>
          <a:xfrm>
            <a:off x="6194681" y="4375325"/>
            <a:ext cx="693459" cy="415499"/>
          </a:xfrm>
          <a:prstGeom prst="rect">
            <a:avLst/>
          </a:prstGeom>
        </p:spPr>
        <p:txBody>
          <a:bodyPr wrap="square" lIns="0" tIns="0" rIns="0" bIns="0" anchor="ctr">
            <a:spAutoFit/>
          </a:bodyPr>
          <a:lstStyle>
            <a:lvl1pPr marL="0" indent="0" algn="ctr">
              <a:buNone/>
              <a:defRPr sz="3000" b="1">
                <a:solidFill>
                  <a:schemeClr val="accent3"/>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03</a:t>
            </a:r>
            <a:endParaRPr lang="es-ES_tradnl"/>
          </a:p>
        </p:txBody>
      </p:sp>
      <p:sp>
        <p:nvSpPr>
          <p:cNvPr id="70" name="Elipse 69">
            <a:extLst>
              <a:ext uri="{FF2B5EF4-FFF2-40B4-BE49-F238E27FC236}">
                <a16:creationId xmlns:a16="http://schemas.microsoft.com/office/drawing/2014/main" id="{7D81B275-70E7-7B4F-AE6D-9C7E5A5711A6}"/>
              </a:ext>
            </a:extLst>
          </p:cNvPr>
          <p:cNvSpPr/>
          <p:nvPr userDrawn="1"/>
        </p:nvSpPr>
        <p:spPr>
          <a:xfrm>
            <a:off x="8180593" y="4203296"/>
            <a:ext cx="699862" cy="69981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71" name="Marcador de texto 45">
            <a:extLst>
              <a:ext uri="{FF2B5EF4-FFF2-40B4-BE49-F238E27FC236}">
                <a16:creationId xmlns:a16="http://schemas.microsoft.com/office/drawing/2014/main" id="{26EE3DBA-291A-FF4B-8DDD-FCAEE608305E}"/>
              </a:ext>
            </a:extLst>
          </p:cNvPr>
          <p:cNvSpPr>
            <a:spLocks noGrp="1"/>
          </p:cNvSpPr>
          <p:nvPr>
            <p:ph type="body" sz="quarter" idx="43" hasCustomPrompt="1"/>
          </p:nvPr>
        </p:nvSpPr>
        <p:spPr>
          <a:xfrm>
            <a:off x="8186996" y="4375325"/>
            <a:ext cx="693459" cy="415499"/>
          </a:xfrm>
          <a:prstGeom prst="rect">
            <a:avLst/>
          </a:prstGeom>
        </p:spPr>
        <p:txBody>
          <a:bodyPr wrap="square" lIns="0" tIns="0" rIns="0" bIns="0" anchor="ctr">
            <a:spAutoFit/>
          </a:bodyPr>
          <a:lstStyle>
            <a:lvl1pPr marL="0" indent="0" algn="ctr">
              <a:buNone/>
              <a:defRPr sz="3000" b="1">
                <a:solidFill>
                  <a:schemeClr val="accent3"/>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04</a:t>
            </a:r>
            <a:endParaRPr lang="es-ES_tradnl"/>
          </a:p>
        </p:txBody>
      </p:sp>
      <p:sp>
        <p:nvSpPr>
          <p:cNvPr id="72" name="Marcador de texto 45">
            <a:extLst>
              <a:ext uri="{FF2B5EF4-FFF2-40B4-BE49-F238E27FC236}">
                <a16:creationId xmlns:a16="http://schemas.microsoft.com/office/drawing/2014/main" id="{25392FEB-7468-2A42-ABB6-84B21BDBD6F1}"/>
              </a:ext>
            </a:extLst>
          </p:cNvPr>
          <p:cNvSpPr>
            <a:spLocks noGrp="1"/>
          </p:cNvSpPr>
          <p:nvPr>
            <p:ph type="body" sz="quarter" idx="44" hasCustomPrompt="1"/>
          </p:nvPr>
        </p:nvSpPr>
        <p:spPr>
          <a:xfrm>
            <a:off x="386582" y="1641445"/>
            <a:ext cx="8553919" cy="461665"/>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cxnSp>
        <p:nvCxnSpPr>
          <p:cNvPr id="4" name="Conector angular 3">
            <a:extLst>
              <a:ext uri="{FF2B5EF4-FFF2-40B4-BE49-F238E27FC236}">
                <a16:creationId xmlns:a16="http://schemas.microsoft.com/office/drawing/2014/main" id="{053688DF-9112-4748-8473-FC9131C632AF}"/>
              </a:ext>
            </a:extLst>
          </p:cNvPr>
          <p:cNvCxnSpPr>
            <a:stCxn id="56" idx="2"/>
            <a:endCxn id="53" idx="1"/>
          </p:cNvCxnSpPr>
          <p:nvPr userDrawn="1"/>
        </p:nvCxnSpPr>
        <p:spPr>
          <a:xfrm rot="5400000">
            <a:off x="8922725" y="4153035"/>
            <a:ext cx="2464811" cy="496557"/>
          </a:xfrm>
          <a:prstGeom prst="bentConnector2">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5" name="Line">
            <a:extLst>
              <a:ext uri="{FF2B5EF4-FFF2-40B4-BE49-F238E27FC236}">
                <a16:creationId xmlns:a16="http://schemas.microsoft.com/office/drawing/2014/main" id="{3380B12F-B087-CF4D-A208-F37E52DC7586}"/>
              </a:ext>
            </a:extLst>
          </p:cNvPr>
          <p:cNvSpPr/>
          <p:nvPr userDrawn="1"/>
        </p:nvSpPr>
        <p:spPr>
          <a:xfrm>
            <a:off x="368284" y="1448780"/>
            <a:ext cx="855475" cy="0"/>
          </a:xfrm>
          <a:prstGeom prst="line">
            <a:avLst/>
          </a:prstGeom>
          <a:ln w="63500">
            <a:solidFill>
              <a:schemeClr val="accent3"/>
            </a:solidFill>
          </a:ln>
        </p:spPr>
        <p:txBody>
          <a:bodyPr lIns="60960" tIns="60960" rIns="60960" bIns="60960"/>
          <a:lstStyle/>
          <a:p>
            <a:endParaRPr sz="900">
              <a:latin typeface="Century Gothic" panose="020B0502020202020204" pitchFamily="34" charset="0"/>
            </a:endParaRPr>
          </a:p>
        </p:txBody>
      </p:sp>
      <p:sp>
        <p:nvSpPr>
          <p:cNvPr id="48" name="Marcador de texto 15">
            <a:extLst>
              <a:ext uri="{FF2B5EF4-FFF2-40B4-BE49-F238E27FC236}">
                <a16:creationId xmlns:a16="http://schemas.microsoft.com/office/drawing/2014/main" id="{E5F36CF1-7155-A448-BABA-5DFE3DB1814F}"/>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73" name="Slide Number Placeholder 5">
            <a:extLst>
              <a:ext uri="{FF2B5EF4-FFF2-40B4-BE49-F238E27FC236}">
                <a16:creationId xmlns:a16="http://schemas.microsoft.com/office/drawing/2014/main" id="{D17EDB0B-9AD7-B643-944C-183A088447F3}"/>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400480463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Grafico No. 10">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9" name="Freeform 20">
            <a:extLst>
              <a:ext uri="{FF2B5EF4-FFF2-40B4-BE49-F238E27FC236}">
                <a16:creationId xmlns:a16="http://schemas.microsoft.com/office/drawing/2014/main" id="{FA2728BE-1D53-754E-9586-D61561F6018D}"/>
              </a:ext>
            </a:extLst>
          </p:cNvPr>
          <p:cNvSpPr>
            <a:spLocks/>
          </p:cNvSpPr>
          <p:nvPr/>
        </p:nvSpPr>
        <p:spPr bwMode="auto">
          <a:xfrm>
            <a:off x="4658963" y="4553667"/>
            <a:ext cx="1365024" cy="587901"/>
          </a:xfrm>
          <a:custGeom>
            <a:avLst/>
            <a:gdLst>
              <a:gd name="T0" fmla="*/ 456 w 456"/>
              <a:gd name="T1" fmla="*/ 0 h 348"/>
              <a:gd name="T2" fmla="*/ 456 w 456"/>
              <a:gd name="T3" fmla="*/ 119 h 348"/>
              <a:gd name="T4" fmla="*/ 0 w 456"/>
              <a:gd name="T5" fmla="*/ 348 h 348"/>
              <a:gd name="T6" fmla="*/ 0 w 456"/>
              <a:gd name="T7" fmla="*/ 225 h 348"/>
              <a:gd name="T8" fmla="*/ 456 w 456"/>
              <a:gd name="T9" fmla="*/ 0 h 348"/>
            </a:gdLst>
            <a:ahLst/>
            <a:cxnLst>
              <a:cxn ang="0">
                <a:pos x="T0" y="T1"/>
              </a:cxn>
              <a:cxn ang="0">
                <a:pos x="T2" y="T3"/>
              </a:cxn>
              <a:cxn ang="0">
                <a:pos x="T4" y="T5"/>
              </a:cxn>
              <a:cxn ang="0">
                <a:pos x="T6" y="T7"/>
              </a:cxn>
              <a:cxn ang="0">
                <a:pos x="T8" y="T9"/>
              </a:cxn>
            </a:cxnLst>
            <a:rect l="0" t="0" r="r" b="b"/>
            <a:pathLst>
              <a:path w="456" h="348">
                <a:moveTo>
                  <a:pt x="456" y="0"/>
                </a:moveTo>
                <a:lnTo>
                  <a:pt x="456" y="119"/>
                </a:lnTo>
                <a:lnTo>
                  <a:pt x="0" y="348"/>
                </a:lnTo>
                <a:lnTo>
                  <a:pt x="0" y="225"/>
                </a:lnTo>
                <a:lnTo>
                  <a:pt x="456" y="0"/>
                </a:lnTo>
                <a:close/>
              </a:path>
            </a:pathLst>
          </a:custGeom>
          <a:solidFill>
            <a:schemeClr val="accent4">
              <a:lumMod val="75000"/>
            </a:schemeClr>
          </a:solidFill>
          <a:ln>
            <a:noFill/>
          </a:ln>
        </p:spPr>
        <p:txBody>
          <a:bodyPr vert="horz" wrap="square" lIns="45720" tIns="22861" rIns="45720" bIns="22861" numCol="1" anchor="t" anchorCtr="0" compatLnSpc="1">
            <a:prstTxWarp prst="textNoShape">
              <a:avLst/>
            </a:prstTxWarp>
          </a:bodyPr>
          <a:lstStyle/>
          <a:p>
            <a:endParaRPr lang="en-US" sz="901">
              <a:latin typeface="Century Gothic" panose="020B0502020202020204" pitchFamily="34" charset="0"/>
            </a:endParaRPr>
          </a:p>
        </p:txBody>
      </p:sp>
      <p:sp>
        <p:nvSpPr>
          <p:cNvPr id="20" name="Freeform 21">
            <a:extLst>
              <a:ext uri="{FF2B5EF4-FFF2-40B4-BE49-F238E27FC236}">
                <a16:creationId xmlns:a16="http://schemas.microsoft.com/office/drawing/2014/main" id="{7F9AD2BD-9566-9043-B33F-AFEE3D13F610}"/>
              </a:ext>
            </a:extLst>
          </p:cNvPr>
          <p:cNvSpPr>
            <a:spLocks noEditPoints="1"/>
          </p:cNvSpPr>
          <p:nvPr/>
        </p:nvSpPr>
        <p:spPr bwMode="auto">
          <a:xfrm>
            <a:off x="3760921" y="4553667"/>
            <a:ext cx="3625097" cy="1221414"/>
          </a:xfrm>
          <a:custGeom>
            <a:avLst/>
            <a:gdLst>
              <a:gd name="T0" fmla="*/ 1211 w 1211"/>
              <a:gd name="T1" fmla="*/ 225 h 723"/>
              <a:gd name="T2" fmla="*/ 1211 w 1211"/>
              <a:gd name="T3" fmla="*/ 348 h 723"/>
              <a:gd name="T4" fmla="*/ 756 w 1211"/>
              <a:gd name="T5" fmla="*/ 119 h 723"/>
              <a:gd name="T6" fmla="*/ 756 w 1211"/>
              <a:gd name="T7" fmla="*/ 0 h 723"/>
              <a:gd name="T8" fmla="*/ 1211 w 1211"/>
              <a:gd name="T9" fmla="*/ 225 h 723"/>
              <a:gd name="T10" fmla="*/ 0 w 1211"/>
              <a:gd name="T11" fmla="*/ 348 h 723"/>
              <a:gd name="T12" fmla="*/ 756 w 1211"/>
              <a:gd name="T13" fmla="*/ 723 h 723"/>
              <a:gd name="T14" fmla="*/ 756 w 1211"/>
              <a:gd name="T15" fmla="*/ 599 h 723"/>
              <a:gd name="T16" fmla="*/ 0 w 1211"/>
              <a:gd name="T17" fmla="*/ 225 h 723"/>
              <a:gd name="T18" fmla="*/ 0 w 1211"/>
              <a:gd name="T19" fmla="*/ 348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1" h="723">
                <a:moveTo>
                  <a:pt x="1211" y="225"/>
                </a:moveTo>
                <a:lnTo>
                  <a:pt x="1211" y="348"/>
                </a:lnTo>
                <a:lnTo>
                  <a:pt x="756" y="119"/>
                </a:lnTo>
                <a:lnTo>
                  <a:pt x="756" y="0"/>
                </a:lnTo>
                <a:lnTo>
                  <a:pt x="1211" y="225"/>
                </a:lnTo>
                <a:close/>
                <a:moveTo>
                  <a:pt x="0" y="348"/>
                </a:moveTo>
                <a:lnTo>
                  <a:pt x="756" y="723"/>
                </a:lnTo>
                <a:lnTo>
                  <a:pt x="756" y="599"/>
                </a:lnTo>
                <a:lnTo>
                  <a:pt x="0" y="225"/>
                </a:lnTo>
                <a:lnTo>
                  <a:pt x="0" y="348"/>
                </a:lnTo>
                <a:close/>
              </a:path>
            </a:pathLst>
          </a:custGeom>
          <a:solidFill>
            <a:schemeClr val="accent4">
              <a:lumMod val="75000"/>
            </a:schemeClr>
          </a:solidFill>
          <a:ln>
            <a:noFill/>
          </a:ln>
        </p:spPr>
        <p:txBody>
          <a:bodyPr vert="horz" wrap="square" lIns="45720" tIns="22861" rIns="45720" bIns="22861" numCol="1" anchor="t" anchorCtr="0" compatLnSpc="1">
            <a:prstTxWarp prst="textNoShape">
              <a:avLst/>
            </a:prstTxWarp>
          </a:bodyPr>
          <a:lstStyle/>
          <a:p>
            <a:endParaRPr lang="en-US" sz="901">
              <a:latin typeface="Century Gothic" panose="020B0502020202020204" pitchFamily="34" charset="0"/>
            </a:endParaRPr>
          </a:p>
        </p:txBody>
      </p:sp>
      <p:sp>
        <p:nvSpPr>
          <p:cNvPr id="22" name="Freeform 22">
            <a:extLst>
              <a:ext uri="{FF2B5EF4-FFF2-40B4-BE49-F238E27FC236}">
                <a16:creationId xmlns:a16="http://schemas.microsoft.com/office/drawing/2014/main" id="{93FA2C28-4984-9A47-9B5E-5397FC92F2CF}"/>
              </a:ext>
            </a:extLst>
          </p:cNvPr>
          <p:cNvSpPr>
            <a:spLocks/>
          </p:cNvSpPr>
          <p:nvPr/>
        </p:nvSpPr>
        <p:spPr bwMode="auto">
          <a:xfrm>
            <a:off x="6023987" y="4933775"/>
            <a:ext cx="2263066" cy="841306"/>
          </a:xfrm>
          <a:custGeom>
            <a:avLst/>
            <a:gdLst>
              <a:gd name="T0" fmla="*/ 756 w 756"/>
              <a:gd name="T1" fmla="*/ 0 h 498"/>
              <a:gd name="T2" fmla="*/ 756 w 756"/>
              <a:gd name="T3" fmla="*/ 123 h 498"/>
              <a:gd name="T4" fmla="*/ 0 w 756"/>
              <a:gd name="T5" fmla="*/ 498 h 498"/>
              <a:gd name="T6" fmla="*/ 0 w 756"/>
              <a:gd name="T7" fmla="*/ 374 h 498"/>
              <a:gd name="T8" fmla="*/ 756 w 756"/>
              <a:gd name="T9" fmla="*/ 0 h 498"/>
            </a:gdLst>
            <a:ahLst/>
            <a:cxnLst>
              <a:cxn ang="0">
                <a:pos x="T0" y="T1"/>
              </a:cxn>
              <a:cxn ang="0">
                <a:pos x="T2" y="T3"/>
              </a:cxn>
              <a:cxn ang="0">
                <a:pos x="T4" y="T5"/>
              </a:cxn>
              <a:cxn ang="0">
                <a:pos x="T6" y="T7"/>
              </a:cxn>
              <a:cxn ang="0">
                <a:pos x="T8" y="T9"/>
              </a:cxn>
            </a:cxnLst>
            <a:rect l="0" t="0" r="r" b="b"/>
            <a:pathLst>
              <a:path w="756" h="498">
                <a:moveTo>
                  <a:pt x="756" y="0"/>
                </a:moveTo>
                <a:lnTo>
                  <a:pt x="756" y="123"/>
                </a:lnTo>
                <a:lnTo>
                  <a:pt x="0" y="498"/>
                </a:lnTo>
                <a:lnTo>
                  <a:pt x="0" y="374"/>
                </a:lnTo>
                <a:lnTo>
                  <a:pt x="756" y="0"/>
                </a:lnTo>
                <a:close/>
              </a:path>
            </a:pathLst>
          </a:custGeom>
          <a:solidFill>
            <a:schemeClr val="accent4">
              <a:lumMod val="75000"/>
            </a:schemeClr>
          </a:solidFill>
          <a:ln>
            <a:noFill/>
          </a:ln>
        </p:spPr>
        <p:txBody>
          <a:bodyPr vert="horz" wrap="square" lIns="45720" tIns="22861" rIns="45720" bIns="22861" numCol="1" anchor="t" anchorCtr="0" compatLnSpc="1">
            <a:prstTxWarp prst="textNoShape">
              <a:avLst/>
            </a:prstTxWarp>
          </a:bodyPr>
          <a:lstStyle/>
          <a:p>
            <a:endParaRPr lang="en-US" sz="901">
              <a:latin typeface="Century Gothic" panose="020B0502020202020204" pitchFamily="34" charset="0"/>
            </a:endParaRPr>
          </a:p>
        </p:txBody>
      </p:sp>
      <p:sp>
        <p:nvSpPr>
          <p:cNvPr id="23" name="Freeform 23">
            <a:extLst>
              <a:ext uri="{FF2B5EF4-FFF2-40B4-BE49-F238E27FC236}">
                <a16:creationId xmlns:a16="http://schemas.microsoft.com/office/drawing/2014/main" id="{73EC7DBE-211B-2E41-8A6E-992E4B4066A0}"/>
              </a:ext>
            </a:extLst>
          </p:cNvPr>
          <p:cNvSpPr>
            <a:spLocks noEditPoints="1"/>
          </p:cNvSpPr>
          <p:nvPr/>
        </p:nvSpPr>
        <p:spPr bwMode="auto">
          <a:xfrm>
            <a:off x="3760921" y="4300262"/>
            <a:ext cx="4526132" cy="1265338"/>
          </a:xfrm>
          <a:custGeom>
            <a:avLst/>
            <a:gdLst>
              <a:gd name="T0" fmla="*/ 756 w 1512"/>
              <a:gd name="T1" fmla="*/ 0 h 749"/>
              <a:gd name="T2" fmla="*/ 1512 w 1512"/>
              <a:gd name="T3" fmla="*/ 375 h 749"/>
              <a:gd name="T4" fmla="*/ 756 w 1512"/>
              <a:gd name="T5" fmla="*/ 749 h 749"/>
              <a:gd name="T6" fmla="*/ 0 w 1512"/>
              <a:gd name="T7" fmla="*/ 375 h 749"/>
              <a:gd name="T8" fmla="*/ 756 w 1512"/>
              <a:gd name="T9" fmla="*/ 0 h 749"/>
              <a:gd name="T10" fmla="*/ 300 w 1512"/>
              <a:gd name="T11" fmla="*/ 375 h 749"/>
              <a:gd name="T12" fmla="*/ 756 w 1512"/>
              <a:gd name="T13" fmla="*/ 604 h 749"/>
              <a:gd name="T14" fmla="*/ 1211 w 1512"/>
              <a:gd name="T15" fmla="*/ 375 h 749"/>
              <a:gd name="T16" fmla="*/ 756 w 1512"/>
              <a:gd name="T17" fmla="*/ 150 h 749"/>
              <a:gd name="T18" fmla="*/ 300 w 1512"/>
              <a:gd name="T19" fmla="*/ 375 h 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12" h="749">
                <a:moveTo>
                  <a:pt x="756" y="0"/>
                </a:moveTo>
                <a:lnTo>
                  <a:pt x="1512" y="375"/>
                </a:lnTo>
                <a:lnTo>
                  <a:pt x="756" y="749"/>
                </a:lnTo>
                <a:lnTo>
                  <a:pt x="0" y="375"/>
                </a:lnTo>
                <a:lnTo>
                  <a:pt x="756" y="0"/>
                </a:lnTo>
                <a:close/>
                <a:moveTo>
                  <a:pt x="300" y="375"/>
                </a:moveTo>
                <a:lnTo>
                  <a:pt x="756" y="604"/>
                </a:lnTo>
                <a:lnTo>
                  <a:pt x="1211" y="375"/>
                </a:lnTo>
                <a:lnTo>
                  <a:pt x="756" y="150"/>
                </a:lnTo>
                <a:lnTo>
                  <a:pt x="300" y="375"/>
                </a:lnTo>
                <a:close/>
              </a:path>
            </a:pathLst>
          </a:custGeom>
          <a:solidFill>
            <a:schemeClr val="accent4"/>
          </a:solidFill>
          <a:ln>
            <a:noFill/>
          </a:ln>
        </p:spPr>
        <p:txBody>
          <a:bodyPr vert="horz" wrap="square" lIns="45720" tIns="22861" rIns="45720" bIns="22861" numCol="1" anchor="t" anchorCtr="0" compatLnSpc="1">
            <a:prstTxWarp prst="textNoShape">
              <a:avLst/>
            </a:prstTxWarp>
          </a:bodyPr>
          <a:lstStyle/>
          <a:p>
            <a:endParaRPr lang="en-US" sz="901">
              <a:latin typeface="Century Gothic" panose="020B0502020202020204" pitchFamily="34" charset="0"/>
            </a:endParaRPr>
          </a:p>
        </p:txBody>
      </p:sp>
      <p:sp>
        <p:nvSpPr>
          <p:cNvPr id="25" name="Freeform 10">
            <a:extLst>
              <a:ext uri="{FF2B5EF4-FFF2-40B4-BE49-F238E27FC236}">
                <a16:creationId xmlns:a16="http://schemas.microsoft.com/office/drawing/2014/main" id="{1CDF4919-4EBE-644F-B56E-51D5AEFD261C}"/>
              </a:ext>
            </a:extLst>
          </p:cNvPr>
          <p:cNvSpPr>
            <a:spLocks/>
          </p:cNvSpPr>
          <p:nvPr/>
        </p:nvSpPr>
        <p:spPr bwMode="auto">
          <a:xfrm>
            <a:off x="4658963" y="3730230"/>
            <a:ext cx="1365024" cy="587899"/>
          </a:xfrm>
          <a:custGeom>
            <a:avLst/>
            <a:gdLst>
              <a:gd name="T0" fmla="*/ 456 w 456"/>
              <a:gd name="T1" fmla="*/ 0 h 348"/>
              <a:gd name="T2" fmla="*/ 456 w 456"/>
              <a:gd name="T3" fmla="*/ 123 h 348"/>
              <a:gd name="T4" fmla="*/ 0 w 456"/>
              <a:gd name="T5" fmla="*/ 348 h 348"/>
              <a:gd name="T6" fmla="*/ 0 w 456"/>
              <a:gd name="T7" fmla="*/ 224 h 348"/>
              <a:gd name="T8" fmla="*/ 456 w 456"/>
              <a:gd name="T9" fmla="*/ 0 h 348"/>
            </a:gdLst>
            <a:ahLst/>
            <a:cxnLst>
              <a:cxn ang="0">
                <a:pos x="T0" y="T1"/>
              </a:cxn>
              <a:cxn ang="0">
                <a:pos x="T2" y="T3"/>
              </a:cxn>
              <a:cxn ang="0">
                <a:pos x="T4" y="T5"/>
              </a:cxn>
              <a:cxn ang="0">
                <a:pos x="T6" y="T7"/>
              </a:cxn>
              <a:cxn ang="0">
                <a:pos x="T8" y="T9"/>
              </a:cxn>
            </a:cxnLst>
            <a:rect l="0" t="0" r="r" b="b"/>
            <a:pathLst>
              <a:path w="456" h="348">
                <a:moveTo>
                  <a:pt x="456" y="0"/>
                </a:moveTo>
                <a:lnTo>
                  <a:pt x="456" y="123"/>
                </a:lnTo>
                <a:lnTo>
                  <a:pt x="0" y="348"/>
                </a:lnTo>
                <a:lnTo>
                  <a:pt x="0" y="224"/>
                </a:lnTo>
                <a:lnTo>
                  <a:pt x="456" y="0"/>
                </a:lnTo>
                <a:close/>
              </a:path>
            </a:pathLst>
          </a:custGeom>
          <a:solidFill>
            <a:schemeClr val="accent3">
              <a:lumMod val="75000"/>
            </a:schemeClr>
          </a:solidFill>
          <a:ln>
            <a:noFill/>
          </a:ln>
        </p:spPr>
        <p:txBody>
          <a:bodyPr vert="horz" wrap="square" lIns="45720" tIns="22861" rIns="45720" bIns="22861" numCol="1" anchor="t" anchorCtr="0" compatLnSpc="1">
            <a:prstTxWarp prst="textNoShape">
              <a:avLst/>
            </a:prstTxWarp>
          </a:bodyPr>
          <a:lstStyle/>
          <a:p>
            <a:endParaRPr lang="en-US" sz="901">
              <a:latin typeface="Century Gothic" panose="020B0502020202020204" pitchFamily="34" charset="0"/>
            </a:endParaRPr>
          </a:p>
        </p:txBody>
      </p:sp>
      <p:sp>
        <p:nvSpPr>
          <p:cNvPr id="26" name="Freeform 11">
            <a:extLst>
              <a:ext uri="{FF2B5EF4-FFF2-40B4-BE49-F238E27FC236}">
                <a16:creationId xmlns:a16="http://schemas.microsoft.com/office/drawing/2014/main" id="{52FA26B3-4EE7-A742-9539-EF0FF90386E1}"/>
              </a:ext>
            </a:extLst>
          </p:cNvPr>
          <p:cNvSpPr>
            <a:spLocks noEditPoints="1"/>
          </p:cNvSpPr>
          <p:nvPr/>
        </p:nvSpPr>
        <p:spPr bwMode="auto">
          <a:xfrm>
            <a:off x="3760921" y="3730230"/>
            <a:ext cx="3625097" cy="1228169"/>
          </a:xfrm>
          <a:custGeom>
            <a:avLst/>
            <a:gdLst>
              <a:gd name="T0" fmla="*/ 1211 w 1211"/>
              <a:gd name="T1" fmla="*/ 224 h 727"/>
              <a:gd name="T2" fmla="*/ 1211 w 1211"/>
              <a:gd name="T3" fmla="*/ 348 h 727"/>
              <a:gd name="T4" fmla="*/ 756 w 1211"/>
              <a:gd name="T5" fmla="*/ 123 h 727"/>
              <a:gd name="T6" fmla="*/ 756 w 1211"/>
              <a:gd name="T7" fmla="*/ 0 h 727"/>
              <a:gd name="T8" fmla="*/ 1211 w 1211"/>
              <a:gd name="T9" fmla="*/ 224 h 727"/>
              <a:gd name="T10" fmla="*/ 0 w 1211"/>
              <a:gd name="T11" fmla="*/ 348 h 727"/>
              <a:gd name="T12" fmla="*/ 756 w 1211"/>
              <a:gd name="T13" fmla="*/ 727 h 727"/>
              <a:gd name="T14" fmla="*/ 756 w 1211"/>
              <a:gd name="T15" fmla="*/ 603 h 727"/>
              <a:gd name="T16" fmla="*/ 0 w 1211"/>
              <a:gd name="T17" fmla="*/ 224 h 727"/>
              <a:gd name="T18" fmla="*/ 0 w 1211"/>
              <a:gd name="T19" fmla="*/ 348 h 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1" h="727">
                <a:moveTo>
                  <a:pt x="1211" y="224"/>
                </a:moveTo>
                <a:lnTo>
                  <a:pt x="1211" y="348"/>
                </a:lnTo>
                <a:lnTo>
                  <a:pt x="756" y="123"/>
                </a:lnTo>
                <a:lnTo>
                  <a:pt x="756" y="0"/>
                </a:lnTo>
                <a:lnTo>
                  <a:pt x="1211" y="224"/>
                </a:lnTo>
                <a:close/>
                <a:moveTo>
                  <a:pt x="0" y="348"/>
                </a:moveTo>
                <a:lnTo>
                  <a:pt x="756" y="727"/>
                </a:lnTo>
                <a:lnTo>
                  <a:pt x="756" y="603"/>
                </a:lnTo>
                <a:lnTo>
                  <a:pt x="0" y="224"/>
                </a:lnTo>
                <a:lnTo>
                  <a:pt x="0" y="348"/>
                </a:lnTo>
                <a:close/>
              </a:path>
            </a:pathLst>
          </a:custGeom>
          <a:solidFill>
            <a:schemeClr val="accent3">
              <a:lumMod val="75000"/>
            </a:schemeClr>
          </a:solidFill>
          <a:ln>
            <a:noFill/>
          </a:ln>
        </p:spPr>
        <p:txBody>
          <a:bodyPr vert="horz" wrap="square" lIns="45720" tIns="22861" rIns="45720" bIns="22861" numCol="1" anchor="t" anchorCtr="0" compatLnSpc="1">
            <a:prstTxWarp prst="textNoShape">
              <a:avLst/>
            </a:prstTxWarp>
          </a:bodyPr>
          <a:lstStyle/>
          <a:p>
            <a:endParaRPr lang="en-US" sz="901">
              <a:latin typeface="Century Gothic" panose="020B0502020202020204" pitchFamily="34" charset="0"/>
            </a:endParaRPr>
          </a:p>
        </p:txBody>
      </p:sp>
      <p:sp>
        <p:nvSpPr>
          <p:cNvPr id="27" name="Freeform 12">
            <a:extLst>
              <a:ext uri="{FF2B5EF4-FFF2-40B4-BE49-F238E27FC236}">
                <a16:creationId xmlns:a16="http://schemas.microsoft.com/office/drawing/2014/main" id="{6B0CF16D-8FE0-CE47-BDA9-8DA3775C0EEE}"/>
              </a:ext>
            </a:extLst>
          </p:cNvPr>
          <p:cNvSpPr>
            <a:spLocks/>
          </p:cNvSpPr>
          <p:nvPr/>
        </p:nvSpPr>
        <p:spPr bwMode="auto">
          <a:xfrm>
            <a:off x="6023987" y="4108648"/>
            <a:ext cx="2263066" cy="849752"/>
          </a:xfrm>
          <a:custGeom>
            <a:avLst/>
            <a:gdLst>
              <a:gd name="T0" fmla="*/ 756 w 756"/>
              <a:gd name="T1" fmla="*/ 0 h 503"/>
              <a:gd name="T2" fmla="*/ 756 w 756"/>
              <a:gd name="T3" fmla="*/ 124 h 503"/>
              <a:gd name="T4" fmla="*/ 0 w 756"/>
              <a:gd name="T5" fmla="*/ 503 h 503"/>
              <a:gd name="T6" fmla="*/ 0 w 756"/>
              <a:gd name="T7" fmla="*/ 379 h 503"/>
              <a:gd name="T8" fmla="*/ 756 w 756"/>
              <a:gd name="T9" fmla="*/ 0 h 503"/>
            </a:gdLst>
            <a:ahLst/>
            <a:cxnLst>
              <a:cxn ang="0">
                <a:pos x="T0" y="T1"/>
              </a:cxn>
              <a:cxn ang="0">
                <a:pos x="T2" y="T3"/>
              </a:cxn>
              <a:cxn ang="0">
                <a:pos x="T4" y="T5"/>
              </a:cxn>
              <a:cxn ang="0">
                <a:pos x="T6" y="T7"/>
              </a:cxn>
              <a:cxn ang="0">
                <a:pos x="T8" y="T9"/>
              </a:cxn>
            </a:cxnLst>
            <a:rect l="0" t="0" r="r" b="b"/>
            <a:pathLst>
              <a:path w="756" h="503">
                <a:moveTo>
                  <a:pt x="756" y="0"/>
                </a:moveTo>
                <a:lnTo>
                  <a:pt x="756" y="124"/>
                </a:lnTo>
                <a:lnTo>
                  <a:pt x="0" y="503"/>
                </a:lnTo>
                <a:lnTo>
                  <a:pt x="0" y="379"/>
                </a:lnTo>
                <a:lnTo>
                  <a:pt x="756" y="0"/>
                </a:lnTo>
                <a:close/>
              </a:path>
            </a:pathLst>
          </a:custGeom>
          <a:solidFill>
            <a:schemeClr val="accent3">
              <a:lumMod val="75000"/>
            </a:schemeClr>
          </a:solidFill>
          <a:ln>
            <a:noFill/>
          </a:ln>
        </p:spPr>
        <p:txBody>
          <a:bodyPr vert="horz" wrap="square" lIns="45720" tIns="22861" rIns="45720" bIns="22861" numCol="1" anchor="t" anchorCtr="0" compatLnSpc="1">
            <a:prstTxWarp prst="textNoShape">
              <a:avLst/>
            </a:prstTxWarp>
          </a:bodyPr>
          <a:lstStyle/>
          <a:p>
            <a:endParaRPr lang="en-US" sz="901">
              <a:latin typeface="Century Gothic" panose="020B0502020202020204" pitchFamily="34" charset="0"/>
            </a:endParaRPr>
          </a:p>
        </p:txBody>
      </p:sp>
      <p:sp>
        <p:nvSpPr>
          <p:cNvPr id="28" name="Freeform 13">
            <a:extLst>
              <a:ext uri="{FF2B5EF4-FFF2-40B4-BE49-F238E27FC236}">
                <a16:creationId xmlns:a16="http://schemas.microsoft.com/office/drawing/2014/main" id="{D7B89768-ECC1-5448-B8C0-928EF66D2ED1}"/>
              </a:ext>
            </a:extLst>
          </p:cNvPr>
          <p:cNvSpPr>
            <a:spLocks noEditPoints="1"/>
          </p:cNvSpPr>
          <p:nvPr/>
        </p:nvSpPr>
        <p:spPr bwMode="auto">
          <a:xfrm>
            <a:off x="3760921" y="3476825"/>
            <a:ext cx="4526132" cy="1272093"/>
          </a:xfrm>
          <a:custGeom>
            <a:avLst/>
            <a:gdLst>
              <a:gd name="T0" fmla="*/ 756 w 1512"/>
              <a:gd name="T1" fmla="*/ 0 h 753"/>
              <a:gd name="T2" fmla="*/ 1512 w 1512"/>
              <a:gd name="T3" fmla="*/ 374 h 753"/>
              <a:gd name="T4" fmla="*/ 756 w 1512"/>
              <a:gd name="T5" fmla="*/ 753 h 753"/>
              <a:gd name="T6" fmla="*/ 0 w 1512"/>
              <a:gd name="T7" fmla="*/ 374 h 753"/>
              <a:gd name="T8" fmla="*/ 756 w 1512"/>
              <a:gd name="T9" fmla="*/ 0 h 753"/>
              <a:gd name="T10" fmla="*/ 300 w 1512"/>
              <a:gd name="T11" fmla="*/ 374 h 753"/>
              <a:gd name="T12" fmla="*/ 756 w 1512"/>
              <a:gd name="T13" fmla="*/ 603 h 753"/>
              <a:gd name="T14" fmla="*/ 1211 w 1512"/>
              <a:gd name="T15" fmla="*/ 374 h 753"/>
              <a:gd name="T16" fmla="*/ 756 w 1512"/>
              <a:gd name="T17" fmla="*/ 150 h 753"/>
              <a:gd name="T18" fmla="*/ 300 w 1512"/>
              <a:gd name="T19" fmla="*/ 374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12" h="753">
                <a:moveTo>
                  <a:pt x="756" y="0"/>
                </a:moveTo>
                <a:lnTo>
                  <a:pt x="1512" y="374"/>
                </a:lnTo>
                <a:lnTo>
                  <a:pt x="756" y="753"/>
                </a:lnTo>
                <a:lnTo>
                  <a:pt x="0" y="374"/>
                </a:lnTo>
                <a:lnTo>
                  <a:pt x="756" y="0"/>
                </a:lnTo>
                <a:close/>
                <a:moveTo>
                  <a:pt x="300" y="374"/>
                </a:moveTo>
                <a:lnTo>
                  <a:pt x="756" y="603"/>
                </a:lnTo>
                <a:lnTo>
                  <a:pt x="1211" y="374"/>
                </a:lnTo>
                <a:lnTo>
                  <a:pt x="756" y="150"/>
                </a:lnTo>
                <a:lnTo>
                  <a:pt x="300" y="374"/>
                </a:lnTo>
                <a:close/>
              </a:path>
            </a:pathLst>
          </a:custGeom>
          <a:solidFill>
            <a:schemeClr val="accent3"/>
          </a:solidFill>
          <a:ln>
            <a:noFill/>
          </a:ln>
        </p:spPr>
        <p:txBody>
          <a:bodyPr vert="horz" wrap="square" lIns="45720" tIns="22861" rIns="45720" bIns="22861" numCol="1" anchor="t" anchorCtr="0" compatLnSpc="1">
            <a:prstTxWarp prst="textNoShape">
              <a:avLst/>
            </a:prstTxWarp>
          </a:bodyPr>
          <a:lstStyle/>
          <a:p>
            <a:endParaRPr lang="en-US" sz="901">
              <a:latin typeface="Century Gothic" panose="020B0502020202020204" pitchFamily="34" charset="0"/>
            </a:endParaRPr>
          </a:p>
        </p:txBody>
      </p:sp>
      <p:sp>
        <p:nvSpPr>
          <p:cNvPr id="30" name="Freeform 25">
            <a:extLst>
              <a:ext uri="{FF2B5EF4-FFF2-40B4-BE49-F238E27FC236}">
                <a16:creationId xmlns:a16="http://schemas.microsoft.com/office/drawing/2014/main" id="{015AA705-BE4F-2B48-952A-C949D0C57795}"/>
              </a:ext>
            </a:extLst>
          </p:cNvPr>
          <p:cNvSpPr>
            <a:spLocks/>
          </p:cNvSpPr>
          <p:nvPr/>
        </p:nvSpPr>
        <p:spPr bwMode="auto">
          <a:xfrm>
            <a:off x="4658963" y="2906790"/>
            <a:ext cx="1365024" cy="594657"/>
          </a:xfrm>
          <a:custGeom>
            <a:avLst/>
            <a:gdLst>
              <a:gd name="T0" fmla="*/ 456 w 456"/>
              <a:gd name="T1" fmla="*/ 0 h 352"/>
              <a:gd name="T2" fmla="*/ 456 w 456"/>
              <a:gd name="T3" fmla="*/ 123 h 352"/>
              <a:gd name="T4" fmla="*/ 0 w 456"/>
              <a:gd name="T5" fmla="*/ 352 h 352"/>
              <a:gd name="T6" fmla="*/ 0 w 456"/>
              <a:gd name="T7" fmla="*/ 229 h 352"/>
              <a:gd name="T8" fmla="*/ 456 w 456"/>
              <a:gd name="T9" fmla="*/ 0 h 352"/>
            </a:gdLst>
            <a:ahLst/>
            <a:cxnLst>
              <a:cxn ang="0">
                <a:pos x="T0" y="T1"/>
              </a:cxn>
              <a:cxn ang="0">
                <a:pos x="T2" y="T3"/>
              </a:cxn>
              <a:cxn ang="0">
                <a:pos x="T4" y="T5"/>
              </a:cxn>
              <a:cxn ang="0">
                <a:pos x="T6" y="T7"/>
              </a:cxn>
              <a:cxn ang="0">
                <a:pos x="T8" y="T9"/>
              </a:cxn>
            </a:cxnLst>
            <a:rect l="0" t="0" r="r" b="b"/>
            <a:pathLst>
              <a:path w="456" h="352">
                <a:moveTo>
                  <a:pt x="456" y="0"/>
                </a:moveTo>
                <a:lnTo>
                  <a:pt x="456" y="123"/>
                </a:lnTo>
                <a:lnTo>
                  <a:pt x="0" y="352"/>
                </a:lnTo>
                <a:lnTo>
                  <a:pt x="0" y="229"/>
                </a:lnTo>
                <a:lnTo>
                  <a:pt x="456" y="0"/>
                </a:lnTo>
                <a:close/>
              </a:path>
            </a:pathLst>
          </a:custGeom>
          <a:solidFill>
            <a:schemeClr val="accent1">
              <a:lumMod val="75000"/>
            </a:schemeClr>
          </a:solidFill>
          <a:ln>
            <a:noFill/>
          </a:ln>
        </p:spPr>
        <p:txBody>
          <a:bodyPr vert="horz" wrap="square" lIns="45720" tIns="22861" rIns="45720" bIns="22861" numCol="1" anchor="t" anchorCtr="0" compatLnSpc="1">
            <a:prstTxWarp prst="textNoShape">
              <a:avLst/>
            </a:prstTxWarp>
          </a:bodyPr>
          <a:lstStyle/>
          <a:p>
            <a:endParaRPr lang="en-US" sz="901">
              <a:latin typeface="Century Gothic" panose="020B0502020202020204" pitchFamily="34" charset="0"/>
            </a:endParaRPr>
          </a:p>
        </p:txBody>
      </p:sp>
      <p:sp>
        <p:nvSpPr>
          <p:cNvPr id="31" name="Freeform 26">
            <a:extLst>
              <a:ext uri="{FF2B5EF4-FFF2-40B4-BE49-F238E27FC236}">
                <a16:creationId xmlns:a16="http://schemas.microsoft.com/office/drawing/2014/main" id="{3BF885D9-3B03-AA4A-B648-07C1B6169CA4}"/>
              </a:ext>
            </a:extLst>
          </p:cNvPr>
          <p:cNvSpPr>
            <a:spLocks noEditPoints="1"/>
          </p:cNvSpPr>
          <p:nvPr/>
        </p:nvSpPr>
        <p:spPr bwMode="auto">
          <a:xfrm>
            <a:off x="3760921" y="2906790"/>
            <a:ext cx="3625097" cy="1228169"/>
          </a:xfrm>
          <a:custGeom>
            <a:avLst/>
            <a:gdLst>
              <a:gd name="T0" fmla="*/ 1211 w 1211"/>
              <a:gd name="T1" fmla="*/ 229 h 727"/>
              <a:gd name="T2" fmla="*/ 1211 w 1211"/>
              <a:gd name="T3" fmla="*/ 352 h 727"/>
              <a:gd name="T4" fmla="*/ 756 w 1211"/>
              <a:gd name="T5" fmla="*/ 123 h 727"/>
              <a:gd name="T6" fmla="*/ 756 w 1211"/>
              <a:gd name="T7" fmla="*/ 0 h 727"/>
              <a:gd name="T8" fmla="*/ 1211 w 1211"/>
              <a:gd name="T9" fmla="*/ 229 h 727"/>
              <a:gd name="T10" fmla="*/ 0 w 1211"/>
              <a:gd name="T11" fmla="*/ 352 h 727"/>
              <a:gd name="T12" fmla="*/ 756 w 1211"/>
              <a:gd name="T13" fmla="*/ 727 h 727"/>
              <a:gd name="T14" fmla="*/ 756 w 1211"/>
              <a:gd name="T15" fmla="*/ 603 h 727"/>
              <a:gd name="T16" fmla="*/ 0 w 1211"/>
              <a:gd name="T17" fmla="*/ 229 h 727"/>
              <a:gd name="T18" fmla="*/ 0 w 1211"/>
              <a:gd name="T19" fmla="*/ 352 h 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1" h="727">
                <a:moveTo>
                  <a:pt x="1211" y="229"/>
                </a:moveTo>
                <a:lnTo>
                  <a:pt x="1211" y="352"/>
                </a:lnTo>
                <a:lnTo>
                  <a:pt x="756" y="123"/>
                </a:lnTo>
                <a:lnTo>
                  <a:pt x="756" y="0"/>
                </a:lnTo>
                <a:lnTo>
                  <a:pt x="1211" y="229"/>
                </a:lnTo>
                <a:close/>
                <a:moveTo>
                  <a:pt x="0" y="352"/>
                </a:moveTo>
                <a:lnTo>
                  <a:pt x="756" y="727"/>
                </a:lnTo>
                <a:lnTo>
                  <a:pt x="756" y="603"/>
                </a:lnTo>
                <a:lnTo>
                  <a:pt x="0" y="229"/>
                </a:lnTo>
                <a:lnTo>
                  <a:pt x="0" y="352"/>
                </a:lnTo>
                <a:close/>
              </a:path>
            </a:pathLst>
          </a:custGeom>
          <a:solidFill>
            <a:schemeClr val="accent1">
              <a:lumMod val="75000"/>
            </a:schemeClr>
          </a:solidFill>
          <a:ln>
            <a:noFill/>
          </a:ln>
        </p:spPr>
        <p:txBody>
          <a:bodyPr vert="horz" wrap="square" lIns="45720" tIns="22861" rIns="45720" bIns="22861" numCol="1" anchor="t" anchorCtr="0" compatLnSpc="1">
            <a:prstTxWarp prst="textNoShape">
              <a:avLst/>
            </a:prstTxWarp>
          </a:bodyPr>
          <a:lstStyle/>
          <a:p>
            <a:endParaRPr lang="en-US" sz="901">
              <a:latin typeface="Century Gothic" panose="020B0502020202020204" pitchFamily="34" charset="0"/>
            </a:endParaRPr>
          </a:p>
        </p:txBody>
      </p:sp>
      <p:sp>
        <p:nvSpPr>
          <p:cNvPr id="32" name="Freeform 27">
            <a:extLst>
              <a:ext uri="{FF2B5EF4-FFF2-40B4-BE49-F238E27FC236}">
                <a16:creationId xmlns:a16="http://schemas.microsoft.com/office/drawing/2014/main" id="{0348CA32-8FD1-CF43-A46F-BCB68C8F5501}"/>
              </a:ext>
            </a:extLst>
          </p:cNvPr>
          <p:cNvSpPr>
            <a:spLocks/>
          </p:cNvSpPr>
          <p:nvPr/>
        </p:nvSpPr>
        <p:spPr bwMode="auto">
          <a:xfrm>
            <a:off x="6023987" y="3293655"/>
            <a:ext cx="2263066" cy="841304"/>
          </a:xfrm>
          <a:custGeom>
            <a:avLst/>
            <a:gdLst>
              <a:gd name="T0" fmla="*/ 756 w 756"/>
              <a:gd name="T1" fmla="*/ 0 h 498"/>
              <a:gd name="T2" fmla="*/ 756 w 756"/>
              <a:gd name="T3" fmla="*/ 123 h 498"/>
              <a:gd name="T4" fmla="*/ 0 w 756"/>
              <a:gd name="T5" fmla="*/ 498 h 498"/>
              <a:gd name="T6" fmla="*/ 0 w 756"/>
              <a:gd name="T7" fmla="*/ 374 h 498"/>
              <a:gd name="T8" fmla="*/ 756 w 756"/>
              <a:gd name="T9" fmla="*/ 0 h 498"/>
            </a:gdLst>
            <a:ahLst/>
            <a:cxnLst>
              <a:cxn ang="0">
                <a:pos x="T0" y="T1"/>
              </a:cxn>
              <a:cxn ang="0">
                <a:pos x="T2" y="T3"/>
              </a:cxn>
              <a:cxn ang="0">
                <a:pos x="T4" y="T5"/>
              </a:cxn>
              <a:cxn ang="0">
                <a:pos x="T6" y="T7"/>
              </a:cxn>
              <a:cxn ang="0">
                <a:pos x="T8" y="T9"/>
              </a:cxn>
            </a:cxnLst>
            <a:rect l="0" t="0" r="r" b="b"/>
            <a:pathLst>
              <a:path w="756" h="498">
                <a:moveTo>
                  <a:pt x="756" y="0"/>
                </a:moveTo>
                <a:lnTo>
                  <a:pt x="756" y="123"/>
                </a:lnTo>
                <a:lnTo>
                  <a:pt x="0" y="498"/>
                </a:lnTo>
                <a:lnTo>
                  <a:pt x="0" y="374"/>
                </a:lnTo>
                <a:lnTo>
                  <a:pt x="756" y="0"/>
                </a:lnTo>
                <a:close/>
              </a:path>
            </a:pathLst>
          </a:custGeom>
          <a:solidFill>
            <a:schemeClr val="accent1">
              <a:lumMod val="75000"/>
            </a:schemeClr>
          </a:solidFill>
          <a:ln>
            <a:noFill/>
          </a:ln>
        </p:spPr>
        <p:txBody>
          <a:bodyPr vert="horz" wrap="square" lIns="45720" tIns="22861" rIns="45720" bIns="22861" numCol="1" anchor="t" anchorCtr="0" compatLnSpc="1">
            <a:prstTxWarp prst="textNoShape">
              <a:avLst/>
            </a:prstTxWarp>
          </a:bodyPr>
          <a:lstStyle/>
          <a:p>
            <a:endParaRPr lang="en-US" sz="901">
              <a:latin typeface="Century Gothic" panose="020B0502020202020204" pitchFamily="34" charset="0"/>
            </a:endParaRPr>
          </a:p>
        </p:txBody>
      </p:sp>
      <p:sp>
        <p:nvSpPr>
          <p:cNvPr id="34" name="Freeform 28">
            <a:extLst>
              <a:ext uri="{FF2B5EF4-FFF2-40B4-BE49-F238E27FC236}">
                <a16:creationId xmlns:a16="http://schemas.microsoft.com/office/drawing/2014/main" id="{F5149EAD-494B-1A47-B850-7FB26D08B6AD}"/>
              </a:ext>
            </a:extLst>
          </p:cNvPr>
          <p:cNvSpPr>
            <a:spLocks noEditPoints="1"/>
          </p:cNvSpPr>
          <p:nvPr/>
        </p:nvSpPr>
        <p:spPr bwMode="auto">
          <a:xfrm>
            <a:off x="3760921" y="2653385"/>
            <a:ext cx="4526132" cy="1272093"/>
          </a:xfrm>
          <a:custGeom>
            <a:avLst/>
            <a:gdLst>
              <a:gd name="T0" fmla="*/ 756 w 1512"/>
              <a:gd name="T1" fmla="*/ 0 h 753"/>
              <a:gd name="T2" fmla="*/ 1512 w 1512"/>
              <a:gd name="T3" fmla="*/ 379 h 753"/>
              <a:gd name="T4" fmla="*/ 756 w 1512"/>
              <a:gd name="T5" fmla="*/ 753 h 753"/>
              <a:gd name="T6" fmla="*/ 0 w 1512"/>
              <a:gd name="T7" fmla="*/ 379 h 753"/>
              <a:gd name="T8" fmla="*/ 756 w 1512"/>
              <a:gd name="T9" fmla="*/ 0 h 753"/>
              <a:gd name="T10" fmla="*/ 300 w 1512"/>
              <a:gd name="T11" fmla="*/ 379 h 753"/>
              <a:gd name="T12" fmla="*/ 756 w 1512"/>
              <a:gd name="T13" fmla="*/ 603 h 753"/>
              <a:gd name="T14" fmla="*/ 1211 w 1512"/>
              <a:gd name="T15" fmla="*/ 379 h 753"/>
              <a:gd name="T16" fmla="*/ 756 w 1512"/>
              <a:gd name="T17" fmla="*/ 150 h 753"/>
              <a:gd name="T18" fmla="*/ 300 w 1512"/>
              <a:gd name="T19" fmla="*/ 379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12" h="753">
                <a:moveTo>
                  <a:pt x="756" y="0"/>
                </a:moveTo>
                <a:lnTo>
                  <a:pt x="1512" y="379"/>
                </a:lnTo>
                <a:lnTo>
                  <a:pt x="756" y="753"/>
                </a:lnTo>
                <a:lnTo>
                  <a:pt x="0" y="379"/>
                </a:lnTo>
                <a:lnTo>
                  <a:pt x="756" y="0"/>
                </a:lnTo>
                <a:close/>
                <a:moveTo>
                  <a:pt x="300" y="379"/>
                </a:moveTo>
                <a:lnTo>
                  <a:pt x="756" y="603"/>
                </a:lnTo>
                <a:lnTo>
                  <a:pt x="1211" y="379"/>
                </a:lnTo>
                <a:lnTo>
                  <a:pt x="756" y="150"/>
                </a:lnTo>
                <a:lnTo>
                  <a:pt x="300" y="379"/>
                </a:lnTo>
                <a:close/>
              </a:path>
            </a:pathLst>
          </a:custGeom>
          <a:solidFill>
            <a:schemeClr val="accent1"/>
          </a:solidFill>
          <a:ln>
            <a:noFill/>
          </a:ln>
        </p:spPr>
        <p:txBody>
          <a:bodyPr vert="horz" wrap="square" lIns="45720" tIns="22861" rIns="45720" bIns="22861" numCol="1" anchor="t" anchorCtr="0" compatLnSpc="1">
            <a:prstTxWarp prst="textNoShape">
              <a:avLst/>
            </a:prstTxWarp>
          </a:bodyPr>
          <a:lstStyle/>
          <a:p>
            <a:endParaRPr lang="en-US" sz="901">
              <a:latin typeface="Century Gothic" panose="020B0502020202020204" pitchFamily="34" charset="0"/>
            </a:endParaRPr>
          </a:p>
        </p:txBody>
      </p:sp>
      <p:sp>
        <p:nvSpPr>
          <p:cNvPr id="37" name="Freeform 15">
            <a:extLst>
              <a:ext uri="{FF2B5EF4-FFF2-40B4-BE49-F238E27FC236}">
                <a16:creationId xmlns:a16="http://schemas.microsoft.com/office/drawing/2014/main" id="{ECBB8DC0-88C7-944D-9FB1-CF74FD9522CE}"/>
              </a:ext>
            </a:extLst>
          </p:cNvPr>
          <p:cNvSpPr>
            <a:spLocks/>
          </p:cNvSpPr>
          <p:nvPr/>
        </p:nvSpPr>
        <p:spPr bwMode="auto">
          <a:xfrm>
            <a:off x="4658963" y="2090112"/>
            <a:ext cx="1365024" cy="587901"/>
          </a:xfrm>
          <a:custGeom>
            <a:avLst/>
            <a:gdLst>
              <a:gd name="T0" fmla="*/ 456 w 456"/>
              <a:gd name="T1" fmla="*/ 0 h 348"/>
              <a:gd name="T2" fmla="*/ 456 w 456"/>
              <a:gd name="T3" fmla="*/ 119 h 348"/>
              <a:gd name="T4" fmla="*/ 0 w 456"/>
              <a:gd name="T5" fmla="*/ 348 h 348"/>
              <a:gd name="T6" fmla="*/ 0 w 456"/>
              <a:gd name="T7" fmla="*/ 225 h 348"/>
              <a:gd name="T8" fmla="*/ 456 w 456"/>
              <a:gd name="T9" fmla="*/ 0 h 348"/>
            </a:gdLst>
            <a:ahLst/>
            <a:cxnLst>
              <a:cxn ang="0">
                <a:pos x="T0" y="T1"/>
              </a:cxn>
              <a:cxn ang="0">
                <a:pos x="T2" y="T3"/>
              </a:cxn>
              <a:cxn ang="0">
                <a:pos x="T4" y="T5"/>
              </a:cxn>
              <a:cxn ang="0">
                <a:pos x="T6" y="T7"/>
              </a:cxn>
              <a:cxn ang="0">
                <a:pos x="T8" y="T9"/>
              </a:cxn>
            </a:cxnLst>
            <a:rect l="0" t="0" r="r" b="b"/>
            <a:pathLst>
              <a:path w="456" h="348">
                <a:moveTo>
                  <a:pt x="456" y="0"/>
                </a:moveTo>
                <a:lnTo>
                  <a:pt x="456" y="119"/>
                </a:lnTo>
                <a:lnTo>
                  <a:pt x="0" y="348"/>
                </a:lnTo>
                <a:lnTo>
                  <a:pt x="0" y="225"/>
                </a:lnTo>
                <a:lnTo>
                  <a:pt x="456" y="0"/>
                </a:lnTo>
                <a:close/>
              </a:path>
            </a:pathLst>
          </a:custGeom>
          <a:solidFill>
            <a:schemeClr val="tx1"/>
          </a:solidFill>
          <a:ln>
            <a:noFill/>
          </a:ln>
        </p:spPr>
        <p:txBody>
          <a:bodyPr vert="horz" wrap="square" lIns="45720" tIns="22861" rIns="45720" bIns="22861" numCol="1" anchor="t" anchorCtr="0" compatLnSpc="1">
            <a:prstTxWarp prst="textNoShape">
              <a:avLst/>
            </a:prstTxWarp>
          </a:bodyPr>
          <a:lstStyle/>
          <a:p>
            <a:endParaRPr lang="en-US" sz="901">
              <a:latin typeface="Century Gothic" panose="020B0502020202020204" pitchFamily="34" charset="0"/>
            </a:endParaRPr>
          </a:p>
        </p:txBody>
      </p:sp>
      <p:sp>
        <p:nvSpPr>
          <p:cNvPr id="38" name="Freeform 16">
            <a:extLst>
              <a:ext uri="{FF2B5EF4-FFF2-40B4-BE49-F238E27FC236}">
                <a16:creationId xmlns:a16="http://schemas.microsoft.com/office/drawing/2014/main" id="{CEEFEC1F-D146-A74C-A0A8-B22CB44F0D23}"/>
              </a:ext>
            </a:extLst>
          </p:cNvPr>
          <p:cNvSpPr>
            <a:spLocks noEditPoints="1"/>
          </p:cNvSpPr>
          <p:nvPr/>
        </p:nvSpPr>
        <p:spPr bwMode="auto">
          <a:xfrm>
            <a:off x="3760921" y="2090112"/>
            <a:ext cx="3625097" cy="1221414"/>
          </a:xfrm>
          <a:custGeom>
            <a:avLst/>
            <a:gdLst>
              <a:gd name="T0" fmla="*/ 1211 w 1211"/>
              <a:gd name="T1" fmla="*/ 225 h 723"/>
              <a:gd name="T2" fmla="*/ 1211 w 1211"/>
              <a:gd name="T3" fmla="*/ 348 h 723"/>
              <a:gd name="T4" fmla="*/ 756 w 1211"/>
              <a:gd name="T5" fmla="*/ 119 h 723"/>
              <a:gd name="T6" fmla="*/ 756 w 1211"/>
              <a:gd name="T7" fmla="*/ 0 h 723"/>
              <a:gd name="T8" fmla="*/ 1211 w 1211"/>
              <a:gd name="T9" fmla="*/ 225 h 723"/>
              <a:gd name="T10" fmla="*/ 0 w 1211"/>
              <a:gd name="T11" fmla="*/ 348 h 723"/>
              <a:gd name="T12" fmla="*/ 756 w 1211"/>
              <a:gd name="T13" fmla="*/ 723 h 723"/>
              <a:gd name="T14" fmla="*/ 756 w 1211"/>
              <a:gd name="T15" fmla="*/ 604 h 723"/>
              <a:gd name="T16" fmla="*/ 0 w 1211"/>
              <a:gd name="T17" fmla="*/ 225 h 723"/>
              <a:gd name="T18" fmla="*/ 0 w 1211"/>
              <a:gd name="T19" fmla="*/ 348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1" h="723">
                <a:moveTo>
                  <a:pt x="1211" y="225"/>
                </a:moveTo>
                <a:lnTo>
                  <a:pt x="1211" y="348"/>
                </a:lnTo>
                <a:lnTo>
                  <a:pt x="756" y="119"/>
                </a:lnTo>
                <a:lnTo>
                  <a:pt x="756" y="0"/>
                </a:lnTo>
                <a:lnTo>
                  <a:pt x="1211" y="225"/>
                </a:lnTo>
                <a:close/>
                <a:moveTo>
                  <a:pt x="0" y="348"/>
                </a:moveTo>
                <a:lnTo>
                  <a:pt x="756" y="723"/>
                </a:lnTo>
                <a:lnTo>
                  <a:pt x="756" y="604"/>
                </a:lnTo>
                <a:lnTo>
                  <a:pt x="0" y="225"/>
                </a:lnTo>
                <a:lnTo>
                  <a:pt x="0" y="348"/>
                </a:lnTo>
                <a:close/>
              </a:path>
            </a:pathLst>
          </a:custGeom>
          <a:solidFill>
            <a:schemeClr val="tx1"/>
          </a:solidFill>
          <a:ln>
            <a:noFill/>
          </a:ln>
        </p:spPr>
        <p:txBody>
          <a:bodyPr vert="horz" wrap="square" lIns="45720" tIns="22861" rIns="45720" bIns="22861" numCol="1" anchor="t" anchorCtr="0" compatLnSpc="1">
            <a:prstTxWarp prst="textNoShape">
              <a:avLst/>
            </a:prstTxWarp>
          </a:bodyPr>
          <a:lstStyle/>
          <a:p>
            <a:endParaRPr lang="en-US" sz="901">
              <a:latin typeface="Century Gothic" panose="020B0502020202020204" pitchFamily="34" charset="0"/>
            </a:endParaRPr>
          </a:p>
        </p:txBody>
      </p:sp>
      <p:sp>
        <p:nvSpPr>
          <p:cNvPr id="40" name="Freeform 17">
            <a:extLst>
              <a:ext uri="{FF2B5EF4-FFF2-40B4-BE49-F238E27FC236}">
                <a16:creationId xmlns:a16="http://schemas.microsoft.com/office/drawing/2014/main" id="{82CABBFC-F447-5243-BF55-711622354FAC}"/>
              </a:ext>
            </a:extLst>
          </p:cNvPr>
          <p:cNvSpPr>
            <a:spLocks/>
          </p:cNvSpPr>
          <p:nvPr/>
        </p:nvSpPr>
        <p:spPr bwMode="auto">
          <a:xfrm>
            <a:off x="6023987" y="2470220"/>
            <a:ext cx="2263066" cy="841306"/>
          </a:xfrm>
          <a:custGeom>
            <a:avLst/>
            <a:gdLst>
              <a:gd name="T0" fmla="*/ 756 w 756"/>
              <a:gd name="T1" fmla="*/ 0 h 498"/>
              <a:gd name="T2" fmla="*/ 756 w 756"/>
              <a:gd name="T3" fmla="*/ 123 h 498"/>
              <a:gd name="T4" fmla="*/ 0 w 756"/>
              <a:gd name="T5" fmla="*/ 498 h 498"/>
              <a:gd name="T6" fmla="*/ 0 w 756"/>
              <a:gd name="T7" fmla="*/ 379 h 498"/>
              <a:gd name="T8" fmla="*/ 756 w 756"/>
              <a:gd name="T9" fmla="*/ 0 h 498"/>
            </a:gdLst>
            <a:ahLst/>
            <a:cxnLst>
              <a:cxn ang="0">
                <a:pos x="T0" y="T1"/>
              </a:cxn>
              <a:cxn ang="0">
                <a:pos x="T2" y="T3"/>
              </a:cxn>
              <a:cxn ang="0">
                <a:pos x="T4" y="T5"/>
              </a:cxn>
              <a:cxn ang="0">
                <a:pos x="T6" y="T7"/>
              </a:cxn>
              <a:cxn ang="0">
                <a:pos x="T8" y="T9"/>
              </a:cxn>
            </a:cxnLst>
            <a:rect l="0" t="0" r="r" b="b"/>
            <a:pathLst>
              <a:path w="756" h="498">
                <a:moveTo>
                  <a:pt x="756" y="0"/>
                </a:moveTo>
                <a:lnTo>
                  <a:pt x="756" y="123"/>
                </a:lnTo>
                <a:lnTo>
                  <a:pt x="0" y="498"/>
                </a:lnTo>
                <a:lnTo>
                  <a:pt x="0" y="379"/>
                </a:lnTo>
                <a:lnTo>
                  <a:pt x="756" y="0"/>
                </a:lnTo>
                <a:close/>
              </a:path>
            </a:pathLst>
          </a:custGeom>
          <a:solidFill>
            <a:schemeClr val="tx1"/>
          </a:solidFill>
          <a:ln>
            <a:noFill/>
          </a:ln>
        </p:spPr>
        <p:txBody>
          <a:bodyPr vert="horz" wrap="square" lIns="45720" tIns="22861" rIns="45720" bIns="22861" numCol="1" anchor="t" anchorCtr="0" compatLnSpc="1">
            <a:prstTxWarp prst="textNoShape">
              <a:avLst/>
            </a:prstTxWarp>
          </a:bodyPr>
          <a:lstStyle/>
          <a:p>
            <a:endParaRPr lang="en-US" sz="901">
              <a:latin typeface="Century Gothic" panose="020B0502020202020204" pitchFamily="34" charset="0"/>
            </a:endParaRPr>
          </a:p>
        </p:txBody>
      </p:sp>
      <p:sp>
        <p:nvSpPr>
          <p:cNvPr id="41" name="Freeform 18">
            <a:extLst>
              <a:ext uri="{FF2B5EF4-FFF2-40B4-BE49-F238E27FC236}">
                <a16:creationId xmlns:a16="http://schemas.microsoft.com/office/drawing/2014/main" id="{A1A914F7-5AC5-BF46-84CB-FC1D98223AE6}"/>
              </a:ext>
            </a:extLst>
          </p:cNvPr>
          <p:cNvSpPr>
            <a:spLocks noEditPoints="1"/>
          </p:cNvSpPr>
          <p:nvPr/>
        </p:nvSpPr>
        <p:spPr bwMode="auto">
          <a:xfrm>
            <a:off x="3760921" y="1838396"/>
            <a:ext cx="4526132" cy="1272095"/>
          </a:xfrm>
          <a:custGeom>
            <a:avLst/>
            <a:gdLst>
              <a:gd name="T0" fmla="*/ 756 w 1512"/>
              <a:gd name="T1" fmla="*/ 0 h 753"/>
              <a:gd name="T2" fmla="*/ 1512 w 1512"/>
              <a:gd name="T3" fmla="*/ 374 h 753"/>
              <a:gd name="T4" fmla="*/ 756 w 1512"/>
              <a:gd name="T5" fmla="*/ 753 h 753"/>
              <a:gd name="T6" fmla="*/ 0 w 1512"/>
              <a:gd name="T7" fmla="*/ 374 h 753"/>
              <a:gd name="T8" fmla="*/ 756 w 1512"/>
              <a:gd name="T9" fmla="*/ 0 h 753"/>
              <a:gd name="T10" fmla="*/ 300 w 1512"/>
              <a:gd name="T11" fmla="*/ 374 h 753"/>
              <a:gd name="T12" fmla="*/ 756 w 1512"/>
              <a:gd name="T13" fmla="*/ 603 h 753"/>
              <a:gd name="T14" fmla="*/ 1211 w 1512"/>
              <a:gd name="T15" fmla="*/ 374 h 753"/>
              <a:gd name="T16" fmla="*/ 756 w 1512"/>
              <a:gd name="T17" fmla="*/ 149 h 753"/>
              <a:gd name="T18" fmla="*/ 300 w 1512"/>
              <a:gd name="T19" fmla="*/ 374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12" h="753">
                <a:moveTo>
                  <a:pt x="756" y="0"/>
                </a:moveTo>
                <a:lnTo>
                  <a:pt x="1512" y="374"/>
                </a:lnTo>
                <a:lnTo>
                  <a:pt x="756" y="753"/>
                </a:lnTo>
                <a:lnTo>
                  <a:pt x="0" y="374"/>
                </a:lnTo>
                <a:lnTo>
                  <a:pt x="756" y="0"/>
                </a:lnTo>
                <a:close/>
                <a:moveTo>
                  <a:pt x="300" y="374"/>
                </a:moveTo>
                <a:lnTo>
                  <a:pt x="756" y="603"/>
                </a:lnTo>
                <a:lnTo>
                  <a:pt x="1211" y="374"/>
                </a:lnTo>
                <a:lnTo>
                  <a:pt x="756" y="149"/>
                </a:lnTo>
                <a:lnTo>
                  <a:pt x="300" y="374"/>
                </a:lnTo>
                <a:close/>
              </a:path>
            </a:pathLst>
          </a:custGeom>
          <a:solidFill>
            <a:schemeClr val="tx2"/>
          </a:solidFill>
          <a:ln>
            <a:noFill/>
          </a:ln>
        </p:spPr>
        <p:txBody>
          <a:bodyPr vert="horz" wrap="square" lIns="45720" tIns="22861" rIns="45720" bIns="22861" numCol="1" anchor="t" anchorCtr="0" compatLnSpc="1">
            <a:prstTxWarp prst="textNoShape">
              <a:avLst/>
            </a:prstTxWarp>
          </a:bodyPr>
          <a:lstStyle/>
          <a:p>
            <a:endParaRPr lang="en-US" sz="901">
              <a:latin typeface="Century Gothic" panose="020B0502020202020204" pitchFamily="34" charset="0"/>
            </a:endParaRPr>
          </a:p>
        </p:txBody>
      </p:sp>
      <p:sp>
        <p:nvSpPr>
          <p:cNvPr id="49" name="Marcador de texto 45">
            <a:extLst>
              <a:ext uri="{FF2B5EF4-FFF2-40B4-BE49-F238E27FC236}">
                <a16:creationId xmlns:a16="http://schemas.microsoft.com/office/drawing/2014/main" id="{8F062543-BC2E-8949-87EF-C70B17D9906C}"/>
              </a:ext>
            </a:extLst>
          </p:cNvPr>
          <p:cNvSpPr>
            <a:spLocks noGrp="1"/>
          </p:cNvSpPr>
          <p:nvPr>
            <p:ph type="body" sz="quarter" idx="31" hasCustomPrompt="1"/>
          </p:nvPr>
        </p:nvSpPr>
        <p:spPr>
          <a:xfrm>
            <a:off x="9657434" y="1628800"/>
            <a:ext cx="2158247" cy="243632"/>
          </a:xfrm>
          <a:prstGeom prst="rect">
            <a:avLst/>
          </a:prstGeom>
        </p:spPr>
        <p:txBody>
          <a:bodyPr lIns="0" tIns="0" rIns="0" bIns="0" anchor="t"/>
          <a:lstStyle>
            <a:lvl1pPr marL="0" indent="0" algn="l">
              <a:buFont typeface="Arial" panose="020B0604020202020204" pitchFamily="34" charset="0"/>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0" name="Marcador de texto 45">
            <a:extLst>
              <a:ext uri="{FF2B5EF4-FFF2-40B4-BE49-F238E27FC236}">
                <a16:creationId xmlns:a16="http://schemas.microsoft.com/office/drawing/2014/main" id="{E97C4706-0E4C-9845-B7BD-ECF9614666A1}"/>
              </a:ext>
            </a:extLst>
          </p:cNvPr>
          <p:cNvSpPr>
            <a:spLocks noGrp="1"/>
          </p:cNvSpPr>
          <p:nvPr>
            <p:ph type="body" sz="quarter" idx="32" hasCustomPrompt="1"/>
          </p:nvPr>
        </p:nvSpPr>
        <p:spPr>
          <a:xfrm>
            <a:off x="9657433" y="1963427"/>
            <a:ext cx="2158247" cy="461665"/>
          </a:xfrm>
          <a:prstGeom prst="rect">
            <a:avLst/>
          </a:prstGeom>
        </p:spPr>
        <p:txBody>
          <a:bodyPr wrap="square" lIns="0" tIns="0" rIns="0" bIns="0" anchor="t">
            <a:spAutoFit/>
          </a:bodyPr>
          <a:lstStyle>
            <a:lvl1pPr marL="0" indent="0" algn="l">
              <a:lnSpc>
                <a:spcPct val="100000"/>
              </a:lnSpc>
              <a:buClr>
                <a:schemeClr val="accent3"/>
              </a:buClr>
              <a:buFont typeface="Arial" panose="020B0604020202020204" pitchFamily="34" charse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51" name="Rectángulo 50">
            <a:extLst>
              <a:ext uri="{FF2B5EF4-FFF2-40B4-BE49-F238E27FC236}">
                <a16:creationId xmlns:a16="http://schemas.microsoft.com/office/drawing/2014/main" id="{F6BFC7FD-E6F3-2146-9C7A-4A31713DC567}"/>
              </a:ext>
            </a:extLst>
          </p:cNvPr>
          <p:cNvSpPr/>
          <p:nvPr userDrawn="1"/>
        </p:nvSpPr>
        <p:spPr>
          <a:xfrm>
            <a:off x="9067841" y="1628799"/>
            <a:ext cx="45723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52" name="Marcador de texto 45">
            <a:extLst>
              <a:ext uri="{FF2B5EF4-FFF2-40B4-BE49-F238E27FC236}">
                <a16:creationId xmlns:a16="http://schemas.microsoft.com/office/drawing/2014/main" id="{7DDCEE98-EA6F-9C4D-868A-4644DD58E2A8}"/>
              </a:ext>
            </a:extLst>
          </p:cNvPr>
          <p:cNvSpPr>
            <a:spLocks noGrp="1"/>
          </p:cNvSpPr>
          <p:nvPr>
            <p:ph type="body" sz="quarter" idx="35" hasCustomPrompt="1"/>
          </p:nvPr>
        </p:nvSpPr>
        <p:spPr>
          <a:xfrm>
            <a:off x="9657434" y="2856708"/>
            <a:ext cx="2158247" cy="243632"/>
          </a:xfrm>
          <a:prstGeom prst="rect">
            <a:avLst/>
          </a:prstGeom>
        </p:spPr>
        <p:txBody>
          <a:bodyPr lIns="0" tIns="0" rIns="0" bIns="0" anchor="t"/>
          <a:lstStyle>
            <a:lvl1pPr marL="0" indent="0" algn="l">
              <a:buFont typeface="Arial" panose="020B0604020202020204" pitchFamily="34" charset="0"/>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3" name="Marcador de texto 45">
            <a:extLst>
              <a:ext uri="{FF2B5EF4-FFF2-40B4-BE49-F238E27FC236}">
                <a16:creationId xmlns:a16="http://schemas.microsoft.com/office/drawing/2014/main" id="{F0D4413A-869F-944C-AF55-E270DF4CED3F}"/>
              </a:ext>
            </a:extLst>
          </p:cNvPr>
          <p:cNvSpPr>
            <a:spLocks noGrp="1"/>
          </p:cNvSpPr>
          <p:nvPr>
            <p:ph type="body" sz="quarter" idx="36" hasCustomPrompt="1"/>
          </p:nvPr>
        </p:nvSpPr>
        <p:spPr>
          <a:xfrm>
            <a:off x="9657433" y="3191335"/>
            <a:ext cx="2158247" cy="461665"/>
          </a:xfrm>
          <a:prstGeom prst="rect">
            <a:avLst/>
          </a:prstGeom>
        </p:spPr>
        <p:txBody>
          <a:bodyPr wrap="square" lIns="0" tIns="0" rIns="0" bIns="0" anchor="t">
            <a:spAutoFit/>
          </a:bodyPr>
          <a:lstStyle>
            <a:lvl1pPr marL="0" indent="0" algn="l">
              <a:lnSpc>
                <a:spcPct val="100000"/>
              </a:lnSpc>
              <a:buClr>
                <a:schemeClr val="accent3"/>
              </a:buClr>
              <a:buFont typeface="Arial" panose="020B0604020202020204" pitchFamily="34" charse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54" name="Rectángulo 53">
            <a:extLst>
              <a:ext uri="{FF2B5EF4-FFF2-40B4-BE49-F238E27FC236}">
                <a16:creationId xmlns:a16="http://schemas.microsoft.com/office/drawing/2014/main" id="{4E94BB5C-F50B-6A4E-B35B-0657C3770368}"/>
              </a:ext>
            </a:extLst>
          </p:cNvPr>
          <p:cNvSpPr/>
          <p:nvPr userDrawn="1"/>
        </p:nvSpPr>
        <p:spPr>
          <a:xfrm>
            <a:off x="9067841" y="2856708"/>
            <a:ext cx="45723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57" name="Marcador de texto 45">
            <a:extLst>
              <a:ext uri="{FF2B5EF4-FFF2-40B4-BE49-F238E27FC236}">
                <a16:creationId xmlns:a16="http://schemas.microsoft.com/office/drawing/2014/main" id="{E80FD5D5-B85C-0548-8D4F-E6BD45882F2F}"/>
              </a:ext>
            </a:extLst>
          </p:cNvPr>
          <p:cNvSpPr>
            <a:spLocks noGrp="1"/>
          </p:cNvSpPr>
          <p:nvPr>
            <p:ph type="body" sz="quarter" idx="37" hasCustomPrompt="1"/>
          </p:nvPr>
        </p:nvSpPr>
        <p:spPr>
          <a:xfrm>
            <a:off x="9657434" y="4117274"/>
            <a:ext cx="2158247" cy="243632"/>
          </a:xfrm>
          <a:prstGeom prst="rect">
            <a:avLst/>
          </a:prstGeom>
        </p:spPr>
        <p:txBody>
          <a:bodyPr lIns="0" tIns="0" rIns="0" bIns="0" anchor="t"/>
          <a:lstStyle>
            <a:lvl1pPr marL="0" indent="0" algn="l">
              <a:buFont typeface="Arial" panose="020B0604020202020204" pitchFamily="34" charset="0"/>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8" name="Marcador de texto 45">
            <a:extLst>
              <a:ext uri="{FF2B5EF4-FFF2-40B4-BE49-F238E27FC236}">
                <a16:creationId xmlns:a16="http://schemas.microsoft.com/office/drawing/2014/main" id="{DB7D32EF-0C50-C54A-A725-B02E8C7BC59E}"/>
              </a:ext>
            </a:extLst>
          </p:cNvPr>
          <p:cNvSpPr>
            <a:spLocks noGrp="1"/>
          </p:cNvSpPr>
          <p:nvPr>
            <p:ph type="body" sz="quarter" idx="38" hasCustomPrompt="1"/>
          </p:nvPr>
        </p:nvSpPr>
        <p:spPr>
          <a:xfrm>
            <a:off x="9657433" y="4451901"/>
            <a:ext cx="2158247" cy="461665"/>
          </a:xfrm>
          <a:prstGeom prst="rect">
            <a:avLst/>
          </a:prstGeom>
        </p:spPr>
        <p:txBody>
          <a:bodyPr wrap="square" lIns="0" tIns="0" rIns="0" bIns="0" anchor="t">
            <a:spAutoFit/>
          </a:bodyPr>
          <a:lstStyle>
            <a:lvl1pPr marL="0" indent="0" algn="l">
              <a:lnSpc>
                <a:spcPct val="100000"/>
              </a:lnSpc>
              <a:buClr>
                <a:schemeClr val="accent3"/>
              </a:buClr>
              <a:buFont typeface="Arial" panose="020B0604020202020204" pitchFamily="34" charse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59" name="Rectángulo 58">
            <a:extLst>
              <a:ext uri="{FF2B5EF4-FFF2-40B4-BE49-F238E27FC236}">
                <a16:creationId xmlns:a16="http://schemas.microsoft.com/office/drawing/2014/main" id="{D116D039-E89C-DF4C-A48E-5B7D4462FA7C}"/>
              </a:ext>
            </a:extLst>
          </p:cNvPr>
          <p:cNvSpPr/>
          <p:nvPr userDrawn="1"/>
        </p:nvSpPr>
        <p:spPr>
          <a:xfrm>
            <a:off x="9067841" y="4117274"/>
            <a:ext cx="457230" cy="457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60" name="Marcador de texto 45">
            <a:extLst>
              <a:ext uri="{FF2B5EF4-FFF2-40B4-BE49-F238E27FC236}">
                <a16:creationId xmlns:a16="http://schemas.microsoft.com/office/drawing/2014/main" id="{85C3D5F9-B7AA-6A40-80BC-E5D32BF9DDCD}"/>
              </a:ext>
            </a:extLst>
          </p:cNvPr>
          <p:cNvSpPr>
            <a:spLocks noGrp="1"/>
          </p:cNvSpPr>
          <p:nvPr>
            <p:ph type="body" sz="quarter" idx="39" hasCustomPrompt="1"/>
          </p:nvPr>
        </p:nvSpPr>
        <p:spPr>
          <a:xfrm>
            <a:off x="9657434" y="5345182"/>
            <a:ext cx="2158247" cy="243632"/>
          </a:xfrm>
          <a:prstGeom prst="rect">
            <a:avLst/>
          </a:prstGeom>
        </p:spPr>
        <p:txBody>
          <a:bodyPr lIns="0" tIns="0" rIns="0" bIns="0" anchor="t"/>
          <a:lstStyle>
            <a:lvl1pPr marL="0" indent="0" algn="l">
              <a:buFont typeface="Arial" panose="020B0604020202020204" pitchFamily="34" charset="0"/>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1" name="Marcador de texto 45">
            <a:extLst>
              <a:ext uri="{FF2B5EF4-FFF2-40B4-BE49-F238E27FC236}">
                <a16:creationId xmlns:a16="http://schemas.microsoft.com/office/drawing/2014/main" id="{7FC9A681-2717-274A-B57D-94B9FF85FA94}"/>
              </a:ext>
            </a:extLst>
          </p:cNvPr>
          <p:cNvSpPr>
            <a:spLocks noGrp="1"/>
          </p:cNvSpPr>
          <p:nvPr>
            <p:ph type="body" sz="quarter" idx="40" hasCustomPrompt="1"/>
          </p:nvPr>
        </p:nvSpPr>
        <p:spPr>
          <a:xfrm>
            <a:off x="9657433" y="5679809"/>
            <a:ext cx="2158247" cy="461665"/>
          </a:xfrm>
          <a:prstGeom prst="rect">
            <a:avLst/>
          </a:prstGeom>
        </p:spPr>
        <p:txBody>
          <a:bodyPr wrap="square" lIns="0" tIns="0" rIns="0" bIns="0" anchor="t">
            <a:spAutoFit/>
          </a:bodyPr>
          <a:lstStyle>
            <a:lvl1pPr marL="0" indent="0" algn="l">
              <a:lnSpc>
                <a:spcPct val="100000"/>
              </a:lnSpc>
              <a:buClr>
                <a:schemeClr val="accent3"/>
              </a:buClr>
              <a:buFont typeface="Arial" panose="020B0604020202020204" pitchFamily="34" charset="0"/>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62" name="Rectángulo 61">
            <a:extLst>
              <a:ext uri="{FF2B5EF4-FFF2-40B4-BE49-F238E27FC236}">
                <a16:creationId xmlns:a16="http://schemas.microsoft.com/office/drawing/2014/main" id="{902CFA02-8ED9-0D49-AC90-2B21EE799830}"/>
              </a:ext>
            </a:extLst>
          </p:cNvPr>
          <p:cNvSpPr/>
          <p:nvPr userDrawn="1"/>
        </p:nvSpPr>
        <p:spPr>
          <a:xfrm>
            <a:off x="9067841" y="5345182"/>
            <a:ext cx="457230" cy="457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cxnSp>
        <p:nvCxnSpPr>
          <p:cNvPr id="4" name="Conector angular 3">
            <a:extLst>
              <a:ext uri="{FF2B5EF4-FFF2-40B4-BE49-F238E27FC236}">
                <a16:creationId xmlns:a16="http://schemas.microsoft.com/office/drawing/2014/main" id="{1CF12DD0-0ADD-C943-9314-E6F3EAB16735}"/>
              </a:ext>
            </a:extLst>
          </p:cNvPr>
          <p:cNvCxnSpPr>
            <a:stCxn id="51" idx="1"/>
            <a:endCxn id="40" idx="0"/>
          </p:cNvCxnSpPr>
          <p:nvPr userDrawn="1"/>
        </p:nvCxnSpPr>
        <p:spPr>
          <a:xfrm rot="10800000" flipV="1">
            <a:off x="8287054" y="1857399"/>
            <a:ext cx="780788" cy="612821"/>
          </a:xfrm>
          <a:prstGeom prst="bentConnector3">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angular 5">
            <a:extLst>
              <a:ext uri="{FF2B5EF4-FFF2-40B4-BE49-F238E27FC236}">
                <a16:creationId xmlns:a16="http://schemas.microsoft.com/office/drawing/2014/main" id="{580FF6EE-BB7B-F448-B7FD-8C35168A7328}"/>
              </a:ext>
            </a:extLst>
          </p:cNvPr>
          <p:cNvCxnSpPr>
            <a:stCxn id="54" idx="1"/>
            <a:endCxn id="32" idx="0"/>
          </p:cNvCxnSpPr>
          <p:nvPr userDrawn="1"/>
        </p:nvCxnSpPr>
        <p:spPr>
          <a:xfrm rot="10800000" flipV="1">
            <a:off x="8287054" y="3085308"/>
            <a:ext cx="780788" cy="208347"/>
          </a:xfrm>
          <a:prstGeom prst="bentConnector3">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angular 7">
            <a:extLst>
              <a:ext uri="{FF2B5EF4-FFF2-40B4-BE49-F238E27FC236}">
                <a16:creationId xmlns:a16="http://schemas.microsoft.com/office/drawing/2014/main" id="{E10288DA-9F47-8845-94DB-D32D0627DF21}"/>
              </a:ext>
            </a:extLst>
          </p:cNvPr>
          <p:cNvCxnSpPr>
            <a:stCxn id="59" idx="1"/>
            <a:endCxn id="27" idx="0"/>
          </p:cNvCxnSpPr>
          <p:nvPr userDrawn="1"/>
        </p:nvCxnSpPr>
        <p:spPr>
          <a:xfrm rot="10800000">
            <a:off x="8287054" y="4108648"/>
            <a:ext cx="780788" cy="237226"/>
          </a:xfrm>
          <a:prstGeom prst="bentConnector3">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angular 10">
            <a:extLst>
              <a:ext uri="{FF2B5EF4-FFF2-40B4-BE49-F238E27FC236}">
                <a16:creationId xmlns:a16="http://schemas.microsoft.com/office/drawing/2014/main" id="{28253719-CC19-8C49-8131-CDAAD17A8370}"/>
              </a:ext>
            </a:extLst>
          </p:cNvPr>
          <p:cNvCxnSpPr>
            <a:stCxn id="62" idx="1"/>
            <a:endCxn id="23" idx="1"/>
          </p:cNvCxnSpPr>
          <p:nvPr userDrawn="1"/>
        </p:nvCxnSpPr>
        <p:spPr>
          <a:xfrm rot="10800000">
            <a:off x="8287054" y="4933775"/>
            <a:ext cx="780788" cy="640007"/>
          </a:xfrm>
          <a:prstGeom prst="bentConnector3">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63" name="Marcador de texto 45">
            <a:extLst>
              <a:ext uri="{FF2B5EF4-FFF2-40B4-BE49-F238E27FC236}">
                <a16:creationId xmlns:a16="http://schemas.microsoft.com/office/drawing/2014/main" id="{E1CE607A-D0DA-C943-9A76-F33713BE53A6}"/>
              </a:ext>
            </a:extLst>
          </p:cNvPr>
          <p:cNvSpPr>
            <a:spLocks noGrp="1"/>
          </p:cNvSpPr>
          <p:nvPr>
            <p:ph type="body" sz="quarter" idx="44" hasCustomPrompt="1"/>
          </p:nvPr>
        </p:nvSpPr>
        <p:spPr>
          <a:xfrm>
            <a:off x="386582" y="2784161"/>
            <a:ext cx="2737577" cy="2898229"/>
          </a:xfrm>
          <a:prstGeom prst="rect">
            <a:avLst/>
          </a:prstGeom>
        </p:spPr>
        <p:txBody>
          <a:bodyPr wrap="square" lIns="0" tIns="0" rIns="0" bIns="0" anchor="t">
            <a:spAutoFit/>
          </a:bodyPr>
          <a:lstStyle>
            <a:lvl1pPr marL="0" marR="0" indent="0" algn="just" defTabSz="914355" rtl="0" eaLnBrk="1" fontAlgn="auto" latinLnBrk="0" hangingPunct="1">
              <a:lnSpc>
                <a:spcPct val="100000"/>
              </a:lnSpc>
              <a:spcBef>
                <a:spcPts val="1000"/>
              </a:spcBef>
              <a:spcAft>
                <a:spcPts val="0"/>
              </a:spcAft>
              <a:buClrTx/>
              <a:buSzTx/>
              <a:buFont typeface="Arial" panose="020B0604020202020204" pitchFamily="34" charset="0"/>
              <a:buNone/>
              <a:tabLst/>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a:p>
            <a:pPr marL="0" marR="0" lvl="0" indent="0" algn="just" defTabSz="914355" rtl="0" eaLnBrk="1" fontAlgn="auto" latinLnBrk="0" hangingPunct="1">
              <a:lnSpc>
                <a:spcPct val="100000"/>
              </a:lnSpc>
              <a:spcBef>
                <a:spcPts val="1000"/>
              </a:spcBef>
              <a:spcAft>
                <a:spcPts val="0"/>
              </a:spcAft>
              <a:buClrTx/>
              <a:buSzTx/>
              <a:buFont typeface="Arial" panose="020B0604020202020204" pitchFamily="34" charset="0"/>
              <a:buNone/>
              <a:tabLst/>
              <a:defRPr/>
            </a:pPr>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68" name="Marcador de texto 45">
            <a:extLst>
              <a:ext uri="{FF2B5EF4-FFF2-40B4-BE49-F238E27FC236}">
                <a16:creationId xmlns:a16="http://schemas.microsoft.com/office/drawing/2014/main" id="{984FC3B0-A748-6447-B6A7-827C183B19B7}"/>
              </a:ext>
            </a:extLst>
          </p:cNvPr>
          <p:cNvSpPr>
            <a:spLocks noGrp="1"/>
          </p:cNvSpPr>
          <p:nvPr>
            <p:ph type="body" sz="quarter" idx="16" hasCustomPrompt="1"/>
          </p:nvPr>
        </p:nvSpPr>
        <p:spPr>
          <a:xfrm>
            <a:off x="382344" y="2011065"/>
            <a:ext cx="2752904" cy="395846"/>
          </a:xfrm>
          <a:prstGeom prst="rect">
            <a:avLst/>
          </a:prstGeom>
        </p:spPr>
        <p:txBody>
          <a:bodyPr anchor="t"/>
          <a:lstStyle>
            <a:lvl1pPr marL="0" indent="0">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9" name="Marcador de texto 45">
            <a:extLst>
              <a:ext uri="{FF2B5EF4-FFF2-40B4-BE49-F238E27FC236}">
                <a16:creationId xmlns:a16="http://schemas.microsoft.com/office/drawing/2014/main" id="{38F82F09-8CDE-5745-8347-CA0437EE28F9}"/>
              </a:ext>
            </a:extLst>
          </p:cNvPr>
          <p:cNvSpPr>
            <a:spLocks noGrp="1"/>
          </p:cNvSpPr>
          <p:nvPr>
            <p:ph type="body" sz="quarter" idx="17" hasCustomPrompt="1"/>
          </p:nvPr>
        </p:nvSpPr>
        <p:spPr>
          <a:xfrm>
            <a:off x="382344" y="2425092"/>
            <a:ext cx="2752904" cy="243632"/>
          </a:xfrm>
          <a:prstGeom prst="rect">
            <a:avLst/>
          </a:prstGeom>
        </p:spPr>
        <p:txBody>
          <a:bodyPr anchor="t"/>
          <a:lstStyle>
            <a:lvl1pPr marL="0" indent="0">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2" name="Line">
            <a:extLst>
              <a:ext uri="{FF2B5EF4-FFF2-40B4-BE49-F238E27FC236}">
                <a16:creationId xmlns:a16="http://schemas.microsoft.com/office/drawing/2014/main" id="{3949BC7C-305D-C24E-A45E-2C6B7B9CA61D}"/>
              </a:ext>
            </a:extLst>
          </p:cNvPr>
          <p:cNvSpPr/>
          <p:nvPr userDrawn="1"/>
        </p:nvSpPr>
        <p:spPr>
          <a:xfrm>
            <a:off x="368284" y="1448780"/>
            <a:ext cx="855475" cy="0"/>
          </a:xfrm>
          <a:prstGeom prst="line">
            <a:avLst/>
          </a:prstGeom>
          <a:ln w="63500">
            <a:solidFill>
              <a:schemeClr val="accent3"/>
            </a:solidFill>
          </a:ln>
        </p:spPr>
        <p:txBody>
          <a:bodyPr lIns="60960" tIns="60960" rIns="60960" bIns="60960"/>
          <a:lstStyle/>
          <a:p>
            <a:endParaRPr sz="900">
              <a:latin typeface="Century Gothic" panose="020B0502020202020204" pitchFamily="34" charset="0"/>
            </a:endParaRPr>
          </a:p>
        </p:txBody>
      </p:sp>
      <p:sp>
        <p:nvSpPr>
          <p:cNvPr id="43" name="Marcador de texto 15">
            <a:extLst>
              <a:ext uri="{FF2B5EF4-FFF2-40B4-BE49-F238E27FC236}">
                <a16:creationId xmlns:a16="http://schemas.microsoft.com/office/drawing/2014/main" id="{05EB60C1-CCDC-9646-A7FD-88FB2C045F65}"/>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44" name="Slide Number Placeholder 5">
            <a:extLst>
              <a:ext uri="{FF2B5EF4-FFF2-40B4-BE49-F238E27FC236}">
                <a16:creationId xmlns:a16="http://schemas.microsoft.com/office/drawing/2014/main" id="{7CF10A31-4B97-9142-8F9A-CCE9512AD49F}"/>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3008401130"/>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Grafico No. 11">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55" name="Marcador de texto 45">
            <a:extLst>
              <a:ext uri="{FF2B5EF4-FFF2-40B4-BE49-F238E27FC236}">
                <a16:creationId xmlns:a16="http://schemas.microsoft.com/office/drawing/2014/main" id="{3D486B3C-980C-3245-BBED-81FFCCC1018E}"/>
              </a:ext>
            </a:extLst>
          </p:cNvPr>
          <p:cNvSpPr>
            <a:spLocks noGrp="1"/>
          </p:cNvSpPr>
          <p:nvPr>
            <p:ph type="body" sz="quarter" idx="33" hasCustomPrompt="1"/>
          </p:nvPr>
        </p:nvSpPr>
        <p:spPr>
          <a:xfrm>
            <a:off x="1573719" y="3728521"/>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6" name="Marcador de texto 45">
            <a:extLst>
              <a:ext uri="{FF2B5EF4-FFF2-40B4-BE49-F238E27FC236}">
                <a16:creationId xmlns:a16="http://schemas.microsoft.com/office/drawing/2014/main" id="{54D8D16C-235B-5F42-95DC-11526668B42B}"/>
              </a:ext>
            </a:extLst>
          </p:cNvPr>
          <p:cNvSpPr>
            <a:spLocks noGrp="1"/>
          </p:cNvSpPr>
          <p:nvPr>
            <p:ph type="body" sz="quarter" idx="34" hasCustomPrompt="1"/>
          </p:nvPr>
        </p:nvSpPr>
        <p:spPr>
          <a:xfrm>
            <a:off x="1319091" y="4102577"/>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12" name="Shape 2587">
            <a:extLst>
              <a:ext uri="{FF2B5EF4-FFF2-40B4-BE49-F238E27FC236}">
                <a16:creationId xmlns:a16="http://schemas.microsoft.com/office/drawing/2014/main" id="{7A85E820-A295-3049-8D0B-D421F127005E}"/>
              </a:ext>
            </a:extLst>
          </p:cNvPr>
          <p:cNvSpPr/>
          <p:nvPr userDrawn="1"/>
        </p:nvSpPr>
        <p:spPr>
          <a:xfrm rot="21391769">
            <a:off x="9925083" y="1579358"/>
            <a:ext cx="1207112" cy="1207033"/>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chemeClr val="tx2"/>
          </a:solidFill>
          <a:ln w="12700">
            <a:miter lim="400000"/>
          </a:ln>
        </p:spPr>
        <p:txBody>
          <a:bodyPr lIns="9523" tIns="9523" rIns="9523" bIns="9523" anchor="t"/>
          <a:lstStyle/>
          <a:p>
            <a:pPr defTabSz="11426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750">
              <a:latin typeface="Century Gothic" panose="020B0502020202020204" pitchFamily="34" charset="0"/>
              <a:ea typeface="Source Sans Pro Light" charset="0"/>
              <a:cs typeface="Source Sans Pro Light" charset="0"/>
            </a:endParaRPr>
          </a:p>
        </p:txBody>
      </p:sp>
      <p:sp>
        <p:nvSpPr>
          <p:cNvPr id="13" name="Freeform 4">
            <a:extLst>
              <a:ext uri="{FF2B5EF4-FFF2-40B4-BE49-F238E27FC236}">
                <a16:creationId xmlns:a16="http://schemas.microsoft.com/office/drawing/2014/main" id="{AED59A46-EEDA-CA44-BD32-7349FE083E30}"/>
              </a:ext>
            </a:extLst>
          </p:cNvPr>
          <p:cNvSpPr>
            <a:spLocks/>
          </p:cNvSpPr>
          <p:nvPr userDrawn="1"/>
        </p:nvSpPr>
        <p:spPr bwMode="auto">
          <a:xfrm rot="8819658" flipV="1">
            <a:off x="735037" y="2293352"/>
            <a:ext cx="9705630" cy="3550858"/>
          </a:xfrm>
          <a:custGeom>
            <a:avLst/>
            <a:gdLst>
              <a:gd name="T0" fmla="*/ 0 w 2828"/>
              <a:gd name="T1" fmla="*/ 856 h 1032"/>
              <a:gd name="T2" fmla="*/ 660 w 2828"/>
              <a:gd name="T3" fmla="*/ 540 h 1032"/>
              <a:gd name="T4" fmla="*/ 1232 w 2828"/>
              <a:gd name="T5" fmla="*/ 720 h 1032"/>
              <a:gd name="T6" fmla="*/ 1772 w 2828"/>
              <a:gd name="T7" fmla="*/ 320 h 1032"/>
              <a:gd name="T8" fmla="*/ 2315 w 2828"/>
              <a:gd name="T9" fmla="*/ 479 h 1032"/>
              <a:gd name="T10" fmla="*/ 2828 w 2828"/>
              <a:gd name="T11" fmla="*/ 0 h 1032"/>
            </a:gdLst>
            <a:ahLst/>
            <a:cxnLst>
              <a:cxn ang="0">
                <a:pos x="T0" y="T1"/>
              </a:cxn>
              <a:cxn ang="0">
                <a:pos x="T2" y="T3"/>
              </a:cxn>
              <a:cxn ang="0">
                <a:pos x="T4" y="T5"/>
              </a:cxn>
              <a:cxn ang="0">
                <a:pos x="T6" y="T7"/>
              </a:cxn>
              <a:cxn ang="0">
                <a:pos x="T8" y="T9"/>
              </a:cxn>
              <a:cxn ang="0">
                <a:pos x="T10" y="T11"/>
              </a:cxn>
            </a:cxnLst>
            <a:rect l="0" t="0" r="r" b="b"/>
            <a:pathLst>
              <a:path w="2828" h="1032">
                <a:moveTo>
                  <a:pt x="0" y="856"/>
                </a:moveTo>
                <a:cubicBezTo>
                  <a:pt x="420" y="1032"/>
                  <a:pt x="464" y="536"/>
                  <a:pt x="660" y="540"/>
                </a:cubicBezTo>
                <a:cubicBezTo>
                  <a:pt x="856" y="544"/>
                  <a:pt x="976" y="736"/>
                  <a:pt x="1232" y="720"/>
                </a:cubicBezTo>
                <a:cubicBezTo>
                  <a:pt x="1488" y="704"/>
                  <a:pt x="1508" y="352"/>
                  <a:pt x="1772" y="320"/>
                </a:cubicBezTo>
                <a:cubicBezTo>
                  <a:pt x="2036" y="288"/>
                  <a:pt x="2063" y="491"/>
                  <a:pt x="2315" y="479"/>
                </a:cubicBezTo>
                <a:cubicBezTo>
                  <a:pt x="2567" y="467"/>
                  <a:pt x="2572" y="84"/>
                  <a:pt x="2828" y="0"/>
                </a:cubicBezTo>
              </a:path>
            </a:pathLst>
          </a:custGeom>
          <a:noFill/>
          <a:ln w="15875" cap="flat">
            <a:solidFill>
              <a:schemeClr val="tx1"/>
            </a:solidFill>
            <a:prstDash val="dash"/>
            <a:miter lim="800000"/>
            <a:headEnd/>
            <a:tailEnd/>
          </a:ln>
          <a:extLst>
            <a:ext uri="{909E8E84-426E-40dd-AFC4-6F175D3DCCD1}">
              <a14:hiddenFill xmlns=""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2" name="Elipse 1">
            <a:extLst>
              <a:ext uri="{FF2B5EF4-FFF2-40B4-BE49-F238E27FC236}">
                <a16:creationId xmlns:a16="http://schemas.microsoft.com/office/drawing/2014/main" id="{FB6D9A68-D216-8340-995A-99F3C5029784}"/>
              </a:ext>
            </a:extLst>
          </p:cNvPr>
          <p:cNvSpPr/>
          <p:nvPr userDrawn="1"/>
        </p:nvSpPr>
        <p:spPr>
          <a:xfrm>
            <a:off x="1758558" y="5229200"/>
            <a:ext cx="864152" cy="8640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15" name="Elipse 14">
            <a:extLst>
              <a:ext uri="{FF2B5EF4-FFF2-40B4-BE49-F238E27FC236}">
                <a16:creationId xmlns:a16="http://schemas.microsoft.com/office/drawing/2014/main" id="{CDD75C2A-7784-6A48-8262-3FE042620DE6}"/>
              </a:ext>
            </a:extLst>
          </p:cNvPr>
          <p:cNvSpPr/>
          <p:nvPr userDrawn="1"/>
        </p:nvSpPr>
        <p:spPr>
          <a:xfrm>
            <a:off x="3677880" y="3821765"/>
            <a:ext cx="864152" cy="8640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17" name="Elipse 16">
            <a:extLst>
              <a:ext uri="{FF2B5EF4-FFF2-40B4-BE49-F238E27FC236}">
                <a16:creationId xmlns:a16="http://schemas.microsoft.com/office/drawing/2014/main" id="{F7968116-F15D-8D47-AB5E-2709856ADA7A}"/>
              </a:ext>
            </a:extLst>
          </p:cNvPr>
          <p:cNvSpPr/>
          <p:nvPr userDrawn="1"/>
        </p:nvSpPr>
        <p:spPr>
          <a:xfrm>
            <a:off x="5610978" y="3931725"/>
            <a:ext cx="864152" cy="8640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18" name="Elipse 17">
            <a:extLst>
              <a:ext uri="{FF2B5EF4-FFF2-40B4-BE49-F238E27FC236}">
                <a16:creationId xmlns:a16="http://schemas.microsoft.com/office/drawing/2014/main" id="{34EB6E96-DDA3-FC4B-B7E3-E4C3BEF8326F}"/>
              </a:ext>
            </a:extLst>
          </p:cNvPr>
          <p:cNvSpPr/>
          <p:nvPr userDrawn="1"/>
        </p:nvSpPr>
        <p:spPr>
          <a:xfrm>
            <a:off x="7530286" y="2351780"/>
            <a:ext cx="864152" cy="8640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19" name="Marcador de texto 45">
            <a:extLst>
              <a:ext uri="{FF2B5EF4-FFF2-40B4-BE49-F238E27FC236}">
                <a16:creationId xmlns:a16="http://schemas.microsoft.com/office/drawing/2014/main" id="{5916E954-3320-2042-B155-839EA9C2AA21}"/>
              </a:ext>
            </a:extLst>
          </p:cNvPr>
          <p:cNvSpPr>
            <a:spLocks noGrp="1"/>
          </p:cNvSpPr>
          <p:nvPr>
            <p:ph type="body" sz="quarter" idx="35" hasCustomPrompt="1"/>
          </p:nvPr>
        </p:nvSpPr>
        <p:spPr>
          <a:xfrm>
            <a:off x="3506127" y="1808820"/>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0" name="Marcador de texto 45">
            <a:extLst>
              <a:ext uri="{FF2B5EF4-FFF2-40B4-BE49-F238E27FC236}">
                <a16:creationId xmlns:a16="http://schemas.microsoft.com/office/drawing/2014/main" id="{B16162E7-9AF9-8D45-977A-6F093467FC51}"/>
              </a:ext>
            </a:extLst>
          </p:cNvPr>
          <p:cNvSpPr>
            <a:spLocks noGrp="1"/>
          </p:cNvSpPr>
          <p:nvPr>
            <p:ph type="body" sz="quarter" idx="36" hasCustomPrompt="1"/>
          </p:nvPr>
        </p:nvSpPr>
        <p:spPr>
          <a:xfrm>
            <a:off x="3251499" y="2182875"/>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22" name="Marcador de texto 45">
            <a:extLst>
              <a:ext uri="{FF2B5EF4-FFF2-40B4-BE49-F238E27FC236}">
                <a16:creationId xmlns:a16="http://schemas.microsoft.com/office/drawing/2014/main" id="{DD375A32-3A7A-A14E-926B-F7E7D0C600F8}"/>
              </a:ext>
            </a:extLst>
          </p:cNvPr>
          <p:cNvSpPr>
            <a:spLocks noGrp="1"/>
          </p:cNvSpPr>
          <p:nvPr>
            <p:ph type="body" sz="quarter" idx="37" hasCustomPrompt="1"/>
          </p:nvPr>
        </p:nvSpPr>
        <p:spPr>
          <a:xfrm>
            <a:off x="5450470" y="2472585"/>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3" name="Marcador de texto 45">
            <a:extLst>
              <a:ext uri="{FF2B5EF4-FFF2-40B4-BE49-F238E27FC236}">
                <a16:creationId xmlns:a16="http://schemas.microsoft.com/office/drawing/2014/main" id="{36B7AA77-87CF-E94C-8877-59914FC3F7A6}"/>
              </a:ext>
            </a:extLst>
          </p:cNvPr>
          <p:cNvSpPr>
            <a:spLocks noGrp="1"/>
          </p:cNvSpPr>
          <p:nvPr>
            <p:ph type="body" sz="quarter" idx="38" hasCustomPrompt="1"/>
          </p:nvPr>
        </p:nvSpPr>
        <p:spPr>
          <a:xfrm>
            <a:off x="5195842" y="2846640"/>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24" name="Marcador de texto 45">
            <a:extLst>
              <a:ext uri="{FF2B5EF4-FFF2-40B4-BE49-F238E27FC236}">
                <a16:creationId xmlns:a16="http://schemas.microsoft.com/office/drawing/2014/main" id="{D43DA732-0215-BF4E-A9BD-1D832ED70C1F}"/>
              </a:ext>
            </a:extLst>
          </p:cNvPr>
          <p:cNvSpPr>
            <a:spLocks noGrp="1"/>
          </p:cNvSpPr>
          <p:nvPr>
            <p:ph type="body" sz="quarter" idx="39" hasCustomPrompt="1"/>
          </p:nvPr>
        </p:nvSpPr>
        <p:spPr>
          <a:xfrm>
            <a:off x="7358806" y="4575427"/>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5" name="Marcador de texto 45">
            <a:extLst>
              <a:ext uri="{FF2B5EF4-FFF2-40B4-BE49-F238E27FC236}">
                <a16:creationId xmlns:a16="http://schemas.microsoft.com/office/drawing/2014/main" id="{7B6BFE04-390C-5547-8968-EBDAE2DF3AB7}"/>
              </a:ext>
            </a:extLst>
          </p:cNvPr>
          <p:cNvSpPr>
            <a:spLocks noGrp="1"/>
          </p:cNvSpPr>
          <p:nvPr>
            <p:ph type="body" sz="quarter" idx="40" hasCustomPrompt="1"/>
          </p:nvPr>
        </p:nvSpPr>
        <p:spPr>
          <a:xfrm>
            <a:off x="7104177" y="4949482"/>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cxnSp>
        <p:nvCxnSpPr>
          <p:cNvPr id="8" name="Conector recto 7">
            <a:extLst>
              <a:ext uri="{FF2B5EF4-FFF2-40B4-BE49-F238E27FC236}">
                <a16:creationId xmlns:a16="http://schemas.microsoft.com/office/drawing/2014/main" id="{19D70664-99B4-674C-82DE-04A5E029F3D7}"/>
              </a:ext>
            </a:extLst>
          </p:cNvPr>
          <p:cNvCxnSpPr>
            <a:stCxn id="2" idx="0"/>
            <a:endCxn id="56" idx="2"/>
          </p:cNvCxnSpPr>
          <p:nvPr userDrawn="1"/>
        </p:nvCxnSpPr>
        <p:spPr>
          <a:xfrm flipH="1" flipV="1">
            <a:off x="2177276" y="4564242"/>
            <a:ext cx="13358" cy="66495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7433AC8A-97CF-3E4E-BB57-D2701EA91901}"/>
              </a:ext>
            </a:extLst>
          </p:cNvPr>
          <p:cNvCxnSpPr>
            <a:cxnSpLocks/>
            <a:stCxn id="15" idx="0"/>
            <a:endCxn id="20" idx="2"/>
          </p:cNvCxnSpPr>
          <p:nvPr userDrawn="1"/>
        </p:nvCxnSpPr>
        <p:spPr>
          <a:xfrm flipH="1" flipV="1">
            <a:off x="4109684" y="2644540"/>
            <a:ext cx="272" cy="117722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A435A9F4-346F-0845-85DE-9BF863A643D1}"/>
              </a:ext>
            </a:extLst>
          </p:cNvPr>
          <p:cNvCxnSpPr>
            <a:stCxn id="17" idx="0"/>
            <a:endCxn id="23" idx="2"/>
          </p:cNvCxnSpPr>
          <p:nvPr userDrawn="1"/>
        </p:nvCxnSpPr>
        <p:spPr>
          <a:xfrm flipV="1">
            <a:off x="6043055" y="3308305"/>
            <a:ext cx="10972" cy="62342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D1DC3B61-A65E-D044-A3E6-F11A46BF9A5A}"/>
              </a:ext>
            </a:extLst>
          </p:cNvPr>
          <p:cNvCxnSpPr>
            <a:cxnSpLocks/>
          </p:cNvCxnSpPr>
          <p:nvPr userDrawn="1"/>
        </p:nvCxnSpPr>
        <p:spPr>
          <a:xfrm flipH="1" flipV="1">
            <a:off x="7968344" y="3215876"/>
            <a:ext cx="20104" cy="130989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3" name="Elipse 42">
            <a:extLst>
              <a:ext uri="{FF2B5EF4-FFF2-40B4-BE49-F238E27FC236}">
                <a16:creationId xmlns:a16="http://schemas.microsoft.com/office/drawing/2014/main" id="{EA59D228-FB69-7141-A886-5BC65FB07823}"/>
              </a:ext>
            </a:extLst>
          </p:cNvPr>
          <p:cNvSpPr/>
          <p:nvPr userDrawn="1"/>
        </p:nvSpPr>
        <p:spPr>
          <a:xfrm>
            <a:off x="7486336" y="2307833"/>
            <a:ext cx="952052" cy="951991"/>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44" name="Elipse 43">
            <a:extLst>
              <a:ext uri="{FF2B5EF4-FFF2-40B4-BE49-F238E27FC236}">
                <a16:creationId xmlns:a16="http://schemas.microsoft.com/office/drawing/2014/main" id="{975F6208-E47D-F046-80A6-ACF65B796369}"/>
              </a:ext>
            </a:extLst>
          </p:cNvPr>
          <p:cNvSpPr/>
          <p:nvPr userDrawn="1"/>
        </p:nvSpPr>
        <p:spPr>
          <a:xfrm>
            <a:off x="5565820" y="3887777"/>
            <a:ext cx="952052" cy="951991"/>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46" name="Elipse 45">
            <a:extLst>
              <a:ext uri="{FF2B5EF4-FFF2-40B4-BE49-F238E27FC236}">
                <a16:creationId xmlns:a16="http://schemas.microsoft.com/office/drawing/2014/main" id="{2626760E-68BF-CC4C-B49E-57BBB940D259}"/>
              </a:ext>
            </a:extLst>
          </p:cNvPr>
          <p:cNvSpPr/>
          <p:nvPr userDrawn="1"/>
        </p:nvSpPr>
        <p:spPr>
          <a:xfrm>
            <a:off x="3633930" y="3777818"/>
            <a:ext cx="952052" cy="951991"/>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47" name="Elipse 46">
            <a:extLst>
              <a:ext uri="{FF2B5EF4-FFF2-40B4-BE49-F238E27FC236}">
                <a16:creationId xmlns:a16="http://schemas.microsoft.com/office/drawing/2014/main" id="{1F8C3746-6CBB-4E42-A118-036D2DD54A40}"/>
              </a:ext>
            </a:extLst>
          </p:cNvPr>
          <p:cNvSpPr/>
          <p:nvPr userDrawn="1"/>
        </p:nvSpPr>
        <p:spPr>
          <a:xfrm>
            <a:off x="1714608" y="5185252"/>
            <a:ext cx="952052" cy="951991"/>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1" name="Line">
            <a:extLst>
              <a:ext uri="{FF2B5EF4-FFF2-40B4-BE49-F238E27FC236}">
                <a16:creationId xmlns:a16="http://schemas.microsoft.com/office/drawing/2014/main" id="{4A9F7C76-A6BA-C040-8FCB-2EADD773988E}"/>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8" name="Marcador de texto 15">
            <a:extLst>
              <a:ext uri="{FF2B5EF4-FFF2-40B4-BE49-F238E27FC236}">
                <a16:creationId xmlns:a16="http://schemas.microsoft.com/office/drawing/2014/main" id="{1351FD0D-B4FE-C14B-9512-516938D0E8FF}"/>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9" name="Slide Number Placeholder 5">
            <a:extLst>
              <a:ext uri="{FF2B5EF4-FFF2-40B4-BE49-F238E27FC236}">
                <a16:creationId xmlns:a16="http://schemas.microsoft.com/office/drawing/2014/main" id="{E985327F-2B09-7248-8A40-FD6E03E34FE5}"/>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166174706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Grafico No. 1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3" name="Rectangle 80">
            <a:extLst>
              <a:ext uri="{FF2B5EF4-FFF2-40B4-BE49-F238E27FC236}">
                <a16:creationId xmlns:a16="http://schemas.microsoft.com/office/drawing/2014/main" id="{C4B0CCD0-5730-FC44-90B2-1A2B3E150A36}"/>
              </a:ext>
            </a:extLst>
          </p:cNvPr>
          <p:cNvSpPr>
            <a:spLocks noChangeArrowheads="1"/>
          </p:cNvSpPr>
          <p:nvPr/>
        </p:nvSpPr>
        <p:spPr bwMode="auto">
          <a:xfrm rot="5400000">
            <a:off x="-617569" y="2696848"/>
            <a:ext cx="4327311" cy="2321947"/>
          </a:xfrm>
          <a:prstGeom prst="rect">
            <a:avLst/>
          </a:prstGeom>
          <a:solidFill>
            <a:schemeClr val="accent4"/>
          </a:solidFill>
          <a:ln>
            <a:noFill/>
          </a:ln>
        </p:spPr>
        <p:txBody>
          <a:bodyPr vert="horz" wrap="square" lIns="45720" tIns="22860" rIns="45720" bIns="22860" numCol="1" anchor="t" anchorCtr="0" compatLnSpc="1">
            <a:prstTxWarp prst="textNoShape">
              <a:avLst/>
            </a:prstTxWarp>
          </a:bodyPr>
          <a:lstStyle/>
          <a:p>
            <a:endParaRPr lang="en-US" sz="676">
              <a:latin typeface="Century Gothic" panose="020B0502020202020204" pitchFamily="34" charset="0"/>
            </a:endParaRPr>
          </a:p>
        </p:txBody>
      </p:sp>
      <p:sp>
        <p:nvSpPr>
          <p:cNvPr id="14" name="Rectangle 81">
            <a:extLst>
              <a:ext uri="{FF2B5EF4-FFF2-40B4-BE49-F238E27FC236}">
                <a16:creationId xmlns:a16="http://schemas.microsoft.com/office/drawing/2014/main" id="{BD4B1B2B-288F-B340-870D-40069C16D6B5}"/>
              </a:ext>
            </a:extLst>
          </p:cNvPr>
          <p:cNvSpPr>
            <a:spLocks noChangeArrowheads="1"/>
          </p:cNvSpPr>
          <p:nvPr/>
        </p:nvSpPr>
        <p:spPr bwMode="auto">
          <a:xfrm rot="5400000">
            <a:off x="197305" y="2700185"/>
            <a:ext cx="2697563" cy="2321947"/>
          </a:xfrm>
          <a:prstGeom prst="rect">
            <a:avLst/>
          </a:prstGeom>
          <a:solidFill>
            <a:schemeClr val="accent3"/>
          </a:solidFill>
          <a:ln>
            <a:noFill/>
          </a:ln>
        </p:spPr>
        <p:txBody>
          <a:bodyPr vert="horz" wrap="square" lIns="45720" tIns="22860" rIns="45720" bIns="22860" numCol="1" anchor="t" anchorCtr="0" compatLnSpc="1">
            <a:prstTxWarp prst="textNoShape">
              <a:avLst/>
            </a:prstTxWarp>
          </a:bodyPr>
          <a:lstStyle/>
          <a:p>
            <a:pPr lvl="0"/>
            <a:endParaRPr lang="en-US" sz="676">
              <a:latin typeface="Century Gothic" panose="020B0502020202020204" pitchFamily="34" charset="0"/>
            </a:endParaRPr>
          </a:p>
        </p:txBody>
      </p:sp>
      <p:sp>
        <p:nvSpPr>
          <p:cNvPr id="15" name="Rectangle 82">
            <a:extLst>
              <a:ext uri="{FF2B5EF4-FFF2-40B4-BE49-F238E27FC236}">
                <a16:creationId xmlns:a16="http://schemas.microsoft.com/office/drawing/2014/main" id="{E0F6B635-C940-0349-B72E-807079BF3886}"/>
              </a:ext>
            </a:extLst>
          </p:cNvPr>
          <p:cNvSpPr>
            <a:spLocks noChangeArrowheads="1"/>
          </p:cNvSpPr>
          <p:nvPr/>
        </p:nvSpPr>
        <p:spPr bwMode="auto">
          <a:xfrm rot="5400000">
            <a:off x="942773" y="2699518"/>
            <a:ext cx="1206629" cy="2321947"/>
          </a:xfrm>
          <a:prstGeom prst="rect">
            <a:avLst/>
          </a:prstGeom>
          <a:solidFill>
            <a:schemeClr val="accent1"/>
          </a:solidFill>
          <a:ln>
            <a:noFill/>
          </a:ln>
        </p:spPr>
        <p:txBody>
          <a:bodyPr vert="horz" wrap="square" lIns="45720" tIns="22860" rIns="45720" bIns="22860" numCol="1" anchor="t" anchorCtr="0" compatLnSpc="1">
            <a:prstTxWarp prst="textNoShape">
              <a:avLst/>
            </a:prstTxWarp>
          </a:bodyPr>
          <a:lstStyle/>
          <a:p>
            <a:endParaRPr lang="en-US" sz="676">
              <a:latin typeface="Century Gothic" panose="020B0502020202020204" pitchFamily="34" charset="0"/>
            </a:endParaRPr>
          </a:p>
        </p:txBody>
      </p:sp>
      <p:sp>
        <p:nvSpPr>
          <p:cNvPr id="29" name="Freeform 6">
            <a:extLst>
              <a:ext uri="{FF2B5EF4-FFF2-40B4-BE49-F238E27FC236}">
                <a16:creationId xmlns:a16="http://schemas.microsoft.com/office/drawing/2014/main" id="{17F165E3-BB69-7745-9839-D0C5FF6B4BB7}"/>
              </a:ext>
            </a:extLst>
          </p:cNvPr>
          <p:cNvSpPr>
            <a:spLocks/>
          </p:cNvSpPr>
          <p:nvPr/>
        </p:nvSpPr>
        <p:spPr bwMode="auto">
          <a:xfrm rot="5400000">
            <a:off x="1844068" y="2538319"/>
            <a:ext cx="4339324" cy="2651018"/>
          </a:xfrm>
          <a:custGeom>
            <a:avLst/>
            <a:gdLst>
              <a:gd name="T0" fmla="*/ 2647 w 3209"/>
              <a:gd name="T1" fmla="*/ 0 h 1960"/>
              <a:gd name="T2" fmla="*/ 2647 w 3209"/>
              <a:gd name="T3" fmla="*/ 95 h 1960"/>
              <a:gd name="T4" fmla="*/ 2647 w 3209"/>
              <a:gd name="T5" fmla="*/ 1425 h 1960"/>
              <a:gd name="T6" fmla="*/ 2647 w 3209"/>
              <a:gd name="T7" fmla="*/ 1521 h 1960"/>
              <a:gd name="T8" fmla="*/ 2719 w 3209"/>
              <a:gd name="T9" fmla="*/ 1690 h 1960"/>
              <a:gd name="T10" fmla="*/ 3209 w 3209"/>
              <a:gd name="T11" fmla="*/ 1960 h 1960"/>
              <a:gd name="T12" fmla="*/ 0 w 3209"/>
              <a:gd name="T13" fmla="*/ 1954 h 1960"/>
              <a:gd name="T14" fmla="*/ 438 w 3209"/>
              <a:gd name="T15" fmla="*/ 1690 h 1960"/>
              <a:gd name="T16" fmla="*/ 513 w 3209"/>
              <a:gd name="T17" fmla="*/ 1521 h 1960"/>
              <a:gd name="T18" fmla="*/ 513 w 3209"/>
              <a:gd name="T19" fmla="*/ 1425 h 1960"/>
              <a:gd name="T20" fmla="*/ 513 w 3209"/>
              <a:gd name="T21" fmla="*/ 95 h 1960"/>
              <a:gd name="T22" fmla="*/ 513 w 3209"/>
              <a:gd name="T23" fmla="*/ 0 h 1960"/>
              <a:gd name="T24" fmla="*/ 2647 w 3209"/>
              <a:gd name="T25" fmla="*/ 0 h 1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09" h="1960">
                <a:moveTo>
                  <a:pt x="2647" y="0"/>
                </a:moveTo>
                <a:cubicBezTo>
                  <a:pt x="2647" y="19"/>
                  <a:pt x="2647" y="52"/>
                  <a:pt x="2647" y="95"/>
                </a:cubicBezTo>
                <a:cubicBezTo>
                  <a:pt x="2647" y="95"/>
                  <a:pt x="2647" y="1084"/>
                  <a:pt x="2647" y="1425"/>
                </a:cubicBezTo>
                <a:cubicBezTo>
                  <a:pt x="2647" y="1469"/>
                  <a:pt x="2647" y="1502"/>
                  <a:pt x="2647" y="1521"/>
                </a:cubicBezTo>
                <a:cubicBezTo>
                  <a:pt x="2647" y="1631"/>
                  <a:pt x="2711" y="1684"/>
                  <a:pt x="2719" y="1690"/>
                </a:cubicBezTo>
                <a:cubicBezTo>
                  <a:pt x="3209" y="1960"/>
                  <a:pt x="3209" y="1960"/>
                  <a:pt x="3209" y="1960"/>
                </a:cubicBezTo>
                <a:cubicBezTo>
                  <a:pt x="0" y="1954"/>
                  <a:pt x="0" y="1954"/>
                  <a:pt x="0" y="1954"/>
                </a:cubicBezTo>
                <a:cubicBezTo>
                  <a:pt x="438" y="1690"/>
                  <a:pt x="438" y="1690"/>
                  <a:pt x="438" y="1690"/>
                </a:cubicBezTo>
                <a:cubicBezTo>
                  <a:pt x="446" y="1685"/>
                  <a:pt x="513" y="1639"/>
                  <a:pt x="513" y="1521"/>
                </a:cubicBezTo>
                <a:cubicBezTo>
                  <a:pt x="513" y="1502"/>
                  <a:pt x="513" y="1469"/>
                  <a:pt x="513" y="1425"/>
                </a:cubicBezTo>
                <a:cubicBezTo>
                  <a:pt x="513" y="1084"/>
                  <a:pt x="513" y="95"/>
                  <a:pt x="513" y="95"/>
                </a:cubicBezTo>
                <a:cubicBezTo>
                  <a:pt x="513" y="52"/>
                  <a:pt x="513" y="19"/>
                  <a:pt x="513" y="0"/>
                </a:cubicBezTo>
                <a:cubicBezTo>
                  <a:pt x="2647" y="0"/>
                  <a:pt x="2647" y="0"/>
                  <a:pt x="2647" y="0"/>
                </a:cubicBezTo>
              </a:path>
            </a:pathLst>
          </a:custGeom>
          <a:solidFill>
            <a:schemeClr val="accent4"/>
          </a:solidFill>
          <a:ln>
            <a:noFill/>
          </a:ln>
        </p:spPr>
        <p:txBody>
          <a:bodyPr vert="horz" wrap="square" lIns="45720" tIns="22860" rIns="45720" bIns="22860" numCol="1" anchor="t" anchorCtr="0" compatLnSpc="1">
            <a:prstTxWarp prst="textNoShape">
              <a:avLst/>
            </a:prstTxWarp>
          </a:bodyPr>
          <a:lstStyle/>
          <a:p>
            <a:endParaRPr lang="en-US" sz="676">
              <a:latin typeface="Century Gothic" panose="020B0502020202020204" pitchFamily="34" charset="0"/>
            </a:endParaRPr>
          </a:p>
        </p:txBody>
      </p:sp>
      <p:sp>
        <p:nvSpPr>
          <p:cNvPr id="30" name="Freeform 7">
            <a:extLst>
              <a:ext uri="{FF2B5EF4-FFF2-40B4-BE49-F238E27FC236}">
                <a16:creationId xmlns:a16="http://schemas.microsoft.com/office/drawing/2014/main" id="{40A391F5-DD2A-B34B-8E0B-7A5AA06520F2}"/>
              </a:ext>
            </a:extLst>
          </p:cNvPr>
          <p:cNvSpPr>
            <a:spLocks/>
          </p:cNvSpPr>
          <p:nvPr/>
        </p:nvSpPr>
        <p:spPr bwMode="auto">
          <a:xfrm rot="5400000">
            <a:off x="3094378" y="2107708"/>
            <a:ext cx="2716250" cy="3506901"/>
          </a:xfrm>
          <a:custGeom>
            <a:avLst/>
            <a:gdLst>
              <a:gd name="T0" fmla="*/ 1654 w 2009"/>
              <a:gd name="T1" fmla="*/ 0 h 2199"/>
              <a:gd name="T2" fmla="*/ 1654 w 2009"/>
              <a:gd name="T3" fmla="*/ 107 h 2199"/>
              <a:gd name="T4" fmla="*/ 1654 w 2009"/>
              <a:gd name="T5" fmla="*/ 1599 h 2199"/>
              <a:gd name="T6" fmla="*/ 1654 w 2009"/>
              <a:gd name="T7" fmla="*/ 1706 h 2199"/>
              <a:gd name="T8" fmla="*/ 1684 w 2009"/>
              <a:gd name="T9" fmla="*/ 1878 h 2199"/>
              <a:gd name="T10" fmla="*/ 2009 w 2009"/>
              <a:gd name="T11" fmla="*/ 2199 h 2199"/>
              <a:gd name="T12" fmla="*/ 0 w 2009"/>
              <a:gd name="T13" fmla="*/ 2199 h 2199"/>
              <a:gd name="T14" fmla="*/ 287 w 2009"/>
              <a:gd name="T15" fmla="*/ 1878 h 2199"/>
              <a:gd name="T16" fmla="*/ 320 w 2009"/>
              <a:gd name="T17" fmla="*/ 1706 h 2199"/>
              <a:gd name="T18" fmla="*/ 320 w 2009"/>
              <a:gd name="T19" fmla="*/ 1599 h 2199"/>
              <a:gd name="T20" fmla="*/ 320 w 2009"/>
              <a:gd name="T21" fmla="*/ 107 h 2199"/>
              <a:gd name="T22" fmla="*/ 320 w 2009"/>
              <a:gd name="T23" fmla="*/ 0 h 2199"/>
              <a:gd name="T24" fmla="*/ 1654 w 2009"/>
              <a:gd name="T25" fmla="*/ 0 h 2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09" h="2199">
                <a:moveTo>
                  <a:pt x="1654" y="0"/>
                </a:moveTo>
                <a:cubicBezTo>
                  <a:pt x="1654" y="21"/>
                  <a:pt x="1654" y="58"/>
                  <a:pt x="1654" y="107"/>
                </a:cubicBezTo>
                <a:cubicBezTo>
                  <a:pt x="1654" y="107"/>
                  <a:pt x="1654" y="1217"/>
                  <a:pt x="1654" y="1599"/>
                </a:cubicBezTo>
                <a:cubicBezTo>
                  <a:pt x="1654" y="1648"/>
                  <a:pt x="1654" y="1685"/>
                  <a:pt x="1654" y="1706"/>
                </a:cubicBezTo>
                <a:cubicBezTo>
                  <a:pt x="1656" y="1803"/>
                  <a:pt x="1673" y="1854"/>
                  <a:pt x="1684" y="1878"/>
                </a:cubicBezTo>
                <a:cubicBezTo>
                  <a:pt x="1690" y="1890"/>
                  <a:pt x="2009" y="2199"/>
                  <a:pt x="2009" y="2199"/>
                </a:cubicBezTo>
                <a:cubicBezTo>
                  <a:pt x="0" y="2199"/>
                  <a:pt x="0" y="2199"/>
                  <a:pt x="0" y="2199"/>
                </a:cubicBezTo>
                <a:cubicBezTo>
                  <a:pt x="0" y="2199"/>
                  <a:pt x="282" y="1890"/>
                  <a:pt x="287" y="1878"/>
                </a:cubicBezTo>
                <a:cubicBezTo>
                  <a:pt x="299" y="1851"/>
                  <a:pt x="320" y="1794"/>
                  <a:pt x="320" y="1706"/>
                </a:cubicBezTo>
                <a:cubicBezTo>
                  <a:pt x="320" y="1685"/>
                  <a:pt x="320" y="1648"/>
                  <a:pt x="320" y="1599"/>
                </a:cubicBezTo>
                <a:cubicBezTo>
                  <a:pt x="320" y="1217"/>
                  <a:pt x="320" y="107"/>
                  <a:pt x="320" y="107"/>
                </a:cubicBezTo>
                <a:cubicBezTo>
                  <a:pt x="320" y="58"/>
                  <a:pt x="320" y="21"/>
                  <a:pt x="320" y="0"/>
                </a:cubicBezTo>
                <a:cubicBezTo>
                  <a:pt x="1654" y="0"/>
                  <a:pt x="1654" y="0"/>
                  <a:pt x="1654" y="0"/>
                </a:cubicBezTo>
              </a:path>
            </a:pathLst>
          </a:custGeom>
          <a:solidFill>
            <a:schemeClr val="accent3"/>
          </a:solidFill>
          <a:ln>
            <a:noFill/>
          </a:ln>
        </p:spPr>
        <p:txBody>
          <a:bodyPr vert="horz" wrap="square" lIns="45720" tIns="22860" rIns="45720" bIns="22860" numCol="1" anchor="t" anchorCtr="0" compatLnSpc="1">
            <a:prstTxWarp prst="textNoShape">
              <a:avLst/>
            </a:prstTxWarp>
          </a:bodyPr>
          <a:lstStyle/>
          <a:p>
            <a:endParaRPr lang="en-US" sz="676">
              <a:latin typeface="Century Gothic" panose="020B0502020202020204" pitchFamily="34" charset="0"/>
            </a:endParaRPr>
          </a:p>
        </p:txBody>
      </p:sp>
      <p:sp>
        <p:nvSpPr>
          <p:cNvPr id="31" name="Freeform 8">
            <a:extLst>
              <a:ext uri="{FF2B5EF4-FFF2-40B4-BE49-F238E27FC236}">
                <a16:creationId xmlns:a16="http://schemas.microsoft.com/office/drawing/2014/main" id="{3728CFF4-F1BE-9146-9AA3-EECE10CB41BB}"/>
              </a:ext>
            </a:extLst>
          </p:cNvPr>
          <p:cNvSpPr>
            <a:spLocks/>
          </p:cNvSpPr>
          <p:nvPr/>
        </p:nvSpPr>
        <p:spPr bwMode="auto">
          <a:xfrm rot="5400000">
            <a:off x="4435378" y="1518185"/>
            <a:ext cx="1214637" cy="4687287"/>
          </a:xfrm>
          <a:custGeom>
            <a:avLst/>
            <a:gdLst>
              <a:gd name="T0" fmla="*/ 737 w 898"/>
              <a:gd name="T1" fmla="*/ 0 h 2397"/>
              <a:gd name="T2" fmla="*/ 737 w 898"/>
              <a:gd name="T3" fmla="*/ 117 h 2397"/>
              <a:gd name="T4" fmla="*/ 737 w 898"/>
              <a:gd name="T5" fmla="*/ 1744 h 2397"/>
              <a:gd name="T6" fmla="*/ 737 w 898"/>
              <a:gd name="T7" fmla="*/ 1861 h 2397"/>
              <a:gd name="T8" fmla="*/ 760 w 898"/>
              <a:gd name="T9" fmla="*/ 2076 h 2397"/>
              <a:gd name="T10" fmla="*/ 898 w 898"/>
              <a:gd name="T11" fmla="*/ 2397 h 2397"/>
              <a:gd name="T12" fmla="*/ 0 w 898"/>
              <a:gd name="T13" fmla="*/ 2397 h 2397"/>
              <a:gd name="T14" fmla="*/ 128 w 898"/>
              <a:gd name="T15" fmla="*/ 2076 h 2397"/>
              <a:gd name="T16" fmla="*/ 148 w 898"/>
              <a:gd name="T17" fmla="*/ 1861 h 2397"/>
              <a:gd name="T18" fmla="*/ 148 w 898"/>
              <a:gd name="T19" fmla="*/ 1744 h 2397"/>
              <a:gd name="T20" fmla="*/ 148 w 898"/>
              <a:gd name="T21" fmla="*/ 117 h 2397"/>
              <a:gd name="T22" fmla="*/ 148 w 898"/>
              <a:gd name="T23" fmla="*/ 0 h 2397"/>
              <a:gd name="T24" fmla="*/ 737 w 898"/>
              <a:gd name="T25" fmla="*/ 0 h 2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8" h="2397">
                <a:moveTo>
                  <a:pt x="737" y="0"/>
                </a:moveTo>
                <a:cubicBezTo>
                  <a:pt x="737" y="24"/>
                  <a:pt x="737" y="64"/>
                  <a:pt x="737" y="117"/>
                </a:cubicBezTo>
                <a:cubicBezTo>
                  <a:pt x="737" y="117"/>
                  <a:pt x="737" y="1327"/>
                  <a:pt x="737" y="1744"/>
                </a:cubicBezTo>
                <a:cubicBezTo>
                  <a:pt x="737" y="1797"/>
                  <a:pt x="737" y="1837"/>
                  <a:pt x="737" y="1861"/>
                </a:cubicBezTo>
                <a:cubicBezTo>
                  <a:pt x="737" y="2052"/>
                  <a:pt x="760" y="2076"/>
                  <a:pt x="760" y="2076"/>
                </a:cubicBezTo>
                <a:cubicBezTo>
                  <a:pt x="898" y="2397"/>
                  <a:pt x="898" y="2397"/>
                  <a:pt x="898" y="2397"/>
                </a:cubicBezTo>
                <a:cubicBezTo>
                  <a:pt x="0" y="2397"/>
                  <a:pt x="0" y="2397"/>
                  <a:pt x="0" y="2397"/>
                </a:cubicBezTo>
                <a:cubicBezTo>
                  <a:pt x="128" y="2076"/>
                  <a:pt x="128" y="2076"/>
                  <a:pt x="128" y="2076"/>
                </a:cubicBezTo>
                <a:cubicBezTo>
                  <a:pt x="128" y="2076"/>
                  <a:pt x="148" y="2052"/>
                  <a:pt x="148" y="1861"/>
                </a:cubicBezTo>
                <a:cubicBezTo>
                  <a:pt x="148" y="1837"/>
                  <a:pt x="148" y="1797"/>
                  <a:pt x="148" y="1744"/>
                </a:cubicBezTo>
                <a:cubicBezTo>
                  <a:pt x="148" y="1327"/>
                  <a:pt x="148" y="117"/>
                  <a:pt x="148" y="117"/>
                </a:cubicBezTo>
                <a:cubicBezTo>
                  <a:pt x="148" y="64"/>
                  <a:pt x="148" y="24"/>
                  <a:pt x="148" y="0"/>
                </a:cubicBezTo>
                <a:lnTo>
                  <a:pt x="737" y="0"/>
                </a:ln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en-US" sz="676">
              <a:latin typeface="Century Gothic" panose="020B0502020202020204" pitchFamily="34" charset="0"/>
            </a:endParaRPr>
          </a:p>
        </p:txBody>
      </p:sp>
      <p:sp>
        <p:nvSpPr>
          <p:cNvPr id="32" name="Rectangle 52">
            <a:extLst>
              <a:ext uri="{FF2B5EF4-FFF2-40B4-BE49-F238E27FC236}">
                <a16:creationId xmlns:a16="http://schemas.microsoft.com/office/drawing/2014/main" id="{E669B1DA-19A1-314F-81C0-0EEF4F3C65D0}"/>
              </a:ext>
            </a:extLst>
          </p:cNvPr>
          <p:cNvSpPr/>
          <p:nvPr/>
        </p:nvSpPr>
        <p:spPr>
          <a:xfrm rot="5400000">
            <a:off x="-626989" y="2706270"/>
            <a:ext cx="4327311" cy="2303109"/>
          </a:xfrm>
          <a:prstGeom prst="rect">
            <a:avLst/>
          </a:prstGeom>
          <a:solidFill>
            <a:schemeClr val="accent6">
              <a:alpha val="4906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676">
              <a:latin typeface="Century Gothic" panose="020B0502020202020204" pitchFamily="34" charset="0"/>
            </a:endParaRPr>
          </a:p>
        </p:txBody>
      </p:sp>
      <p:sp>
        <p:nvSpPr>
          <p:cNvPr id="18" name="Oval 39">
            <a:extLst>
              <a:ext uri="{FF2B5EF4-FFF2-40B4-BE49-F238E27FC236}">
                <a16:creationId xmlns:a16="http://schemas.microsoft.com/office/drawing/2014/main" id="{795CF329-9D5B-9148-8583-340C7EB47B19}"/>
              </a:ext>
            </a:extLst>
          </p:cNvPr>
          <p:cNvSpPr/>
          <p:nvPr/>
        </p:nvSpPr>
        <p:spPr>
          <a:xfrm>
            <a:off x="4668464" y="2203897"/>
            <a:ext cx="804930" cy="804878"/>
          </a:xfrm>
          <a:prstGeom prst="ellipse">
            <a:avLst/>
          </a:prstGeom>
          <a:solidFill>
            <a:schemeClr val="bg1"/>
          </a:solidFill>
          <a:ln w="920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id-ID" sz="676">
              <a:solidFill>
                <a:srgbClr val="558B2F"/>
              </a:solidFill>
              <a:latin typeface="Century Gothic" panose="020B0502020202020204" pitchFamily="34" charset="0"/>
            </a:endParaRPr>
          </a:p>
        </p:txBody>
      </p:sp>
      <p:sp>
        <p:nvSpPr>
          <p:cNvPr id="19" name="Oval 40">
            <a:extLst>
              <a:ext uri="{FF2B5EF4-FFF2-40B4-BE49-F238E27FC236}">
                <a16:creationId xmlns:a16="http://schemas.microsoft.com/office/drawing/2014/main" id="{95DB3D51-B5D5-7C48-A2D9-9E4924263D67}"/>
              </a:ext>
            </a:extLst>
          </p:cNvPr>
          <p:cNvSpPr/>
          <p:nvPr/>
        </p:nvSpPr>
        <p:spPr>
          <a:xfrm>
            <a:off x="5639567" y="2815832"/>
            <a:ext cx="804930" cy="804878"/>
          </a:xfrm>
          <a:prstGeom prst="ellipse">
            <a:avLst/>
          </a:prstGeom>
          <a:solidFill>
            <a:schemeClr val="bg1"/>
          </a:solidFill>
          <a:ln w="920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id-ID" sz="1600">
              <a:solidFill>
                <a:srgbClr val="8BC34A"/>
              </a:solidFill>
              <a:latin typeface="Century Gothic" panose="020B0502020202020204" pitchFamily="34" charset="0"/>
            </a:endParaRPr>
          </a:p>
        </p:txBody>
      </p:sp>
      <p:sp>
        <p:nvSpPr>
          <p:cNvPr id="20" name="Oval 41">
            <a:extLst>
              <a:ext uri="{FF2B5EF4-FFF2-40B4-BE49-F238E27FC236}">
                <a16:creationId xmlns:a16="http://schemas.microsoft.com/office/drawing/2014/main" id="{F0ABA592-D67D-6A45-B0EB-4DCD7427BF5D}"/>
              </a:ext>
            </a:extLst>
          </p:cNvPr>
          <p:cNvSpPr/>
          <p:nvPr/>
        </p:nvSpPr>
        <p:spPr>
          <a:xfrm>
            <a:off x="5639567" y="4102947"/>
            <a:ext cx="804930" cy="804878"/>
          </a:xfrm>
          <a:prstGeom prst="ellipse">
            <a:avLst/>
          </a:prstGeom>
          <a:solidFill>
            <a:schemeClr val="bg1"/>
          </a:solidFill>
          <a:ln w="920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id-ID" sz="1600">
              <a:solidFill>
                <a:srgbClr val="8BC34A"/>
              </a:solidFill>
              <a:latin typeface="Century Gothic" panose="020B0502020202020204" pitchFamily="34" charset="0"/>
            </a:endParaRPr>
          </a:p>
        </p:txBody>
      </p:sp>
      <p:sp>
        <p:nvSpPr>
          <p:cNvPr id="22" name="Oval 42">
            <a:extLst>
              <a:ext uri="{FF2B5EF4-FFF2-40B4-BE49-F238E27FC236}">
                <a16:creationId xmlns:a16="http://schemas.microsoft.com/office/drawing/2014/main" id="{3A070093-200A-924F-B209-75F839B52867}"/>
              </a:ext>
            </a:extLst>
          </p:cNvPr>
          <p:cNvSpPr/>
          <p:nvPr/>
        </p:nvSpPr>
        <p:spPr>
          <a:xfrm>
            <a:off x="4668464" y="4660143"/>
            <a:ext cx="804930" cy="804878"/>
          </a:xfrm>
          <a:prstGeom prst="ellipse">
            <a:avLst/>
          </a:prstGeom>
          <a:solidFill>
            <a:schemeClr val="bg1"/>
          </a:solidFill>
          <a:ln w="920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AU" sz="1600">
              <a:solidFill>
                <a:srgbClr val="558B2F"/>
              </a:solidFill>
              <a:latin typeface="Century Gothic" panose="020B0502020202020204" pitchFamily="34" charset="0"/>
            </a:endParaRPr>
          </a:p>
        </p:txBody>
      </p:sp>
      <p:sp>
        <p:nvSpPr>
          <p:cNvPr id="23" name="Oval 43">
            <a:extLst>
              <a:ext uri="{FF2B5EF4-FFF2-40B4-BE49-F238E27FC236}">
                <a16:creationId xmlns:a16="http://schemas.microsoft.com/office/drawing/2014/main" id="{FA579B9D-CCB3-9E47-B6C4-5441FE649273}"/>
              </a:ext>
            </a:extLst>
          </p:cNvPr>
          <p:cNvSpPr/>
          <p:nvPr/>
        </p:nvSpPr>
        <p:spPr>
          <a:xfrm>
            <a:off x="7052330" y="3450278"/>
            <a:ext cx="804930" cy="804878"/>
          </a:xfrm>
          <a:prstGeom prst="ellipse">
            <a:avLst/>
          </a:prstGeom>
          <a:solidFill>
            <a:schemeClr val="bg1"/>
          </a:solidFill>
          <a:ln w="920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id-ID" sz="1600">
              <a:solidFill>
                <a:srgbClr val="7CB342"/>
              </a:solidFill>
              <a:latin typeface="Century Gothic" panose="020B0502020202020204" pitchFamily="34" charset="0"/>
            </a:endParaRPr>
          </a:p>
        </p:txBody>
      </p:sp>
      <p:sp>
        <p:nvSpPr>
          <p:cNvPr id="34" name="Marcador de texto 45">
            <a:extLst>
              <a:ext uri="{FF2B5EF4-FFF2-40B4-BE49-F238E27FC236}">
                <a16:creationId xmlns:a16="http://schemas.microsoft.com/office/drawing/2014/main" id="{344718A2-3AC6-E74F-B6FF-4884131B9297}"/>
              </a:ext>
            </a:extLst>
          </p:cNvPr>
          <p:cNvSpPr>
            <a:spLocks noGrp="1"/>
          </p:cNvSpPr>
          <p:nvPr>
            <p:ph type="body" sz="quarter" idx="16" hasCustomPrompt="1"/>
          </p:nvPr>
        </p:nvSpPr>
        <p:spPr>
          <a:xfrm>
            <a:off x="8469201" y="2872056"/>
            <a:ext cx="2736483"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5" name="Marcador de texto 45">
            <a:extLst>
              <a:ext uri="{FF2B5EF4-FFF2-40B4-BE49-F238E27FC236}">
                <a16:creationId xmlns:a16="http://schemas.microsoft.com/office/drawing/2014/main" id="{5A42A1C2-5248-A64D-8CB3-1CF326275AE3}"/>
              </a:ext>
            </a:extLst>
          </p:cNvPr>
          <p:cNvSpPr>
            <a:spLocks noGrp="1"/>
          </p:cNvSpPr>
          <p:nvPr>
            <p:ph type="body" sz="quarter" idx="17" hasCustomPrompt="1"/>
          </p:nvPr>
        </p:nvSpPr>
        <p:spPr>
          <a:xfrm>
            <a:off x="8469201" y="3286083"/>
            <a:ext cx="2736483"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7" name="Marcador de texto 45">
            <a:extLst>
              <a:ext uri="{FF2B5EF4-FFF2-40B4-BE49-F238E27FC236}">
                <a16:creationId xmlns:a16="http://schemas.microsoft.com/office/drawing/2014/main" id="{93B10E55-7595-BB4E-9691-0C44804676FB}"/>
              </a:ext>
            </a:extLst>
          </p:cNvPr>
          <p:cNvSpPr>
            <a:spLocks noGrp="1"/>
          </p:cNvSpPr>
          <p:nvPr>
            <p:ph type="body" sz="quarter" idx="18" hasCustomPrompt="1"/>
          </p:nvPr>
        </p:nvSpPr>
        <p:spPr>
          <a:xfrm>
            <a:off x="8469202" y="3620710"/>
            <a:ext cx="2736482" cy="1384995"/>
          </a:xfrm>
          <a:prstGeom prst="rect">
            <a:avLst/>
          </a:prstGeom>
        </p:spPr>
        <p:txBody>
          <a:bodyPr wrap="square" lIns="0" tIns="0" rIns="0" bIns="0" anchor="t">
            <a:spAutoFit/>
          </a:bodyPr>
          <a:lstStyle>
            <a:lvl1pPr marL="0" indent="0" algn="just">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3" name="Line">
            <a:extLst>
              <a:ext uri="{FF2B5EF4-FFF2-40B4-BE49-F238E27FC236}">
                <a16:creationId xmlns:a16="http://schemas.microsoft.com/office/drawing/2014/main" id="{481380AA-73BD-5A4A-BA02-52692AF7C704}"/>
              </a:ext>
            </a:extLst>
          </p:cNvPr>
          <p:cNvSpPr/>
          <p:nvPr userDrawn="1"/>
        </p:nvSpPr>
        <p:spPr>
          <a:xfrm>
            <a:off x="518149" y="1448780"/>
            <a:ext cx="705610"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4" name="Marcador de texto 15">
            <a:extLst>
              <a:ext uri="{FF2B5EF4-FFF2-40B4-BE49-F238E27FC236}">
                <a16:creationId xmlns:a16="http://schemas.microsoft.com/office/drawing/2014/main" id="{5A5C61C3-83AA-C146-BE23-7A54EFAA9934}"/>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5" name="Slide Number Placeholder 5">
            <a:extLst>
              <a:ext uri="{FF2B5EF4-FFF2-40B4-BE49-F238E27FC236}">
                <a16:creationId xmlns:a16="http://schemas.microsoft.com/office/drawing/2014/main" id="{F96A31B5-2A1B-6643-9647-9E9C797641AB}"/>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50230714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Grafico No. 1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55" name="Marcador de texto 45">
            <a:extLst>
              <a:ext uri="{FF2B5EF4-FFF2-40B4-BE49-F238E27FC236}">
                <a16:creationId xmlns:a16="http://schemas.microsoft.com/office/drawing/2014/main" id="{3D486B3C-980C-3245-BBED-81FFCCC1018E}"/>
              </a:ext>
            </a:extLst>
          </p:cNvPr>
          <p:cNvSpPr>
            <a:spLocks noGrp="1"/>
          </p:cNvSpPr>
          <p:nvPr>
            <p:ph type="body" sz="quarter" idx="33" hasCustomPrompt="1"/>
          </p:nvPr>
        </p:nvSpPr>
        <p:spPr>
          <a:xfrm>
            <a:off x="385916" y="1936987"/>
            <a:ext cx="1795045"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6" name="Marcador de texto 45">
            <a:extLst>
              <a:ext uri="{FF2B5EF4-FFF2-40B4-BE49-F238E27FC236}">
                <a16:creationId xmlns:a16="http://schemas.microsoft.com/office/drawing/2014/main" id="{54D8D16C-235B-5F42-95DC-11526668B42B}"/>
              </a:ext>
            </a:extLst>
          </p:cNvPr>
          <p:cNvSpPr>
            <a:spLocks noGrp="1"/>
          </p:cNvSpPr>
          <p:nvPr>
            <p:ph type="body" sz="quarter" idx="34" hasCustomPrompt="1"/>
          </p:nvPr>
        </p:nvSpPr>
        <p:spPr>
          <a:xfrm>
            <a:off x="385916" y="2206387"/>
            <a:ext cx="1795045" cy="461665"/>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12" name="Freeform 5">
            <a:extLst>
              <a:ext uri="{FF2B5EF4-FFF2-40B4-BE49-F238E27FC236}">
                <a16:creationId xmlns:a16="http://schemas.microsoft.com/office/drawing/2014/main" id="{15950B95-AE08-AB45-80D6-11FD1089C1F3}"/>
              </a:ext>
            </a:extLst>
          </p:cNvPr>
          <p:cNvSpPr>
            <a:spLocks/>
          </p:cNvSpPr>
          <p:nvPr userDrawn="1"/>
        </p:nvSpPr>
        <p:spPr bwMode="auto">
          <a:xfrm>
            <a:off x="4967168" y="1710104"/>
            <a:ext cx="2257665" cy="876170"/>
          </a:xfrm>
          <a:custGeom>
            <a:avLst/>
            <a:gdLst>
              <a:gd name="T0" fmla="*/ 820 w 1308"/>
              <a:gd name="T1" fmla="*/ 419 h 507"/>
              <a:gd name="T2" fmla="*/ 1046 w 1308"/>
              <a:gd name="T3" fmla="*/ 507 h 507"/>
              <a:gd name="T4" fmla="*/ 1055 w 1308"/>
              <a:gd name="T5" fmla="*/ 507 h 507"/>
              <a:gd name="T6" fmla="*/ 1067 w 1308"/>
              <a:gd name="T7" fmla="*/ 507 h 507"/>
              <a:gd name="T8" fmla="*/ 1074 w 1308"/>
              <a:gd name="T9" fmla="*/ 507 h 507"/>
              <a:gd name="T10" fmla="*/ 1086 w 1308"/>
              <a:gd name="T11" fmla="*/ 506 h 507"/>
              <a:gd name="T12" fmla="*/ 1093 w 1308"/>
              <a:gd name="T13" fmla="*/ 505 h 507"/>
              <a:gd name="T14" fmla="*/ 1105 w 1308"/>
              <a:gd name="T15" fmla="*/ 503 h 507"/>
              <a:gd name="T16" fmla="*/ 1111 w 1308"/>
              <a:gd name="T17" fmla="*/ 501 h 507"/>
              <a:gd name="T18" fmla="*/ 1123 w 1308"/>
              <a:gd name="T19" fmla="*/ 498 h 507"/>
              <a:gd name="T20" fmla="*/ 1135 w 1308"/>
              <a:gd name="T21" fmla="*/ 495 h 507"/>
              <a:gd name="T22" fmla="*/ 1303 w 1308"/>
              <a:gd name="T23" fmla="*/ 306 h 507"/>
              <a:gd name="T24" fmla="*/ 1304 w 1308"/>
              <a:gd name="T25" fmla="*/ 300 h 507"/>
              <a:gd name="T26" fmla="*/ 1307 w 1308"/>
              <a:gd name="T27" fmla="*/ 280 h 507"/>
              <a:gd name="T28" fmla="*/ 1308 w 1308"/>
              <a:gd name="T29" fmla="*/ 274 h 507"/>
              <a:gd name="T30" fmla="*/ 1308 w 1308"/>
              <a:gd name="T31" fmla="*/ 254 h 507"/>
              <a:gd name="T32" fmla="*/ 1308 w 1308"/>
              <a:gd name="T33" fmla="*/ 247 h 507"/>
              <a:gd name="T34" fmla="*/ 1307 w 1308"/>
              <a:gd name="T35" fmla="*/ 227 h 507"/>
              <a:gd name="T36" fmla="*/ 1305 w 1308"/>
              <a:gd name="T37" fmla="*/ 214 h 507"/>
              <a:gd name="T38" fmla="*/ 1303 w 1308"/>
              <a:gd name="T39" fmla="*/ 201 h 507"/>
              <a:gd name="T40" fmla="*/ 1299 w 1308"/>
              <a:gd name="T41" fmla="*/ 183 h 507"/>
              <a:gd name="T42" fmla="*/ 1123 w 1308"/>
              <a:gd name="T43" fmla="*/ 9 h 507"/>
              <a:gd name="T44" fmla="*/ 1117 w 1308"/>
              <a:gd name="T45" fmla="*/ 7 h 507"/>
              <a:gd name="T46" fmla="*/ 1105 w 1308"/>
              <a:gd name="T47" fmla="*/ 5 h 507"/>
              <a:gd name="T48" fmla="*/ 1099 w 1308"/>
              <a:gd name="T49" fmla="*/ 4 h 507"/>
              <a:gd name="T50" fmla="*/ 1086 w 1308"/>
              <a:gd name="T51" fmla="*/ 2 h 507"/>
              <a:gd name="T52" fmla="*/ 1080 w 1308"/>
              <a:gd name="T53" fmla="*/ 1 h 507"/>
              <a:gd name="T54" fmla="*/ 1067 w 1308"/>
              <a:gd name="T55" fmla="*/ 0 h 507"/>
              <a:gd name="T56" fmla="*/ 1061 w 1308"/>
              <a:gd name="T57" fmla="*/ 0 h 507"/>
              <a:gd name="T58" fmla="*/ 1053 w 1308"/>
              <a:gd name="T59" fmla="*/ 0 h 507"/>
              <a:gd name="T60" fmla="*/ 1047 w 1308"/>
              <a:gd name="T61" fmla="*/ 0 h 507"/>
              <a:gd name="T62" fmla="*/ 489 w 1308"/>
              <a:gd name="T63" fmla="*/ 89 h 507"/>
              <a:gd name="T64" fmla="*/ 262 w 1308"/>
              <a:gd name="T65" fmla="*/ 0 h 507"/>
              <a:gd name="T66" fmla="*/ 254 w 1308"/>
              <a:gd name="T67" fmla="*/ 0 h 507"/>
              <a:gd name="T68" fmla="*/ 241 w 1308"/>
              <a:gd name="T69" fmla="*/ 0 h 507"/>
              <a:gd name="T70" fmla="*/ 234 w 1308"/>
              <a:gd name="T71" fmla="*/ 1 h 507"/>
              <a:gd name="T72" fmla="*/ 222 w 1308"/>
              <a:gd name="T73" fmla="*/ 2 h 507"/>
              <a:gd name="T74" fmla="*/ 215 w 1308"/>
              <a:gd name="T75" fmla="*/ 3 h 507"/>
              <a:gd name="T76" fmla="*/ 203 w 1308"/>
              <a:gd name="T77" fmla="*/ 5 h 507"/>
              <a:gd name="T78" fmla="*/ 197 w 1308"/>
              <a:gd name="T79" fmla="*/ 6 h 507"/>
              <a:gd name="T80" fmla="*/ 185 w 1308"/>
              <a:gd name="T81" fmla="*/ 9 h 507"/>
              <a:gd name="T82" fmla="*/ 173 w 1308"/>
              <a:gd name="T83" fmla="*/ 13 h 507"/>
              <a:gd name="T84" fmla="*/ 5 w 1308"/>
              <a:gd name="T85" fmla="*/ 201 h 507"/>
              <a:gd name="T86" fmla="*/ 4 w 1308"/>
              <a:gd name="T87" fmla="*/ 208 h 507"/>
              <a:gd name="T88" fmla="*/ 1 w 1308"/>
              <a:gd name="T89" fmla="*/ 227 h 507"/>
              <a:gd name="T90" fmla="*/ 0 w 1308"/>
              <a:gd name="T91" fmla="*/ 234 h 507"/>
              <a:gd name="T92" fmla="*/ 0 w 1308"/>
              <a:gd name="T93" fmla="*/ 254 h 507"/>
              <a:gd name="T94" fmla="*/ 0 w 1308"/>
              <a:gd name="T95" fmla="*/ 260 h 507"/>
              <a:gd name="T96" fmla="*/ 1 w 1308"/>
              <a:gd name="T97" fmla="*/ 280 h 507"/>
              <a:gd name="T98" fmla="*/ 3 w 1308"/>
              <a:gd name="T99" fmla="*/ 293 h 507"/>
              <a:gd name="T100" fmla="*/ 5 w 1308"/>
              <a:gd name="T101" fmla="*/ 306 h 507"/>
              <a:gd name="T102" fmla="*/ 9 w 1308"/>
              <a:gd name="T103" fmla="*/ 324 h 507"/>
              <a:gd name="T104" fmla="*/ 185 w 1308"/>
              <a:gd name="T105" fmla="*/ 498 h 507"/>
              <a:gd name="T106" fmla="*/ 191 w 1308"/>
              <a:gd name="T107" fmla="*/ 500 h 507"/>
              <a:gd name="T108" fmla="*/ 203 w 1308"/>
              <a:gd name="T109" fmla="*/ 503 h 507"/>
              <a:gd name="T110" fmla="*/ 209 w 1308"/>
              <a:gd name="T111" fmla="*/ 504 h 507"/>
              <a:gd name="T112" fmla="*/ 222 w 1308"/>
              <a:gd name="T113" fmla="*/ 506 h 507"/>
              <a:gd name="T114" fmla="*/ 228 w 1308"/>
              <a:gd name="T115" fmla="*/ 506 h 507"/>
              <a:gd name="T116" fmla="*/ 241 w 1308"/>
              <a:gd name="T117" fmla="*/ 507 h 507"/>
              <a:gd name="T118" fmla="*/ 247 w 1308"/>
              <a:gd name="T119" fmla="*/ 507 h 507"/>
              <a:gd name="T120" fmla="*/ 254 w 1308"/>
              <a:gd name="T121" fmla="*/ 507 h 507"/>
              <a:gd name="T122" fmla="*/ 268 w 1308"/>
              <a:gd name="T123" fmla="*/ 507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08" h="507">
                <a:moveTo>
                  <a:pt x="489" y="418"/>
                </a:moveTo>
                <a:cubicBezTo>
                  <a:pt x="533" y="400"/>
                  <a:pt x="584" y="387"/>
                  <a:pt x="652" y="386"/>
                </a:cubicBezTo>
                <a:cubicBezTo>
                  <a:pt x="722" y="386"/>
                  <a:pt x="775" y="400"/>
                  <a:pt x="820" y="419"/>
                </a:cubicBezTo>
                <a:cubicBezTo>
                  <a:pt x="896" y="454"/>
                  <a:pt x="950" y="502"/>
                  <a:pt x="1039" y="507"/>
                </a:cubicBezTo>
                <a:cubicBezTo>
                  <a:pt x="1041" y="507"/>
                  <a:pt x="1043" y="507"/>
                  <a:pt x="1044" y="507"/>
                </a:cubicBezTo>
                <a:cubicBezTo>
                  <a:pt x="1046" y="507"/>
                  <a:pt x="1046" y="507"/>
                  <a:pt x="1046" y="507"/>
                </a:cubicBezTo>
                <a:cubicBezTo>
                  <a:pt x="1049" y="507"/>
                  <a:pt x="1052" y="507"/>
                  <a:pt x="1054" y="507"/>
                </a:cubicBezTo>
                <a:cubicBezTo>
                  <a:pt x="1055" y="507"/>
                  <a:pt x="1055" y="507"/>
                  <a:pt x="1055" y="507"/>
                </a:cubicBezTo>
                <a:cubicBezTo>
                  <a:pt x="1055" y="507"/>
                  <a:pt x="1055" y="507"/>
                  <a:pt x="1055" y="507"/>
                </a:cubicBezTo>
                <a:cubicBezTo>
                  <a:pt x="1057" y="507"/>
                  <a:pt x="1059" y="507"/>
                  <a:pt x="1061" y="507"/>
                </a:cubicBezTo>
                <a:cubicBezTo>
                  <a:pt x="1061" y="507"/>
                  <a:pt x="1061" y="507"/>
                  <a:pt x="1061" y="507"/>
                </a:cubicBezTo>
                <a:cubicBezTo>
                  <a:pt x="1063" y="507"/>
                  <a:pt x="1065" y="507"/>
                  <a:pt x="1067" y="507"/>
                </a:cubicBezTo>
                <a:cubicBezTo>
                  <a:pt x="1067" y="507"/>
                  <a:pt x="1067" y="507"/>
                  <a:pt x="1067" y="507"/>
                </a:cubicBezTo>
                <a:cubicBezTo>
                  <a:pt x="1069" y="507"/>
                  <a:pt x="1072" y="507"/>
                  <a:pt x="1074" y="507"/>
                </a:cubicBezTo>
                <a:cubicBezTo>
                  <a:pt x="1074" y="507"/>
                  <a:pt x="1074" y="507"/>
                  <a:pt x="1074" y="507"/>
                </a:cubicBezTo>
                <a:cubicBezTo>
                  <a:pt x="1076" y="507"/>
                  <a:pt x="1078" y="506"/>
                  <a:pt x="1080" y="506"/>
                </a:cubicBezTo>
                <a:cubicBezTo>
                  <a:pt x="1080" y="506"/>
                  <a:pt x="1080" y="506"/>
                  <a:pt x="1080" y="506"/>
                </a:cubicBezTo>
                <a:cubicBezTo>
                  <a:pt x="1082" y="506"/>
                  <a:pt x="1084" y="506"/>
                  <a:pt x="1086" y="506"/>
                </a:cubicBezTo>
                <a:cubicBezTo>
                  <a:pt x="1086" y="506"/>
                  <a:pt x="1086" y="506"/>
                  <a:pt x="1086" y="506"/>
                </a:cubicBezTo>
                <a:cubicBezTo>
                  <a:pt x="1088" y="505"/>
                  <a:pt x="1091" y="505"/>
                  <a:pt x="1093" y="505"/>
                </a:cubicBezTo>
                <a:cubicBezTo>
                  <a:pt x="1093" y="505"/>
                  <a:pt x="1093" y="505"/>
                  <a:pt x="1093" y="505"/>
                </a:cubicBezTo>
                <a:cubicBezTo>
                  <a:pt x="1095" y="504"/>
                  <a:pt x="1097" y="504"/>
                  <a:pt x="1099" y="504"/>
                </a:cubicBezTo>
                <a:cubicBezTo>
                  <a:pt x="1099" y="504"/>
                  <a:pt x="1099" y="504"/>
                  <a:pt x="1099" y="504"/>
                </a:cubicBezTo>
                <a:cubicBezTo>
                  <a:pt x="1101" y="503"/>
                  <a:pt x="1103" y="503"/>
                  <a:pt x="1105" y="503"/>
                </a:cubicBezTo>
                <a:cubicBezTo>
                  <a:pt x="1105" y="503"/>
                  <a:pt x="1105" y="503"/>
                  <a:pt x="1105" y="503"/>
                </a:cubicBezTo>
                <a:cubicBezTo>
                  <a:pt x="1107" y="502"/>
                  <a:pt x="1109" y="502"/>
                  <a:pt x="1111" y="501"/>
                </a:cubicBezTo>
                <a:cubicBezTo>
                  <a:pt x="1111" y="501"/>
                  <a:pt x="1111" y="501"/>
                  <a:pt x="1111" y="501"/>
                </a:cubicBezTo>
                <a:cubicBezTo>
                  <a:pt x="1113" y="501"/>
                  <a:pt x="1115" y="500"/>
                  <a:pt x="1117" y="500"/>
                </a:cubicBezTo>
                <a:cubicBezTo>
                  <a:pt x="1117" y="500"/>
                  <a:pt x="1117" y="500"/>
                  <a:pt x="1117" y="500"/>
                </a:cubicBezTo>
                <a:cubicBezTo>
                  <a:pt x="1119" y="499"/>
                  <a:pt x="1121" y="499"/>
                  <a:pt x="1123" y="498"/>
                </a:cubicBezTo>
                <a:cubicBezTo>
                  <a:pt x="1123" y="498"/>
                  <a:pt x="1123" y="498"/>
                  <a:pt x="1123" y="498"/>
                </a:cubicBezTo>
                <a:cubicBezTo>
                  <a:pt x="1127" y="497"/>
                  <a:pt x="1131" y="496"/>
                  <a:pt x="1135" y="495"/>
                </a:cubicBezTo>
                <a:cubicBezTo>
                  <a:pt x="1135" y="495"/>
                  <a:pt x="1135" y="495"/>
                  <a:pt x="1135" y="495"/>
                </a:cubicBezTo>
                <a:cubicBezTo>
                  <a:pt x="1213" y="468"/>
                  <a:pt x="1275" y="406"/>
                  <a:pt x="1299" y="324"/>
                </a:cubicBezTo>
                <a:cubicBezTo>
                  <a:pt x="1299" y="324"/>
                  <a:pt x="1299" y="324"/>
                  <a:pt x="1299" y="324"/>
                </a:cubicBezTo>
                <a:cubicBezTo>
                  <a:pt x="1300" y="318"/>
                  <a:pt x="1302" y="312"/>
                  <a:pt x="1303" y="306"/>
                </a:cubicBezTo>
                <a:cubicBezTo>
                  <a:pt x="1303" y="306"/>
                  <a:pt x="1303" y="306"/>
                  <a:pt x="1303" y="306"/>
                </a:cubicBezTo>
                <a:cubicBezTo>
                  <a:pt x="1304" y="304"/>
                  <a:pt x="1304" y="302"/>
                  <a:pt x="1304" y="300"/>
                </a:cubicBezTo>
                <a:cubicBezTo>
                  <a:pt x="1304" y="300"/>
                  <a:pt x="1304" y="300"/>
                  <a:pt x="1304" y="300"/>
                </a:cubicBezTo>
                <a:cubicBezTo>
                  <a:pt x="1305" y="297"/>
                  <a:pt x="1305" y="295"/>
                  <a:pt x="1305" y="293"/>
                </a:cubicBezTo>
                <a:cubicBezTo>
                  <a:pt x="1305" y="293"/>
                  <a:pt x="1305" y="293"/>
                  <a:pt x="1305" y="293"/>
                </a:cubicBezTo>
                <a:cubicBezTo>
                  <a:pt x="1306" y="289"/>
                  <a:pt x="1307" y="285"/>
                  <a:pt x="1307" y="280"/>
                </a:cubicBezTo>
                <a:cubicBezTo>
                  <a:pt x="1307" y="280"/>
                  <a:pt x="1307" y="280"/>
                  <a:pt x="1307" y="280"/>
                </a:cubicBezTo>
                <a:cubicBezTo>
                  <a:pt x="1307" y="278"/>
                  <a:pt x="1307" y="276"/>
                  <a:pt x="1308" y="274"/>
                </a:cubicBezTo>
                <a:cubicBezTo>
                  <a:pt x="1308" y="274"/>
                  <a:pt x="1308" y="274"/>
                  <a:pt x="1308" y="274"/>
                </a:cubicBezTo>
                <a:cubicBezTo>
                  <a:pt x="1308" y="269"/>
                  <a:pt x="1308" y="265"/>
                  <a:pt x="1308" y="260"/>
                </a:cubicBezTo>
                <a:cubicBezTo>
                  <a:pt x="1308" y="260"/>
                  <a:pt x="1308" y="260"/>
                  <a:pt x="1308" y="260"/>
                </a:cubicBezTo>
                <a:cubicBezTo>
                  <a:pt x="1308" y="258"/>
                  <a:pt x="1308" y="256"/>
                  <a:pt x="1308" y="254"/>
                </a:cubicBezTo>
                <a:cubicBezTo>
                  <a:pt x="1308" y="254"/>
                  <a:pt x="1308" y="254"/>
                  <a:pt x="1308" y="254"/>
                </a:cubicBezTo>
                <a:cubicBezTo>
                  <a:pt x="1308" y="251"/>
                  <a:pt x="1308" y="249"/>
                  <a:pt x="1308" y="247"/>
                </a:cubicBezTo>
                <a:cubicBezTo>
                  <a:pt x="1308" y="247"/>
                  <a:pt x="1308" y="247"/>
                  <a:pt x="1308" y="247"/>
                </a:cubicBezTo>
                <a:cubicBezTo>
                  <a:pt x="1308" y="243"/>
                  <a:pt x="1308" y="238"/>
                  <a:pt x="1308" y="234"/>
                </a:cubicBezTo>
                <a:cubicBezTo>
                  <a:pt x="1308" y="234"/>
                  <a:pt x="1308" y="234"/>
                  <a:pt x="1308" y="234"/>
                </a:cubicBezTo>
                <a:cubicBezTo>
                  <a:pt x="1307" y="231"/>
                  <a:pt x="1307" y="229"/>
                  <a:pt x="1307" y="227"/>
                </a:cubicBezTo>
                <a:cubicBezTo>
                  <a:pt x="1307" y="227"/>
                  <a:pt x="1307" y="227"/>
                  <a:pt x="1307" y="227"/>
                </a:cubicBezTo>
                <a:cubicBezTo>
                  <a:pt x="1307" y="223"/>
                  <a:pt x="1306" y="218"/>
                  <a:pt x="1305" y="214"/>
                </a:cubicBezTo>
                <a:cubicBezTo>
                  <a:pt x="1305" y="214"/>
                  <a:pt x="1305" y="214"/>
                  <a:pt x="1305" y="214"/>
                </a:cubicBezTo>
                <a:cubicBezTo>
                  <a:pt x="1305" y="212"/>
                  <a:pt x="1305" y="210"/>
                  <a:pt x="1304" y="208"/>
                </a:cubicBezTo>
                <a:cubicBezTo>
                  <a:pt x="1304" y="208"/>
                  <a:pt x="1304" y="208"/>
                  <a:pt x="1304" y="208"/>
                </a:cubicBezTo>
                <a:cubicBezTo>
                  <a:pt x="1304" y="206"/>
                  <a:pt x="1304" y="204"/>
                  <a:pt x="1303" y="201"/>
                </a:cubicBezTo>
                <a:cubicBezTo>
                  <a:pt x="1303" y="201"/>
                  <a:pt x="1303" y="201"/>
                  <a:pt x="1303" y="201"/>
                </a:cubicBezTo>
                <a:cubicBezTo>
                  <a:pt x="1302" y="195"/>
                  <a:pt x="1300" y="189"/>
                  <a:pt x="1299" y="183"/>
                </a:cubicBezTo>
                <a:cubicBezTo>
                  <a:pt x="1299" y="183"/>
                  <a:pt x="1299" y="183"/>
                  <a:pt x="1299" y="183"/>
                </a:cubicBezTo>
                <a:cubicBezTo>
                  <a:pt x="1275" y="102"/>
                  <a:pt x="1213" y="39"/>
                  <a:pt x="1135" y="13"/>
                </a:cubicBezTo>
                <a:cubicBezTo>
                  <a:pt x="1135" y="13"/>
                  <a:pt x="1135" y="13"/>
                  <a:pt x="1135" y="13"/>
                </a:cubicBezTo>
                <a:cubicBezTo>
                  <a:pt x="1131" y="11"/>
                  <a:pt x="1127" y="10"/>
                  <a:pt x="1123" y="9"/>
                </a:cubicBezTo>
                <a:cubicBezTo>
                  <a:pt x="1123" y="9"/>
                  <a:pt x="1123" y="9"/>
                  <a:pt x="1123" y="9"/>
                </a:cubicBezTo>
                <a:cubicBezTo>
                  <a:pt x="1121" y="9"/>
                  <a:pt x="1119" y="8"/>
                  <a:pt x="1117" y="7"/>
                </a:cubicBezTo>
                <a:cubicBezTo>
                  <a:pt x="1117" y="7"/>
                  <a:pt x="1117" y="7"/>
                  <a:pt x="1117" y="7"/>
                </a:cubicBezTo>
                <a:cubicBezTo>
                  <a:pt x="1115" y="7"/>
                  <a:pt x="1113" y="7"/>
                  <a:pt x="1111" y="6"/>
                </a:cubicBezTo>
                <a:cubicBezTo>
                  <a:pt x="1111" y="6"/>
                  <a:pt x="1111" y="6"/>
                  <a:pt x="1111" y="6"/>
                </a:cubicBezTo>
                <a:cubicBezTo>
                  <a:pt x="1109" y="6"/>
                  <a:pt x="1107" y="5"/>
                  <a:pt x="1105" y="5"/>
                </a:cubicBezTo>
                <a:cubicBezTo>
                  <a:pt x="1105" y="5"/>
                  <a:pt x="1105" y="5"/>
                  <a:pt x="1105" y="5"/>
                </a:cubicBezTo>
                <a:cubicBezTo>
                  <a:pt x="1103" y="4"/>
                  <a:pt x="1101" y="4"/>
                  <a:pt x="1099" y="4"/>
                </a:cubicBezTo>
                <a:cubicBezTo>
                  <a:pt x="1099" y="4"/>
                  <a:pt x="1099" y="4"/>
                  <a:pt x="1099" y="4"/>
                </a:cubicBezTo>
                <a:cubicBezTo>
                  <a:pt x="1097" y="3"/>
                  <a:pt x="1095" y="3"/>
                  <a:pt x="1093" y="3"/>
                </a:cubicBezTo>
                <a:cubicBezTo>
                  <a:pt x="1093" y="3"/>
                  <a:pt x="1093" y="3"/>
                  <a:pt x="1093" y="3"/>
                </a:cubicBezTo>
                <a:cubicBezTo>
                  <a:pt x="1091" y="2"/>
                  <a:pt x="1088" y="2"/>
                  <a:pt x="1086" y="2"/>
                </a:cubicBezTo>
                <a:cubicBezTo>
                  <a:pt x="1086" y="2"/>
                  <a:pt x="1086" y="2"/>
                  <a:pt x="1086" y="2"/>
                </a:cubicBezTo>
                <a:cubicBezTo>
                  <a:pt x="1084" y="1"/>
                  <a:pt x="1082" y="1"/>
                  <a:pt x="1080" y="1"/>
                </a:cubicBezTo>
                <a:cubicBezTo>
                  <a:pt x="1080" y="1"/>
                  <a:pt x="1080" y="1"/>
                  <a:pt x="1080" y="1"/>
                </a:cubicBezTo>
                <a:cubicBezTo>
                  <a:pt x="1078" y="1"/>
                  <a:pt x="1076" y="1"/>
                  <a:pt x="1074" y="1"/>
                </a:cubicBezTo>
                <a:cubicBezTo>
                  <a:pt x="1074" y="1"/>
                  <a:pt x="1074" y="1"/>
                  <a:pt x="1074" y="1"/>
                </a:cubicBezTo>
                <a:cubicBezTo>
                  <a:pt x="1072" y="0"/>
                  <a:pt x="1069" y="0"/>
                  <a:pt x="1067" y="0"/>
                </a:cubicBezTo>
                <a:cubicBezTo>
                  <a:pt x="1067" y="0"/>
                  <a:pt x="1067" y="0"/>
                  <a:pt x="1067" y="0"/>
                </a:cubicBezTo>
                <a:cubicBezTo>
                  <a:pt x="1065" y="0"/>
                  <a:pt x="1063" y="0"/>
                  <a:pt x="1061" y="0"/>
                </a:cubicBezTo>
                <a:cubicBezTo>
                  <a:pt x="1061" y="0"/>
                  <a:pt x="1061" y="0"/>
                  <a:pt x="1061" y="0"/>
                </a:cubicBezTo>
                <a:cubicBezTo>
                  <a:pt x="1059" y="0"/>
                  <a:pt x="1057" y="0"/>
                  <a:pt x="1055" y="0"/>
                </a:cubicBezTo>
                <a:cubicBezTo>
                  <a:pt x="1055" y="0"/>
                  <a:pt x="1055" y="0"/>
                  <a:pt x="1055" y="0"/>
                </a:cubicBezTo>
                <a:cubicBezTo>
                  <a:pt x="1053" y="0"/>
                  <a:pt x="1053" y="0"/>
                  <a:pt x="1053" y="0"/>
                </a:cubicBezTo>
                <a:cubicBezTo>
                  <a:pt x="1052" y="0"/>
                  <a:pt x="1051" y="0"/>
                  <a:pt x="1051" y="0"/>
                </a:cubicBezTo>
                <a:cubicBezTo>
                  <a:pt x="1050" y="0"/>
                  <a:pt x="1048" y="0"/>
                  <a:pt x="1047" y="0"/>
                </a:cubicBezTo>
                <a:cubicBezTo>
                  <a:pt x="1047" y="0"/>
                  <a:pt x="1047" y="0"/>
                  <a:pt x="1047" y="0"/>
                </a:cubicBezTo>
                <a:cubicBezTo>
                  <a:pt x="953" y="2"/>
                  <a:pt x="898" y="53"/>
                  <a:pt x="820" y="88"/>
                </a:cubicBezTo>
                <a:cubicBezTo>
                  <a:pt x="775" y="107"/>
                  <a:pt x="723" y="121"/>
                  <a:pt x="653" y="122"/>
                </a:cubicBezTo>
                <a:cubicBezTo>
                  <a:pt x="585" y="121"/>
                  <a:pt x="533" y="107"/>
                  <a:pt x="489" y="89"/>
                </a:cubicBezTo>
                <a:cubicBezTo>
                  <a:pt x="412" y="54"/>
                  <a:pt x="359" y="5"/>
                  <a:pt x="268" y="0"/>
                </a:cubicBezTo>
                <a:cubicBezTo>
                  <a:pt x="267" y="0"/>
                  <a:pt x="265" y="0"/>
                  <a:pt x="264" y="0"/>
                </a:cubicBezTo>
                <a:cubicBezTo>
                  <a:pt x="262" y="0"/>
                  <a:pt x="262" y="0"/>
                  <a:pt x="262" y="0"/>
                </a:cubicBezTo>
                <a:cubicBezTo>
                  <a:pt x="259" y="0"/>
                  <a:pt x="256" y="0"/>
                  <a:pt x="254" y="0"/>
                </a:cubicBezTo>
                <a:cubicBezTo>
                  <a:pt x="254" y="0"/>
                  <a:pt x="254" y="0"/>
                  <a:pt x="254" y="0"/>
                </a:cubicBezTo>
                <a:cubicBezTo>
                  <a:pt x="254" y="0"/>
                  <a:pt x="254" y="0"/>
                  <a:pt x="254" y="0"/>
                </a:cubicBezTo>
                <a:cubicBezTo>
                  <a:pt x="251" y="0"/>
                  <a:pt x="249" y="0"/>
                  <a:pt x="247" y="0"/>
                </a:cubicBezTo>
                <a:cubicBezTo>
                  <a:pt x="247" y="0"/>
                  <a:pt x="247" y="0"/>
                  <a:pt x="247" y="0"/>
                </a:cubicBezTo>
                <a:cubicBezTo>
                  <a:pt x="245" y="0"/>
                  <a:pt x="243" y="0"/>
                  <a:pt x="241" y="0"/>
                </a:cubicBezTo>
                <a:cubicBezTo>
                  <a:pt x="241" y="0"/>
                  <a:pt x="241" y="0"/>
                  <a:pt x="241" y="0"/>
                </a:cubicBezTo>
                <a:cubicBezTo>
                  <a:pt x="239" y="0"/>
                  <a:pt x="236" y="0"/>
                  <a:pt x="234" y="1"/>
                </a:cubicBezTo>
                <a:cubicBezTo>
                  <a:pt x="234" y="1"/>
                  <a:pt x="234" y="1"/>
                  <a:pt x="234" y="1"/>
                </a:cubicBezTo>
                <a:cubicBezTo>
                  <a:pt x="232" y="1"/>
                  <a:pt x="230" y="1"/>
                  <a:pt x="228" y="1"/>
                </a:cubicBezTo>
                <a:cubicBezTo>
                  <a:pt x="228" y="1"/>
                  <a:pt x="228" y="1"/>
                  <a:pt x="228" y="1"/>
                </a:cubicBezTo>
                <a:cubicBezTo>
                  <a:pt x="226" y="1"/>
                  <a:pt x="224" y="1"/>
                  <a:pt x="222" y="2"/>
                </a:cubicBezTo>
                <a:cubicBezTo>
                  <a:pt x="222" y="2"/>
                  <a:pt x="222" y="2"/>
                  <a:pt x="222" y="2"/>
                </a:cubicBezTo>
                <a:cubicBezTo>
                  <a:pt x="220" y="2"/>
                  <a:pt x="218" y="2"/>
                  <a:pt x="215" y="3"/>
                </a:cubicBezTo>
                <a:cubicBezTo>
                  <a:pt x="215" y="3"/>
                  <a:pt x="215" y="3"/>
                  <a:pt x="215" y="3"/>
                </a:cubicBezTo>
                <a:cubicBezTo>
                  <a:pt x="213" y="3"/>
                  <a:pt x="211" y="3"/>
                  <a:pt x="209" y="4"/>
                </a:cubicBezTo>
                <a:cubicBezTo>
                  <a:pt x="209" y="4"/>
                  <a:pt x="209" y="4"/>
                  <a:pt x="209" y="4"/>
                </a:cubicBezTo>
                <a:cubicBezTo>
                  <a:pt x="207" y="4"/>
                  <a:pt x="205" y="4"/>
                  <a:pt x="203" y="5"/>
                </a:cubicBezTo>
                <a:cubicBezTo>
                  <a:pt x="203" y="5"/>
                  <a:pt x="203" y="5"/>
                  <a:pt x="203" y="5"/>
                </a:cubicBezTo>
                <a:cubicBezTo>
                  <a:pt x="201" y="5"/>
                  <a:pt x="199" y="6"/>
                  <a:pt x="197" y="6"/>
                </a:cubicBezTo>
                <a:cubicBezTo>
                  <a:pt x="197" y="6"/>
                  <a:pt x="197" y="6"/>
                  <a:pt x="197" y="6"/>
                </a:cubicBezTo>
                <a:cubicBezTo>
                  <a:pt x="195" y="7"/>
                  <a:pt x="193" y="7"/>
                  <a:pt x="191" y="7"/>
                </a:cubicBezTo>
                <a:cubicBezTo>
                  <a:pt x="191" y="7"/>
                  <a:pt x="191" y="7"/>
                  <a:pt x="191" y="7"/>
                </a:cubicBezTo>
                <a:cubicBezTo>
                  <a:pt x="189" y="8"/>
                  <a:pt x="187" y="9"/>
                  <a:pt x="185" y="9"/>
                </a:cubicBezTo>
                <a:cubicBezTo>
                  <a:pt x="185" y="9"/>
                  <a:pt x="185" y="9"/>
                  <a:pt x="185" y="9"/>
                </a:cubicBezTo>
                <a:cubicBezTo>
                  <a:pt x="181" y="10"/>
                  <a:pt x="177" y="11"/>
                  <a:pt x="173" y="13"/>
                </a:cubicBezTo>
                <a:cubicBezTo>
                  <a:pt x="173" y="13"/>
                  <a:pt x="173" y="13"/>
                  <a:pt x="173" y="13"/>
                </a:cubicBezTo>
                <a:cubicBezTo>
                  <a:pt x="95" y="39"/>
                  <a:pt x="33" y="102"/>
                  <a:pt x="9" y="183"/>
                </a:cubicBezTo>
                <a:cubicBezTo>
                  <a:pt x="9" y="183"/>
                  <a:pt x="9" y="183"/>
                  <a:pt x="9" y="183"/>
                </a:cubicBezTo>
                <a:cubicBezTo>
                  <a:pt x="8" y="189"/>
                  <a:pt x="6" y="195"/>
                  <a:pt x="5" y="201"/>
                </a:cubicBezTo>
                <a:cubicBezTo>
                  <a:pt x="5" y="201"/>
                  <a:pt x="5" y="201"/>
                  <a:pt x="5" y="201"/>
                </a:cubicBezTo>
                <a:cubicBezTo>
                  <a:pt x="4" y="204"/>
                  <a:pt x="4" y="206"/>
                  <a:pt x="4" y="208"/>
                </a:cubicBezTo>
                <a:cubicBezTo>
                  <a:pt x="4" y="208"/>
                  <a:pt x="4" y="208"/>
                  <a:pt x="4" y="208"/>
                </a:cubicBezTo>
                <a:cubicBezTo>
                  <a:pt x="3" y="210"/>
                  <a:pt x="3" y="212"/>
                  <a:pt x="3" y="214"/>
                </a:cubicBezTo>
                <a:cubicBezTo>
                  <a:pt x="3" y="214"/>
                  <a:pt x="3" y="214"/>
                  <a:pt x="3" y="214"/>
                </a:cubicBezTo>
                <a:cubicBezTo>
                  <a:pt x="2" y="218"/>
                  <a:pt x="1" y="223"/>
                  <a:pt x="1" y="227"/>
                </a:cubicBezTo>
                <a:cubicBezTo>
                  <a:pt x="1" y="227"/>
                  <a:pt x="1" y="227"/>
                  <a:pt x="1" y="227"/>
                </a:cubicBezTo>
                <a:cubicBezTo>
                  <a:pt x="1" y="229"/>
                  <a:pt x="1" y="231"/>
                  <a:pt x="0" y="234"/>
                </a:cubicBezTo>
                <a:cubicBezTo>
                  <a:pt x="0" y="234"/>
                  <a:pt x="0" y="234"/>
                  <a:pt x="0" y="234"/>
                </a:cubicBezTo>
                <a:cubicBezTo>
                  <a:pt x="0" y="238"/>
                  <a:pt x="0" y="243"/>
                  <a:pt x="0" y="247"/>
                </a:cubicBezTo>
                <a:cubicBezTo>
                  <a:pt x="0" y="247"/>
                  <a:pt x="0" y="247"/>
                  <a:pt x="0" y="247"/>
                </a:cubicBezTo>
                <a:cubicBezTo>
                  <a:pt x="0" y="249"/>
                  <a:pt x="0" y="251"/>
                  <a:pt x="0" y="254"/>
                </a:cubicBezTo>
                <a:cubicBezTo>
                  <a:pt x="0" y="254"/>
                  <a:pt x="0" y="254"/>
                  <a:pt x="0" y="254"/>
                </a:cubicBezTo>
                <a:cubicBezTo>
                  <a:pt x="0" y="256"/>
                  <a:pt x="0" y="258"/>
                  <a:pt x="0" y="260"/>
                </a:cubicBezTo>
                <a:cubicBezTo>
                  <a:pt x="0" y="260"/>
                  <a:pt x="0" y="260"/>
                  <a:pt x="0" y="260"/>
                </a:cubicBezTo>
                <a:cubicBezTo>
                  <a:pt x="0" y="265"/>
                  <a:pt x="0" y="269"/>
                  <a:pt x="0" y="274"/>
                </a:cubicBezTo>
                <a:cubicBezTo>
                  <a:pt x="0" y="274"/>
                  <a:pt x="0" y="274"/>
                  <a:pt x="0" y="274"/>
                </a:cubicBezTo>
                <a:cubicBezTo>
                  <a:pt x="1" y="276"/>
                  <a:pt x="1" y="278"/>
                  <a:pt x="1" y="280"/>
                </a:cubicBezTo>
                <a:cubicBezTo>
                  <a:pt x="1" y="280"/>
                  <a:pt x="1" y="280"/>
                  <a:pt x="1" y="280"/>
                </a:cubicBezTo>
                <a:cubicBezTo>
                  <a:pt x="1" y="285"/>
                  <a:pt x="2" y="289"/>
                  <a:pt x="3" y="293"/>
                </a:cubicBezTo>
                <a:cubicBezTo>
                  <a:pt x="3" y="293"/>
                  <a:pt x="3" y="293"/>
                  <a:pt x="3" y="293"/>
                </a:cubicBezTo>
                <a:cubicBezTo>
                  <a:pt x="3" y="295"/>
                  <a:pt x="3" y="297"/>
                  <a:pt x="4" y="300"/>
                </a:cubicBezTo>
                <a:cubicBezTo>
                  <a:pt x="4" y="300"/>
                  <a:pt x="4" y="300"/>
                  <a:pt x="4" y="300"/>
                </a:cubicBezTo>
                <a:cubicBezTo>
                  <a:pt x="4" y="302"/>
                  <a:pt x="4" y="304"/>
                  <a:pt x="5" y="306"/>
                </a:cubicBezTo>
                <a:cubicBezTo>
                  <a:pt x="5" y="306"/>
                  <a:pt x="5" y="306"/>
                  <a:pt x="5" y="306"/>
                </a:cubicBezTo>
                <a:cubicBezTo>
                  <a:pt x="6" y="312"/>
                  <a:pt x="8" y="318"/>
                  <a:pt x="9" y="324"/>
                </a:cubicBezTo>
                <a:cubicBezTo>
                  <a:pt x="9" y="324"/>
                  <a:pt x="9" y="324"/>
                  <a:pt x="9" y="324"/>
                </a:cubicBezTo>
                <a:cubicBezTo>
                  <a:pt x="33" y="406"/>
                  <a:pt x="95" y="468"/>
                  <a:pt x="173" y="495"/>
                </a:cubicBezTo>
                <a:cubicBezTo>
                  <a:pt x="173" y="495"/>
                  <a:pt x="173" y="495"/>
                  <a:pt x="173" y="495"/>
                </a:cubicBezTo>
                <a:cubicBezTo>
                  <a:pt x="177" y="496"/>
                  <a:pt x="181" y="497"/>
                  <a:pt x="185" y="498"/>
                </a:cubicBezTo>
                <a:cubicBezTo>
                  <a:pt x="185" y="498"/>
                  <a:pt x="185" y="498"/>
                  <a:pt x="185" y="498"/>
                </a:cubicBezTo>
                <a:cubicBezTo>
                  <a:pt x="187" y="499"/>
                  <a:pt x="189" y="499"/>
                  <a:pt x="191" y="500"/>
                </a:cubicBezTo>
                <a:cubicBezTo>
                  <a:pt x="191" y="500"/>
                  <a:pt x="191" y="500"/>
                  <a:pt x="191" y="500"/>
                </a:cubicBezTo>
                <a:cubicBezTo>
                  <a:pt x="193" y="500"/>
                  <a:pt x="195" y="501"/>
                  <a:pt x="197" y="501"/>
                </a:cubicBezTo>
                <a:cubicBezTo>
                  <a:pt x="197" y="501"/>
                  <a:pt x="197" y="501"/>
                  <a:pt x="197" y="501"/>
                </a:cubicBezTo>
                <a:cubicBezTo>
                  <a:pt x="199" y="502"/>
                  <a:pt x="201" y="502"/>
                  <a:pt x="203" y="503"/>
                </a:cubicBezTo>
                <a:cubicBezTo>
                  <a:pt x="203" y="503"/>
                  <a:pt x="203" y="503"/>
                  <a:pt x="203" y="503"/>
                </a:cubicBezTo>
                <a:cubicBezTo>
                  <a:pt x="205" y="503"/>
                  <a:pt x="207" y="503"/>
                  <a:pt x="209" y="504"/>
                </a:cubicBezTo>
                <a:cubicBezTo>
                  <a:pt x="209" y="504"/>
                  <a:pt x="209" y="504"/>
                  <a:pt x="209" y="504"/>
                </a:cubicBezTo>
                <a:cubicBezTo>
                  <a:pt x="211" y="504"/>
                  <a:pt x="213" y="504"/>
                  <a:pt x="215" y="505"/>
                </a:cubicBezTo>
                <a:cubicBezTo>
                  <a:pt x="215" y="505"/>
                  <a:pt x="215" y="505"/>
                  <a:pt x="215" y="505"/>
                </a:cubicBezTo>
                <a:cubicBezTo>
                  <a:pt x="218" y="505"/>
                  <a:pt x="220" y="505"/>
                  <a:pt x="222" y="506"/>
                </a:cubicBezTo>
                <a:cubicBezTo>
                  <a:pt x="222" y="506"/>
                  <a:pt x="222" y="506"/>
                  <a:pt x="222" y="506"/>
                </a:cubicBezTo>
                <a:cubicBezTo>
                  <a:pt x="224" y="506"/>
                  <a:pt x="226" y="506"/>
                  <a:pt x="228" y="506"/>
                </a:cubicBezTo>
                <a:cubicBezTo>
                  <a:pt x="228" y="506"/>
                  <a:pt x="228" y="506"/>
                  <a:pt x="228" y="506"/>
                </a:cubicBezTo>
                <a:cubicBezTo>
                  <a:pt x="230" y="506"/>
                  <a:pt x="232" y="507"/>
                  <a:pt x="234" y="507"/>
                </a:cubicBezTo>
                <a:cubicBezTo>
                  <a:pt x="234" y="507"/>
                  <a:pt x="234" y="507"/>
                  <a:pt x="234" y="507"/>
                </a:cubicBezTo>
                <a:cubicBezTo>
                  <a:pt x="236" y="507"/>
                  <a:pt x="239" y="507"/>
                  <a:pt x="241" y="507"/>
                </a:cubicBezTo>
                <a:cubicBezTo>
                  <a:pt x="241" y="507"/>
                  <a:pt x="241" y="507"/>
                  <a:pt x="241" y="507"/>
                </a:cubicBezTo>
                <a:cubicBezTo>
                  <a:pt x="243" y="507"/>
                  <a:pt x="245" y="507"/>
                  <a:pt x="247" y="507"/>
                </a:cubicBezTo>
                <a:cubicBezTo>
                  <a:pt x="247" y="507"/>
                  <a:pt x="247" y="507"/>
                  <a:pt x="247" y="507"/>
                </a:cubicBezTo>
                <a:cubicBezTo>
                  <a:pt x="249" y="507"/>
                  <a:pt x="251" y="507"/>
                  <a:pt x="254" y="507"/>
                </a:cubicBezTo>
                <a:cubicBezTo>
                  <a:pt x="254" y="507"/>
                  <a:pt x="254" y="507"/>
                  <a:pt x="254" y="507"/>
                </a:cubicBezTo>
                <a:cubicBezTo>
                  <a:pt x="254" y="507"/>
                  <a:pt x="254" y="507"/>
                  <a:pt x="254" y="507"/>
                </a:cubicBezTo>
                <a:cubicBezTo>
                  <a:pt x="256" y="507"/>
                  <a:pt x="259" y="507"/>
                  <a:pt x="262" y="507"/>
                </a:cubicBezTo>
                <a:cubicBezTo>
                  <a:pt x="262" y="507"/>
                  <a:pt x="263" y="507"/>
                  <a:pt x="264" y="507"/>
                </a:cubicBezTo>
                <a:cubicBezTo>
                  <a:pt x="265" y="507"/>
                  <a:pt x="267" y="507"/>
                  <a:pt x="268" y="507"/>
                </a:cubicBezTo>
                <a:cubicBezTo>
                  <a:pt x="359" y="502"/>
                  <a:pt x="412" y="453"/>
                  <a:pt x="489" y="418"/>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13" name="Freeform 6">
            <a:extLst>
              <a:ext uri="{FF2B5EF4-FFF2-40B4-BE49-F238E27FC236}">
                <a16:creationId xmlns:a16="http://schemas.microsoft.com/office/drawing/2014/main" id="{1CDCBD45-A511-6C4F-B937-14267DD4AA0B}"/>
              </a:ext>
            </a:extLst>
          </p:cNvPr>
          <p:cNvSpPr>
            <a:spLocks/>
          </p:cNvSpPr>
          <p:nvPr userDrawn="1"/>
        </p:nvSpPr>
        <p:spPr bwMode="auto">
          <a:xfrm>
            <a:off x="7347189" y="4091943"/>
            <a:ext cx="834784" cy="832756"/>
          </a:xfrm>
          <a:custGeom>
            <a:avLst/>
            <a:gdLst>
              <a:gd name="T0" fmla="*/ 86 w 483"/>
              <a:gd name="T1" fmla="*/ 86 h 483"/>
              <a:gd name="T2" fmla="*/ 397 w 483"/>
              <a:gd name="T3" fmla="*/ 86 h 483"/>
              <a:gd name="T4" fmla="*/ 397 w 483"/>
              <a:gd name="T5" fmla="*/ 397 h 483"/>
              <a:gd name="T6" fmla="*/ 86 w 483"/>
              <a:gd name="T7" fmla="*/ 397 h 483"/>
              <a:gd name="T8" fmla="*/ 86 w 483"/>
              <a:gd name="T9" fmla="*/ 86 h 483"/>
            </a:gdLst>
            <a:ahLst/>
            <a:cxnLst>
              <a:cxn ang="0">
                <a:pos x="T0" y="T1"/>
              </a:cxn>
              <a:cxn ang="0">
                <a:pos x="T2" y="T3"/>
              </a:cxn>
              <a:cxn ang="0">
                <a:pos x="T4" y="T5"/>
              </a:cxn>
              <a:cxn ang="0">
                <a:pos x="T6" y="T7"/>
              </a:cxn>
              <a:cxn ang="0">
                <a:pos x="T8" y="T9"/>
              </a:cxn>
            </a:cxnLst>
            <a:rect l="0" t="0" r="r" b="b"/>
            <a:pathLst>
              <a:path w="483" h="483">
                <a:moveTo>
                  <a:pt x="86" y="86"/>
                </a:moveTo>
                <a:cubicBezTo>
                  <a:pt x="172" y="0"/>
                  <a:pt x="311" y="0"/>
                  <a:pt x="397" y="86"/>
                </a:cubicBezTo>
                <a:cubicBezTo>
                  <a:pt x="483" y="172"/>
                  <a:pt x="483" y="311"/>
                  <a:pt x="397" y="397"/>
                </a:cubicBezTo>
                <a:cubicBezTo>
                  <a:pt x="311" y="483"/>
                  <a:pt x="172" y="483"/>
                  <a:pt x="86" y="397"/>
                </a:cubicBezTo>
                <a:cubicBezTo>
                  <a:pt x="0" y="311"/>
                  <a:pt x="0" y="172"/>
                  <a:pt x="86" y="86"/>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14" name="Freeform 7">
            <a:extLst>
              <a:ext uri="{FF2B5EF4-FFF2-40B4-BE49-F238E27FC236}">
                <a16:creationId xmlns:a16="http://schemas.microsoft.com/office/drawing/2014/main" id="{F9B12FAC-A50F-CD44-8F9E-56402C46D116}"/>
              </a:ext>
            </a:extLst>
          </p:cNvPr>
          <p:cNvSpPr>
            <a:spLocks/>
          </p:cNvSpPr>
          <p:nvPr userDrawn="1"/>
        </p:nvSpPr>
        <p:spPr bwMode="auto">
          <a:xfrm>
            <a:off x="3990294" y="2684941"/>
            <a:ext cx="874253" cy="2261465"/>
          </a:xfrm>
          <a:custGeom>
            <a:avLst/>
            <a:gdLst>
              <a:gd name="T0" fmla="*/ 88 w 507"/>
              <a:gd name="T1" fmla="*/ 488 h 1309"/>
              <a:gd name="T2" fmla="*/ 0 w 507"/>
              <a:gd name="T3" fmla="*/ 262 h 1309"/>
              <a:gd name="T4" fmla="*/ 0 w 507"/>
              <a:gd name="T5" fmla="*/ 254 h 1309"/>
              <a:gd name="T6" fmla="*/ 0 w 507"/>
              <a:gd name="T7" fmla="*/ 241 h 1309"/>
              <a:gd name="T8" fmla="*/ 0 w 507"/>
              <a:gd name="T9" fmla="*/ 234 h 1309"/>
              <a:gd name="T10" fmla="*/ 1 w 507"/>
              <a:gd name="T11" fmla="*/ 222 h 1309"/>
              <a:gd name="T12" fmla="*/ 2 w 507"/>
              <a:gd name="T13" fmla="*/ 216 h 1309"/>
              <a:gd name="T14" fmla="*/ 5 w 507"/>
              <a:gd name="T15" fmla="*/ 203 h 1309"/>
              <a:gd name="T16" fmla="*/ 6 w 507"/>
              <a:gd name="T17" fmla="*/ 197 h 1309"/>
              <a:gd name="T18" fmla="*/ 9 w 507"/>
              <a:gd name="T19" fmla="*/ 185 h 1309"/>
              <a:gd name="T20" fmla="*/ 13 w 507"/>
              <a:gd name="T21" fmla="*/ 173 h 1309"/>
              <a:gd name="T22" fmla="*/ 201 w 507"/>
              <a:gd name="T23" fmla="*/ 5 h 1309"/>
              <a:gd name="T24" fmla="*/ 208 w 507"/>
              <a:gd name="T25" fmla="*/ 4 h 1309"/>
              <a:gd name="T26" fmla="*/ 227 w 507"/>
              <a:gd name="T27" fmla="*/ 1 h 1309"/>
              <a:gd name="T28" fmla="*/ 233 w 507"/>
              <a:gd name="T29" fmla="*/ 0 h 1309"/>
              <a:gd name="T30" fmla="*/ 253 w 507"/>
              <a:gd name="T31" fmla="*/ 0 h 1309"/>
              <a:gd name="T32" fmla="*/ 260 w 507"/>
              <a:gd name="T33" fmla="*/ 0 h 1309"/>
              <a:gd name="T34" fmla="*/ 280 w 507"/>
              <a:gd name="T35" fmla="*/ 1 h 1309"/>
              <a:gd name="T36" fmla="*/ 293 w 507"/>
              <a:gd name="T37" fmla="*/ 3 h 1309"/>
              <a:gd name="T38" fmla="*/ 305 w 507"/>
              <a:gd name="T39" fmla="*/ 5 h 1309"/>
              <a:gd name="T40" fmla="*/ 324 w 507"/>
              <a:gd name="T41" fmla="*/ 10 h 1309"/>
              <a:gd name="T42" fmla="*/ 498 w 507"/>
              <a:gd name="T43" fmla="*/ 185 h 1309"/>
              <a:gd name="T44" fmla="*/ 499 w 507"/>
              <a:gd name="T45" fmla="*/ 191 h 1309"/>
              <a:gd name="T46" fmla="*/ 502 w 507"/>
              <a:gd name="T47" fmla="*/ 203 h 1309"/>
              <a:gd name="T48" fmla="*/ 503 w 507"/>
              <a:gd name="T49" fmla="*/ 209 h 1309"/>
              <a:gd name="T50" fmla="*/ 505 w 507"/>
              <a:gd name="T51" fmla="*/ 222 h 1309"/>
              <a:gd name="T52" fmla="*/ 506 w 507"/>
              <a:gd name="T53" fmla="*/ 228 h 1309"/>
              <a:gd name="T54" fmla="*/ 507 w 507"/>
              <a:gd name="T55" fmla="*/ 241 h 1309"/>
              <a:gd name="T56" fmla="*/ 507 w 507"/>
              <a:gd name="T57" fmla="*/ 247 h 1309"/>
              <a:gd name="T58" fmla="*/ 507 w 507"/>
              <a:gd name="T59" fmla="*/ 255 h 1309"/>
              <a:gd name="T60" fmla="*/ 507 w 507"/>
              <a:gd name="T61" fmla="*/ 261 h 1309"/>
              <a:gd name="T62" fmla="*/ 418 w 507"/>
              <a:gd name="T63" fmla="*/ 819 h 1309"/>
              <a:gd name="T64" fmla="*/ 507 w 507"/>
              <a:gd name="T65" fmla="*/ 1047 h 1309"/>
              <a:gd name="T66" fmla="*/ 507 w 507"/>
              <a:gd name="T67" fmla="*/ 1055 h 1309"/>
              <a:gd name="T68" fmla="*/ 507 w 507"/>
              <a:gd name="T69" fmla="*/ 1067 h 1309"/>
              <a:gd name="T70" fmla="*/ 507 w 507"/>
              <a:gd name="T71" fmla="*/ 1074 h 1309"/>
              <a:gd name="T72" fmla="*/ 505 w 507"/>
              <a:gd name="T73" fmla="*/ 1086 h 1309"/>
              <a:gd name="T74" fmla="*/ 504 w 507"/>
              <a:gd name="T75" fmla="*/ 1093 h 1309"/>
              <a:gd name="T76" fmla="*/ 502 w 507"/>
              <a:gd name="T77" fmla="*/ 1105 h 1309"/>
              <a:gd name="T78" fmla="*/ 501 w 507"/>
              <a:gd name="T79" fmla="*/ 1111 h 1309"/>
              <a:gd name="T80" fmla="*/ 498 w 507"/>
              <a:gd name="T81" fmla="*/ 1123 h 1309"/>
              <a:gd name="T82" fmla="*/ 494 w 507"/>
              <a:gd name="T83" fmla="*/ 1135 h 1309"/>
              <a:gd name="T84" fmla="*/ 305 w 507"/>
              <a:gd name="T85" fmla="*/ 1303 h 1309"/>
              <a:gd name="T86" fmla="*/ 299 w 507"/>
              <a:gd name="T87" fmla="*/ 1305 h 1309"/>
              <a:gd name="T88" fmla="*/ 280 w 507"/>
              <a:gd name="T89" fmla="*/ 1307 h 1309"/>
              <a:gd name="T90" fmla="*/ 273 w 507"/>
              <a:gd name="T91" fmla="*/ 1308 h 1309"/>
              <a:gd name="T92" fmla="*/ 253 w 507"/>
              <a:gd name="T93" fmla="*/ 1309 h 1309"/>
              <a:gd name="T94" fmla="*/ 247 w 507"/>
              <a:gd name="T95" fmla="*/ 1309 h 1309"/>
              <a:gd name="T96" fmla="*/ 227 w 507"/>
              <a:gd name="T97" fmla="*/ 1307 h 1309"/>
              <a:gd name="T98" fmla="*/ 214 w 507"/>
              <a:gd name="T99" fmla="*/ 1306 h 1309"/>
              <a:gd name="T100" fmla="*/ 201 w 507"/>
              <a:gd name="T101" fmla="*/ 1303 h 1309"/>
              <a:gd name="T102" fmla="*/ 183 w 507"/>
              <a:gd name="T103" fmla="*/ 1299 h 1309"/>
              <a:gd name="T104" fmla="*/ 9 w 507"/>
              <a:gd name="T105" fmla="*/ 1123 h 1309"/>
              <a:gd name="T106" fmla="*/ 7 w 507"/>
              <a:gd name="T107" fmla="*/ 1117 h 1309"/>
              <a:gd name="T108" fmla="*/ 5 w 507"/>
              <a:gd name="T109" fmla="*/ 1105 h 1309"/>
              <a:gd name="T110" fmla="*/ 3 w 507"/>
              <a:gd name="T111" fmla="*/ 1099 h 1309"/>
              <a:gd name="T112" fmla="*/ 1 w 507"/>
              <a:gd name="T113" fmla="*/ 1086 h 1309"/>
              <a:gd name="T114" fmla="*/ 1 w 507"/>
              <a:gd name="T115" fmla="*/ 1080 h 1309"/>
              <a:gd name="T116" fmla="*/ 0 w 507"/>
              <a:gd name="T117" fmla="*/ 1067 h 1309"/>
              <a:gd name="T118" fmla="*/ 0 w 507"/>
              <a:gd name="T119" fmla="*/ 1061 h 1309"/>
              <a:gd name="T120" fmla="*/ 0 w 507"/>
              <a:gd name="T121" fmla="*/ 1055 h 1309"/>
              <a:gd name="T122" fmla="*/ 0 w 507"/>
              <a:gd name="T123" fmla="*/ 1040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07" h="1309">
                <a:moveTo>
                  <a:pt x="89" y="819"/>
                </a:moveTo>
                <a:cubicBezTo>
                  <a:pt x="107" y="775"/>
                  <a:pt x="120" y="724"/>
                  <a:pt x="121" y="656"/>
                </a:cubicBezTo>
                <a:cubicBezTo>
                  <a:pt x="121" y="586"/>
                  <a:pt x="107" y="533"/>
                  <a:pt x="88" y="488"/>
                </a:cubicBezTo>
                <a:cubicBezTo>
                  <a:pt x="53" y="412"/>
                  <a:pt x="5" y="358"/>
                  <a:pt x="0" y="269"/>
                </a:cubicBezTo>
                <a:cubicBezTo>
                  <a:pt x="0" y="267"/>
                  <a:pt x="0" y="266"/>
                  <a:pt x="0" y="264"/>
                </a:cubicBezTo>
                <a:cubicBezTo>
                  <a:pt x="0" y="262"/>
                  <a:pt x="0" y="262"/>
                  <a:pt x="0" y="262"/>
                </a:cubicBezTo>
                <a:cubicBezTo>
                  <a:pt x="0" y="259"/>
                  <a:pt x="0" y="257"/>
                  <a:pt x="0" y="254"/>
                </a:cubicBezTo>
                <a:cubicBezTo>
                  <a:pt x="0" y="254"/>
                  <a:pt x="0" y="254"/>
                  <a:pt x="0" y="254"/>
                </a:cubicBezTo>
                <a:cubicBezTo>
                  <a:pt x="0" y="254"/>
                  <a:pt x="0" y="254"/>
                  <a:pt x="0" y="254"/>
                </a:cubicBezTo>
                <a:cubicBezTo>
                  <a:pt x="0" y="251"/>
                  <a:pt x="0" y="249"/>
                  <a:pt x="0" y="247"/>
                </a:cubicBezTo>
                <a:cubicBezTo>
                  <a:pt x="0" y="247"/>
                  <a:pt x="0" y="247"/>
                  <a:pt x="0" y="247"/>
                </a:cubicBezTo>
                <a:cubicBezTo>
                  <a:pt x="0" y="245"/>
                  <a:pt x="0" y="243"/>
                  <a:pt x="0" y="241"/>
                </a:cubicBezTo>
                <a:cubicBezTo>
                  <a:pt x="0" y="241"/>
                  <a:pt x="0" y="241"/>
                  <a:pt x="0" y="241"/>
                </a:cubicBezTo>
                <a:cubicBezTo>
                  <a:pt x="0" y="239"/>
                  <a:pt x="0" y="237"/>
                  <a:pt x="0" y="234"/>
                </a:cubicBezTo>
                <a:cubicBezTo>
                  <a:pt x="0" y="234"/>
                  <a:pt x="0" y="234"/>
                  <a:pt x="0" y="234"/>
                </a:cubicBezTo>
                <a:cubicBezTo>
                  <a:pt x="0" y="232"/>
                  <a:pt x="1" y="230"/>
                  <a:pt x="1" y="228"/>
                </a:cubicBezTo>
                <a:cubicBezTo>
                  <a:pt x="1" y="228"/>
                  <a:pt x="1" y="228"/>
                  <a:pt x="1" y="228"/>
                </a:cubicBezTo>
                <a:cubicBezTo>
                  <a:pt x="1" y="226"/>
                  <a:pt x="1" y="224"/>
                  <a:pt x="1" y="222"/>
                </a:cubicBezTo>
                <a:cubicBezTo>
                  <a:pt x="1" y="222"/>
                  <a:pt x="1" y="222"/>
                  <a:pt x="1" y="222"/>
                </a:cubicBezTo>
                <a:cubicBezTo>
                  <a:pt x="2" y="220"/>
                  <a:pt x="2" y="218"/>
                  <a:pt x="2" y="216"/>
                </a:cubicBezTo>
                <a:cubicBezTo>
                  <a:pt x="2" y="216"/>
                  <a:pt x="2" y="216"/>
                  <a:pt x="2" y="216"/>
                </a:cubicBezTo>
                <a:cubicBezTo>
                  <a:pt x="3" y="214"/>
                  <a:pt x="3" y="212"/>
                  <a:pt x="3" y="209"/>
                </a:cubicBezTo>
                <a:cubicBezTo>
                  <a:pt x="3" y="209"/>
                  <a:pt x="3" y="209"/>
                  <a:pt x="3" y="209"/>
                </a:cubicBezTo>
                <a:cubicBezTo>
                  <a:pt x="4" y="207"/>
                  <a:pt x="4" y="205"/>
                  <a:pt x="5" y="203"/>
                </a:cubicBezTo>
                <a:cubicBezTo>
                  <a:pt x="5" y="203"/>
                  <a:pt x="5" y="203"/>
                  <a:pt x="5" y="203"/>
                </a:cubicBezTo>
                <a:cubicBezTo>
                  <a:pt x="5" y="201"/>
                  <a:pt x="5" y="199"/>
                  <a:pt x="6" y="197"/>
                </a:cubicBezTo>
                <a:cubicBezTo>
                  <a:pt x="6" y="197"/>
                  <a:pt x="6" y="197"/>
                  <a:pt x="6" y="197"/>
                </a:cubicBezTo>
                <a:cubicBezTo>
                  <a:pt x="6" y="195"/>
                  <a:pt x="7" y="193"/>
                  <a:pt x="7" y="191"/>
                </a:cubicBezTo>
                <a:cubicBezTo>
                  <a:pt x="7" y="191"/>
                  <a:pt x="7" y="191"/>
                  <a:pt x="7" y="191"/>
                </a:cubicBezTo>
                <a:cubicBezTo>
                  <a:pt x="8" y="189"/>
                  <a:pt x="8" y="187"/>
                  <a:pt x="9" y="185"/>
                </a:cubicBezTo>
                <a:cubicBezTo>
                  <a:pt x="9" y="185"/>
                  <a:pt x="9" y="185"/>
                  <a:pt x="9" y="185"/>
                </a:cubicBezTo>
                <a:cubicBezTo>
                  <a:pt x="10" y="181"/>
                  <a:pt x="11" y="177"/>
                  <a:pt x="12" y="173"/>
                </a:cubicBezTo>
                <a:cubicBezTo>
                  <a:pt x="13" y="173"/>
                  <a:pt x="13" y="173"/>
                  <a:pt x="13" y="173"/>
                </a:cubicBezTo>
                <a:cubicBezTo>
                  <a:pt x="38" y="95"/>
                  <a:pt x="101" y="33"/>
                  <a:pt x="183" y="10"/>
                </a:cubicBezTo>
                <a:cubicBezTo>
                  <a:pt x="183" y="10"/>
                  <a:pt x="183" y="10"/>
                  <a:pt x="183" y="10"/>
                </a:cubicBezTo>
                <a:cubicBezTo>
                  <a:pt x="189" y="8"/>
                  <a:pt x="195" y="6"/>
                  <a:pt x="201" y="5"/>
                </a:cubicBezTo>
                <a:cubicBezTo>
                  <a:pt x="201" y="5"/>
                  <a:pt x="201" y="5"/>
                  <a:pt x="201" y="5"/>
                </a:cubicBezTo>
                <a:cubicBezTo>
                  <a:pt x="203" y="5"/>
                  <a:pt x="205" y="4"/>
                  <a:pt x="208" y="4"/>
                </a:cubicBezTo>
                <a:cubicBezTo>
                  <a:pt x="208" y="4"/>
                  <a:pt x="208" y="4"/>
                  <a:pt x="208" y="4"/>
                </a:cubicBezTo>
                <a:cubicBezTo>
                  <a:pt x="210" y="3"/>
                  <a:pt x="212" y="3"/>
                  <a:pt x="214" y="3"/>
                </a:cubicBezTo>
                <a:cubicBezTo>
                  <a:pt x="214" y="3"/>
                  <a:pt x="214" y="3"/>
                  <a:pt x="214" y="3"/>
                </a:cubicBezTo>
                <a:cubicBezTo>
                  <a:pt x="218" y="2"/>
                  <a:pt x="223" y="2"/>
                  <a:pt x="227" y="1"/>
                </a:cubicBezTo>
                <a:cubicBezTo>
                  <a:pt x="227" y="1"/>
                  <a:pt x="227" y="1"/>
                  <a:pt x="227" y="1"/>
                </a:cubicBezTo>
                <a:cubicBezTo>
                  <a:pt x="229" y="1"/>
                  <a:pt x="231" y="1"/>
                  <a:pt x="233" y="0"/>
                </a:cubicBezTo>
                <a:cubicBezTo>
                  <a:pt x="233" y="0"/>
                  <a:pt x="233" y="0"/>
                  <a:pt x="233" y="0"/>
                </a:cubicBezTo>
                <a:cubicBezTo>
                  <a:pt x="238" y="0"/>
                  <a:pt x="242" y="0"/>
                  <a:pt x="247" y="0"/>
                </a:cubicBezTo>
                <a:cubicBezTo>
                  <a:pt x="247" y="0"/>
                  <a:pt x="247" y="0"/>
                  <a:pt x="247" y="0"/>
                </a:cubicBezTo>
                <a:cubicBezTo>
                  <a:pt x="249" y="0"/>
                  <a:pt x="251" y="0"/>
                  <a:pt x="253" y="0"/>
                </a:cubicBezTo>
                <a:cubicBezTo>
                  <a:pt x="253" y="0"/>
                  <a:pt x="253" y="0"/>
                  <a:pt x="253" y="0"/>
                </a:cubicBezTo>
                <a:cubicBezTo>
                  <a:pt x="256" y="0"/>
                  <a:pt x="258" y="0"/>
                  <a:pt x="260" y="0"/>
                </a:cubicBezTo>
                <a:cubicBezTo>
                  <a:pt x="260" y="0"/>
                  <a:pt x="260" y="0"/>
                  <a:pt x="260" y="0"/>
                </a:cubicBezTo>
                <a:cubicBezTo>
                  <a:pt x="265" y="0"/>
                  <a:pt x="269" y="0"/>
                  <a:pt x="273" y="0"/>
                </a:cubicBezTo>
                <a:cubicBezTo>
                  <a:pt x="273" y="0"/>
                  <a:pt x="273" y="0"/>
                  <a:pt x="273" y="0"/>
                </a:cubicBezTo>
                <a:cubicBezTo>
                  <a:pt x="276" y="1"/>
                  <a:pt x="278" y="1"/>
                  <a:pt x="280" y="1"/>
                </a:cubicBezTo>
                <a:cubicBezTo>
                  <a:pt x="280" y="1"/>
                  <a:pt x="280" y="1"/>
                  <a:pt x="280" y="1"/>
                </a:cubicBezTo>
                <a:cubicBezTo>
                  <a:pt x="284" y="2"/>
                  <a:pt x="289" y="2"/>
                  <a:pt x="293" y="3"/>
                </a:cubicBezTo>
                <a:cubicBezTo>
                  <a:pt x="293" y="3"/>
                  <a:pt x="293" y="3"/>
                  <a:pt x="293" y="3"/>
                </a:cubicBezTo>
                <a:cubicBezTo>
                  <a:pt x="295" y="3"/>
                  <a:pt x="297" y="3"/>
                  <a:pt x="299" y="4"/>
                </a:cubicBezTo>
                <a:cubicBezTo>
                  <a:pt x="299" y="4"/>
                  <a:pt x="299" y="4"/>
                  <a:pt x="299" y="4"/>
                </a:cubicBezTo>
                <a:cubicBezTo>
                  <a:pt x="301" y="4"/>
                  <a:pt x="303" y="5"/>
                  <a:pt x="305" y="5"/>
                </a:cubicBezTo>
                <a:cubicBezTo>
                  <a:pt x="305" y="5"/>
                  <a:pt x="305" y="5"/>
                  <a:pt x="305" y="5"/>
                </a:cubicBezTo>
                <a:cubicBezTo>
                  <a:pt x="312" y="6"/>
                  <a:pt x="318" y="8"/>
                  <a:pt x="324" y="10"/>
                </a:cubicBezTo>
                <a:cubicBezTo>
                  <a:pt x="324" y="10"/>
                  <a:pt x="324" y="10"/>
                  <a:pt x="324" y="10"/>
                </a:cubicBezTo>
                <a:cubicBezTo>
                  <a:pt x="405" y="33"/>
                  <a:pt x="468" y="95"/>
                  <a:pt x="494" y="173"/>
                </a:cubicBezTo>
                <a:cubicBezTo>
                  <a:pt x="494" y="173"/>
                  <a:pt x="494" y="173"/>
                  <a:pt x="494" y="173"/>
                </a:cubicBezTo>
                <a:cubicBezTo>
                  <a:pt x="496" y="177"/>
                  <a:pt x="497" y="181"/>
                  <a:pt x="498" y="185"/>
                </a:cubicBezTo>
                <a:cubicBezTo>
                  <a:pt x="498" y="185"/>
                  <a:pt x="498" y="185"/>
                  <a:pt x="498" y="185"/>
                </a:cubicBezTo>
                <a:cubicBezTo>
                  <a:pt x="498" y="187"/>
                  <a:pt x="499" y="189"/>
                  <a:pt x="499" y="191"/>
                </a:cubicBezTo>
                <a:cubicBezTo>
                  <a:pt x="499" y="191"/>
                  <a:pt x="499" y="191"/>
                  <a:pt x="499" y="191"/>
                </a:cubicBezTo>
                <a:cubicBezTo>
                  <a:pt x="500" y="193"/>
                  <a:pt x="501" y="195"/>
                  <a:pt x="501" y="197"/>
                </a:cubicBezTo>
                <a:cubicBezTo>
                  <a:pt x="501" y="197"/>
                  <a:pt x="501" y="197"/>
                  <a:pt x="501" y="197"/>
                </a:cubicBezTo>
                <a:cubicBezTo>
                  <a:pt x="501" y="199"/>
                  <a:pt x="502" y="201"/>
                  <a:pt x="502" y="203"/>
                </a:cubicBezTo>
                <a:cubicBezTo>
                  <a:pt x="502" y="203"/>
                  <a:pt x="502" y="203"/>
                  <a:pt x="502" y="203"/>
                </a:cubicBezTo>
                <a:cubicBezTo>
                  <a:pt x="503" y="205"/>
                  <a:pt x="503" y="207"/>
                  <a:pt x="503" y="209"/>
                </a:cubicBezTo>
                <a:cubicBezTo>
                  <a:pt x="503" y="209"/>
                  <a:pt x="503" y="209"/>
                  <a:pt x="503" y="209"/>
                </a:cubicBezTo>
                <a:cubicBezTo>
                  <a:pt x="504" y="212"/>
                  <a:pt x="504" y="214"/>
                  <a:pt x="504" y="216"/>
                </a:cubicBezTo>
                <a:cubicBezTo>
                  <a:pt x="504" y="216"/>
                  <a:pt x="504" y="216"/>
                  <a:pt x="504" y="216"/>
                </a:cubicBezTo>
                <a:cubicBezTo>
                  <a:pt x="505" y="218"/>
                  <a:pt x="505" y="220"/>
                  <a:pt x="505" y="222"/>
                </a:cubicBezTo>
                <a:cubicBezTo>
                  <a:pt x="505" y="222"/>
                  <a:pt x="505" y="222"/>
                  <a:pt x="505" y="222"/>
                </a:cubicBezTo>
                <a:cubicBezTo>
                  <a:pt x="506" y="224"/>
                  <a:pt x="506" y="226"/>
                  <a:pt x="506" y="228"/>
                </a:cubicBezTo>
                <a:cubicBezTo>
                  <a:pt x="506" y="228"/>
                  <a:pt x="506" y="228"/>
                  <a:pt x="506" y="228"/>
                </a:cubicBezTo>
                <a:cubicBezTo>
                  <a:pt x="506" y="230"/>
                  <a:pt x="506" y="232"/>
                  <a:pt x="507" y="234"/>
                </a:cubicBezTo>
                <a:cubicBezTo>
                  <a:pt x="507" y="234"/>
                  <a:pt x="507" y="234"/>
                  <a:pt x="507" y="234"/>
                </a:cubicBezTo>
                <a:cubicBezTo>
                  <a:pt x="507" y="237"/>
                  <a:pt x="507" y="239"/>
                  <a:pt x="507" y="241"/>
                </a:cubicBezTo>
                <a:cubicBezTo>
                  <a:pt x="507" y="241"/>
                  <a:pt x="507" y="241"/>
                  <a:pt x="507" y="241"/>
                </a:cubicBezTo>
                <a:cubicBezTo>
                  <a:pt x="507" y="243"/>
                  <a:pt x="507" y="245"/>
                  <a:pt x="507" y="247"/>
                </a:cubicBezTo>
                <a:cubicBezTo>
                  <a:pt x="507" y="247"/>
                  <a:pt x="507" y="247"/>
                  <a:pt x="507" y="247"/>
                </a:cubicBezTo>
                <a:cubicBezTo>
                  <a:pt x="507" y="249"/>
                  <a:pt x="507" y="251"/>
                  <a:pt x="507" y="254"/>
                </a:cubicBezTo>
                <a:cubicBezTo>
                  <a:pt x="507" y="254"/>
                  <a:pt x="507" y="254"/>
                  <a:pt x="507" y="254"/>
                </a:cubicBezTo>
                <a:cubicBezTo>
                  <a:pt x="507" y="255"/>
                  <a:pt x="507" y="255"/>
                  <a:pt x="507" y="255"/>
                </a:cubicBezTo>
                <a:cubicBezTo>
                  <a:pt x="507" y="256"/>
                  <a:pt x="507" y="257"/>
                  <a:pt x="507" y="258"/>
                </a:cubicBezTo>
                <a:cubicBezTo>
                  <a:pt x="507" y="259"/>
                  <a:pt x="507" y="260"/>
                  <a:pt x="507" y="261"/>
                </a:cubicBezTo>
                <a:cubicBezTo>
                  <a:pt x="507" y="261"/>
                  <a:pt x="507" y="261"/>
                  <a:pt x="507" y="261"/>
                </a:cubicBezTo>
                <a:cubicBezTo>
                  <a:pt x="505" y="355"/>
                  <a:pt x="454" y="410"/>
                  <a:pt x="419" y="488"/>
                </a:cubicBezTo>
                <a:cubicBezTo>
                  <a:pt x="400" y="533"/>
                  <a:pt x="386" y="586"/>
                  <a:pt x="385" y="656"/>
                </a:cubicBezTo>
                <a:cubicBezTo>
                  <a:pt x="386" y="723"/>
                  <a:pt x="400" y="775"/>
                  <a:pt x="418" y="819"/>
                </a:cubicBezTo>
                <a:cubicBezTo>
                  <a:pt x="453" y="896"/>
                  <a:pt x="502" y="950"/>
                  <a:pt x="507" y="1040"/>
                </a:cubicBezTo>
                <a:cubicBezTo>
                  <a:pt x="507" y="1041"/>
                  <a:pt x="507" y="1043"/>
                  <a:pt x="507" y="1044"/>
                </a:cubicBezTo>
                <a:cubicBezTo>
                  <a:pt x="507" y="1047"/>
                  <a:pt x="507" y="1047"/>
                  <a:pt x="507" y="1047"/>
                </a:cubicBezTo>
                <a:cubicBezTo>
                  <a:pt x="507" y="1049"/>
                  <a:pt x="507" y="1052"/>
                  <a:pt x="507" y="1055"/>
                </a:cubicBezTo>
                <a:cubicBezTo>
                  <a:pt x="507" y="1055"/>
                  <a:pt x="507" y="1055"/>
                  <a:pt x="507" y="1055"/>
                </a:cubicBezTo>
                <a:cubicBezTo>
                  <a:pt x="507" y="1055"/>
                  <a:pt x="507" y="1055"/>
                  <a:pt x="507" y="1055"/>
                </a:cubicBezTo>
                <a:cubicBezTo>
                  <a:pt x="507" y="1057"/>
                  <a:pt x="507" y="1059"/>
                  <a:pt x="507" y="1061"/>
                </a:cubicBezTo>
                <a:cubicBezTo>
                  <a:pt x="507" y="1061"/>
                  <a:pt x="507" y="1061"/>
                  <a:pt x="507" y="1061"/>
                </a:cubicBezTo>
                <a:cubicBezTo>
                  <a:pt x="507" y="1063"/>
                  <a:pt x="507" y="1065"/>
                  <a:pt x="507" y="1067"/>
                </a:cubicBezTo>
                <a:cubicBezTo>
                  <a:pt x="507" y="1067"/>
                  <a:pt x="507" y="1067"/>
                  <a:pt x="507" y="1067"/>
                </a:cubicBezTo>
                <a:cubicBezTo>
                  <a:pt x="507" y="1070"/>
                  <a:pt x="507" y="1072"/>
                  <a:pt x="507" y="1074"/>
                </a:cubicBezTo>
                <a:cubicBezTo>
                  <a:pt x="507" y="1074"/>
                  <a:pt x="507" y="1074"/>
                  <a:pt x="507" y="1074"/>
                </a:cubicBezTo>
                <a:cubicBezTo>
                  <a:pt x="506" y="1076"/>
                  <a:pt x="506" y="1078"/>
                  <a:pt x="506" y="1080"/>
                </a:cubicBezTo>
                <a:cubicBezTo>
                  <a:pt x="506" y="1080"/>
                  <a:pt x="506" y="1080"/>
                  <a:pt x="506" y="1080"/>
                </a:cubicBezTo>
                <a:cubicBezTo>
                  <a:pt x="506" y="1082"/>
                  <a:pt x="506" y="1084"/>
                  <a:pt x="505" y="1086"/>
                </a:cubicBezTo>
                <a:cubicBezTo>
                  <a:pt x="505" y="1086"/>
                  <a:pt x="505" y="1086"/>
                  <a:pt x="505" y="1086"/>
                </a:cubicBezTo>
                <a:cubicBezTo>
                  <a:pt x="505" y="1089"/>
                  <a:pt x="505" y="1091"/>
                  <a:pt x="504" y="1093"/>
                </a:cubicBezTo>
                <a:cubicBezTo>
                  <a:pt x="504" y="1093"/>
                  <a:pt x="504" y="1093"/>
                  <a:pt x="504" y="1093"/>
                </a:cubicBezTo>
                <a:cubicBezTo>
                  <a:pt x="504" y="1095"/>
                  <a:pt x="504" y="1097"/>
                  <a:pt x="503" y="1099"/>
                </a:cubicBezTo>
                <a:cubicBezTo>
                  <a:pt x="503" y="1099"/>
                  <a:pt x="503" y="1099"/>
                  <a:pt x="503" y="1099"/>
                </a:cubicBezTo>
                <a:cubicBezTo>
                  <a:pt x="503" y="1101"/>
                  <a:pt x="503" y="1103"/>
                  <a:pt x="502" y="1105"/>
                </a:cubicBezTo>
                <a:cubicBezTo>
                  <a:pt x="502" y="1105"/>
                  <a:pt x="502" y="1105"/>
                  <a:pt x="502" y="1105"/>
                </a:cubicBezTo>
                <a:cubicBezTo>
                  <a:pt x="502" y="1107"/>
                  <a:pt x="501" y="1109"/>
                  <a:pt x="501" y="1111"/>
                </a:cubicBezTo>
                <a:cubicBezTo>
                  <a:pt x="501" y="1111"/>
                  <a:pt x="501" y="1111"/>
                  <a:pt x="501" y="1111"/>
                </a:cubicBezTo>
                <a:cubicBezTo>
                  <a:pt x="501" y="1113"/>
                  <a:pt x="500" y="1115"/>
                  <a:pt x="499" y="1117"/>
                </a:cubicBezTo>
                <a:cubicBezTo>
                  <a:pt x="499" y="1117"/>
                  <a:pt x="499" y="1117"/>
                  <a:pt x="499" y="1117"/>
                </a:cubicBezTo>
                <a:cubicBezTo>
                  <a:pt x="499" y="1119"/>
                  <a:pt x="498" y="1121"/>
                  <a:pt x="498" y="1123"/>
                </a:cubicBezTo>
                <a:cubicBezTo>
                  <a:pt x="498" y="1123"/>
                  <a:pt x="498" y="1123"/>
                  <a:pt x="498" y="1123"/>
                </a:cubicBezTo>
                <a:cubicBezTo>
                  <a:pt x="497" y="1127"/>
                  <a:pt x="496" y="1131"/>
                  <a:pt x="494" y="1135"/>
                </a:cubicBezTo>
                <a:cubicBezTo>
                  <a:pt x="494" y="1135"/>
                  <a:pt x="494" y="1135"/>
                  <a:pt x="494" y="1135"/>
                </a:cubicBezTo>
                <a:cubicBezTo>
                  <a:pt x="468" y="1213"/>
                  <a:pt x="405" y="1276"/>
                  <a:pt x="324" y="1299"/>
                </a:cubicBezTo>
                <a:cubicBezTo>
                  <a:pt x="324" y="1299"/>
                  <a:pt x="324" y="1299"/>
                  <a:pt x="324" y="1299"/>
                </a:cubicBezTo>
                <a:cubicBezTo>
                  <a:pt x="318" y="1301"/>
                  <a:pt x="312" y="1302"/>
                  <a:pt x="305" y="1303"/>
                </a:cubicBezTo>
                <a:cubicBezTo>
                  <a:pt x="305" y="1303"/>
                  <a:pt x="305" y="1303"/>
                  <a:pt x="305" y="1303"/>
                </a:cubicBezTo>
                <a:cubicBezTo>
                  <a:pt x="303" y="1304"/>
                  <a:pt x="301" y="1304"/>
                  <a:pt x="299" y="1305"/>
                </a:cubicBezTo>
                <a:cubicBezTo>
                  <a:pt x="299" y="1305"/>
                  <a:pt x="299" y="1305"/>
                  <a:pt x="299" y="1305"/>
                </a:cubicBezTo>
                <a:cubicBezTo>
                  <a:pt x="297" y="1305"/>
                  <a:pt x="295" y="1305"/>
                  <a:pt x="293" y="1306"/>
                </a:cubicBezTo>
                <a:cubicBezTo>
                  <a:pt x="293" y="1306"/>
                  <a:pt x="293" y="1306"/>
                  <a:pt x="293" y="1306"/>
                </a:cubicBezTo>
                <a:cubicBezTo>
                  <a:pt x="289" y="1306"/>
                  <a:pt x="284" y="1307"/>
                  <a:pt x="280" y="1307"/>
                </a:cubicBezTo>
                <a:cubicBezTo>
                  <a:pt x="280" y="1307"/>
                  <a:pt x="280" y="1307"/>
                  <a:pt x="280" y="1307"/>
                </a:cubicBezTo>
                <a:cubicBezTo>
                  <a:pt x="278" y="1308"/>
                  <a:pt x="276" y="1308"/>
                  <a:pt x="273" y="1308"/>
                </a:cubicBezTo>
                <a:cubicBezTo>
                  <a:pt x="273" y="1308"/>
                  <a:pt x="273" y="1308"/>
                  <a:pt x="273" y="1308"/>
                </a:cubicBezTo>
                <a:cubicBezTo>
                  <a:pt x="269" y="1308"/>
                  <a:pt x="265" y="1308"/>
                  <a:pt x="260" y="1309"/>
                </a:cubicBezTo>
                <a:cubicBezTo>
                  <a:pt x="260" y="1309"/>
                  <a:pt x="260" y="1309"/>
                  <a:pt x="260" y="1309"/>
                </a:cubicBezTo>
                <a:cubicBezTo>
                  <a:pt x="258" y="1309"/>
                  <a:pt x="256" y="1309"/>
                  <a:pt x="253" y="1309"/>
                </a:cubicBezTo>
                <a:cubicBezTo>
                  <a:pt x="253" y="1309"/>
                  <a:pt x="253" y="1309"/>
                  <a:pt x="253" y="1309"/>
                </a:cubicBezTo>
                <a:cubicBezTo>
                  <a:pt x="251" y="1309"/>
                  <a:pt x="249" y="1309"/>
                  <a:pt x="247" y="1309"/>
                </a:cubicBezTo>
                <a:cubicBezTo>
                  <a:pt x="247" y="1309"/>
                  <a:pt x="247" y="1309"/>
                  <a:pt x="247" y="1309"/>
                </a:cubicBezTo>
                <a:cubicBezTo>
                  <a:pt x="242" y="1308"/>
                  <a:pt x="238" y="1308"/>
                  <a:pt x="233" y="1308"/>
                </a:cubicBezTo>
                <a:cubicBezTo>
                  <a:pt x="233" y="1308"/>
                  <a:pt x="233" y="1308"/>
                  <a:pt x="233" y="1308"/>
                </a:cubicBezTo>
                <a:cubicBezTo>
                  <a:pt x="231" y="1308"/>
                  <a:pt x="229" y="1308"/>
                  <a:pt x="227" y="1307"/>
                </a:cubicBezTo>
                <a:cubicBezTo>
                  <a:pt x="227" y="1307"/>
                  <a:pt x="227" y="1307"/>
                  <a:pt x="227" y="1307"/>
                </a:cubicBezTo>
                <a:cubicBezTo>
                  <a:pt x="223" y="1307"/>
                  <a:pt x="218" y="1306"/>
                  <a:pt x="214" y="1306"/>
                </a:cubicBezTo>
                <a:cubicBezTo>
                  <a:pt x="214" y="1306"/>
                  <a:pt x="214" y="1306"/>
                  <a:pt x="214" y="1306"/>
                </a:cubicBezTo>
                <a:cubicBezTo>
                  <a:pt x="212" y="1305"/>
                  <a:pt x="210" y="1305"/>
                  <a:pt x="208" y="1305"/>
                </a:cubicBezTo>
                <a:cubicBezTo>
                  <a:pt x="208" y="1305"/>
                  <a:pt x="208" y="1305"/>
                  <a:pt x="208" y="1305"/>
                </a:cubicBezTo>
                <a:cubicBezTo>
                  <a:pt x="205" y="1304"/>
                  <a:pt x="203" y="1304"/>
                  <a:pt x="201" y="1303"/>
                </a:cubicBezTo>
                <a:cubicBezTo>
                  <a:pt x="201" y="1303"/>
                  <a:pt x="201" y="1303"/>
                  <a:pt x="201" y="1303"/>
                </a:cubicBezTo>
                <a:cubicBezTo>
                  <a:pt x="195" y="1302"/>
                  <a:pt x="189" y="1301"/>
                  <a:pt x="183" y="1299"/>
                </a:cubicBezTo>
                <a:cubicBezTo>
                  <a:pt x="183" y="1299"/>
                  <a:pt x="183" y="1299"/>
                  <a:pt x="183" y="1299"/>
                </a:cubicBezTo>
                <a:cubicBezTo>
                  <a:pt x="101" y="1276"/>
                  <a:pt x="38" y="1213"/>
                  <a:pt x="13" y="1135"/>
                </a:cubicBezTo>
                <a:cubicBezTo>
                  <a:pt x="12" y="1135"/>
                  <a:pt x="12" y="1135"/>
                  <a:pt x="12" y="1135"/>
                </a:cubicBezTo>
                <a:cubicBezTo>
                  <a:pt x="11" y="1131"/>
                  <a:pt x="10" y="1127"/>
                  <a:pt x="9" y="1123"/>
                </a:cubicBezTo>
                <a:cubicBezTo>
                  <a:pt x="9" y="1123"/>
                  <a:pt x="9" y="1123"/>
                  <a:pt x="9" y="1123"/>
                </a:cubicBezTo>
                <a:cubicBezTo>
                  <a:pt x="8" y="1121"/>
                  <a:pt x="8" y="1119"/>
                  <a:pt x="7" y="1117"/>
                </a:cubicBezTo>
                <a:cubicBezTo>
                  <a:pt x="7" y="1117"/>
                  <a:pt x="7" y="1117"/>
                  <a:pt x="7" y="1117"/>
                </a:cubicBezTo>
                <a:cubicBezTo>
                  <a:pt x="7" y="1115"/>
                  <a:pt x="6" y="1113"/>
                  <a:pt x="6" y="1111"/>
                </a:cubicBezTo>
                <a:cubicBezTo>
                  <a:pt x="6" y="1111"/>
                  <a:pt x="6" y="1111"/>
                  <a:pt x="6" y="1111"/>
                </a:cubicBezTo>
                <a:cubicBezTo>
                  <a:pt x="5" y="1109"/>
                  <a:pt x="5" y="1107"/>
                  <a:pt x="5" y="1105"/>
                </a:cubicBezTo>
                <a:cubicBezTo>
                  <a:pt x="5" y="1105"/>
                  <a:pt x="5" y="1105"/>
                  <a:pt x="5" y="1105"/>
                </a:cubicBezTo>
                <a:cubicBezTo>
                  <a:pt x="4" y="1103"/>
                  <a:pt x="4" y="1101"/>
                  <a:pt x="3" y="1099"/>
                </a:cubicBezTo>
                <a:cubicBezTo>
                  <a:pt x="3" y="1099"/>
                  <a:pt x="3" y="1099"/>
                  <a:pt x="3" y="1099"/>
                </a:cubicBezTo>
                <a:cubicBezTo>
                  <a:pt x="3" y="1097"/>
                  <a:pt x="3" y="1095"/>
                  <a:pt x="2" y="1093"/>
                </a:cubicBezTo>
                <a:cubicBezTo>
                  <a:pt x="2" y="1093"/>
                  <a:pt x="2" y="1093"/>
                  <a:pt x="2" y="1093"/>
                </a:cubicBezTo>
                <a:cubicBezTo>
                  <a:pt x="2" y="1091"/>
                  <a:pt x="2" y="1089"/>
                  <a:pt x="1" y="1086"/>
                </a:cubicBezTo>
                <a:cubicBezTo>
                  <a:pt x="1" y="1086"/>
                  <a:pt x="1" y="1086"/>
                  <a:pt x="1" y="1086"/>
                </a:cubicBezTo>
                <a:cubicBezTo>
                  <a:pt x="1" y="1084"/>
                  <a:pt x="1" y="1082"/>
                  <a:pt x="1" y="1080"/>
                </a:cubicBezTo>
                <a:cubicBezTo>
                  <a:pt x="1" y="1080"/>
                  <a:pt x="1" y="1080"/>
                  <a:pt x="1" y="1080"/>
                </a:cubicBezTo>
                <a:cubicBezTo>
                  <a:pt x="1" y="1078"/>
                  <a:pt x="0" y="1076"/>
                  <a:pt x="0" y="1074"/>
                </a:cubicBezTo>
                <a:cubicBezTo>
                  <a:pt x="0" y="1074"/>
                  <a:pt x="0" y="1074"/>
                  <a:pt x="0" y="1074"/>
                </a:cubicBezTo>
                <a:cubicBezTo>
                  <a:pt x="0" y="1072"/>
                  <a:pt x="0" y="1070"/>
                  <a:pt x="0" y="1067"/>
                </a:cubicBezTo>
                <a:cubicBezTo>
                  <a:pt x="0" y="1067"/>
                  <a:pt x="0" y="1067"/>
                  <a:pt x="0" y="1067"/>
                </a:cubicBezTo>
                <a:cubicBezTo>
                  <a:pt x="0" y="1065"/>
                  <a:pt x="0" y="1063"/>
                  <a:pt x="0" y="1061"/>
                </a:cubicBezTo>
                <a:cubicBezTo>
                  <a:pt x="0" y="1061"/>
                  <a:pt x="0" y="1061"/>
                  <a:pt x="0" y="1061"/>
                </a:cubicBezTo>
                <a:cubicBezTo>
                  <a:pt x="0" y="1059"/>
                  <a:pt x="0" y="1057"/>
                  <a:pt x="0" y="1055"/>
                </a:cubicBezTo>
                <a:cubicBezTo>
                  <a:pt x="0" y="1055"/>
                  <a:pt x="0" y="1055"/>
                  <a:pt x="0" y="1055"/>
                </a:cubicBezTo>
                <a:cubicBezTo>
                  <a:pt x="0" y="1055"/>
                  <a:pt x="0" y="1055"/>
                  <a:pt x="0" y="1055"/>
                </a:cubicBezTo>
                <a:cubicBezTo>
                  <a:pt x="0" y="1052"/>
                  <a:pt x="0" y="1049"/>
                  <a:pt x="0" y="1047"/>
                </a:cubicBezTo>
                <a:cubicBezTo>
                  <a:pt x="0" y="1046"/>
                  <a:pt x="0" y="1045"/>
                  <a:pt x="0" y="1044"/>
                </a:cubicBezTo>
                <a:cubicBezTo>
                  <a:pt x="0" y="1043"/>
                  <a:pt x="0" y="1041"/>
                  <a:pt x="0" y="1040"/>
                </a:cubicBezTo>
                <a:cubicBezTo>
                  <a:pt x="5" y="950"/>
                  <a:pt x="54" y="896"/>
                  <a:pt x="89" y="81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15" name="Oval 8">
            <a:extLst>
              <a:ext uri="{FF2B5EF4-FFF2-40B4-BE49-F238E27FC236}">
                <a16:creationId xmlns:a16="http://schemas.microsoft.com/office/drawing/2014/main" id="{67B4DC7A-4E91-AE46-8252-968705F556A0}"/>
              </a:ext>
            </a:extLst>
          </p:cNvPr>
          <p:cNvSpPr>
            <a:spLocks noChangeArrowheads="1"/>
          </p:cNvSpPr>
          <p:nvPr userDrawn="1"/>
        </p:nvSpPr>
        <p:spPr bwMode="auto">
          <a:xfrm>
            <a:off x="4047525" y="2744142"/>
            <a:ext cx="759791" cy="761715"/>
          </a:xfrm>
          <a:prstGeom prst="ellipse">
            <a:avLst/>
          </a:pr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17" name="Freeform 9">
            <a:extLst>
              <a:ext uri="{FF2B5EF4-FFF2-40B4-BE49-F238E27FC236}">
                <a16:creationId xmlns:a16="http://schemas.microsoft.com/office/drawing/2014/main" id="{A31EB422-37A8-FF42-9C81-61414270A8F2}"/>
              </a:ext>
            </a:extLst>
          </p:cNvPr>
          <p:cNvSpPr>
            <a:spLocks/>
          </p:cNvSpPr>
          <p:nvPr userDrawn="1"/>
        </p:nvSpPr>
        <p:spPr bwMode="auto">
          <a:xfrm>
            <a:off x="4967168" y="5045074"/>
            <a:ext cx="2257665" cy="878144"/>
          </a:xfrm>
          <a:custGeom>
            <a:avLst/>
            <a:gdLst>
              <a:gd name="T0" fmla="*/ 820 w 1308"/>
              <a:gd name="T1" fmla="*/ 89 h 508"/>
              <a:gd name="T2" fmla="*/ 1046 w 1308"/>
              <a:gd name="T3" fmla="*/ 1 h 508"/>
              <a:gd name="T4" fmla="*/ 1055 w 1308"/>
              <a:gd name="T5" fmla="*/ 0 h 508"/>
              <a:gd name="T6" fmla="*/ 1067 w 1308"/>
              <a:gd name="T7" fmla="*/ 1 h 508"/>
              <a:gd name="T8" fmla="*/ 1074 w 1308"/>
              <a:gd name="T9" fmla="*/ 1 h 508"/>
              <a:gd name="T10" fmla="*/ 1086 w 1308"/>
              <a:gd name="T11" fmla="*/ 2 h 508"/>
              <a:gd name="T12" fmla="*/ 1093 w 1308"/>
              <a:gd name="T13" fmla="*/ 3 h 508"/>
              <a:gd name="T14" fmla="*/ 1105 w 1308"/>
              <a:gd name="T15" fmla="*/ 5 h 508"/>
              <a:gd name="T16" fmla="*/ 1111 w 1308"/>
              <a:gd name="T17" fmla="*/ 7 h 508"/>
              <a:gd name="T18" fmla="*/ 1123 w 1308"/>
              <a:gd name="T19" fmla="*/ 10 h 508"/>
              <a:gd name="T20" fmla="*/ 1135 w 1308"/>
              <a:gd name="T21" fmla="*/ 13 h 508"/>
              <a:gd name="T22" fmla="*/ 1303 w 1308"/>
              <a:gd name="T23" fmla="*/ 202 h 508"/>
              <a:gd name="T24" fmla="*/ 1304 w 1308"/>
              <a:gd name="T25" fmla="*/ 208 h 508"/>
              <a:gd name="T26" fmla="*/ 1307 w 1308"/>
              <a:gd name="T27" fmla="*/ 228 h 508"/>
              <a:gd name="T28" fmla="*/ 1308 w 1308"/>
              <a:gd name="T29" fmla="*/ 234 h 508"/>
              <a:gd name="T30" fmla="*/ 1308 w 1308"/>
              <a:gd name="T31" fmla="*/ 254 h 508"/>
              <a:gd name="T32" fmla="*/ 1308 w 1308"/>
              <a:gd name="T33" fmla="*/ 261 h 508"/>
              <a:gd name="T34" fmla="*/ 1307 w 1308"/>
              <a:gd name="T35" fmla="*/ 281 h 508"/>
              <a:gd name="T36" fmla="*/ 1305 w 1308"/>
              <a:gd name="T37" fmla="*/ 294 h 508"/>
              <a:gd name="T38" fmla="*/ 1303 w 1308"/>
              <a:gd name="T39" fmla="*/ 306 h 508"/>
              <a:gd name="T40" fmla="*/ 1299 w 1308"/>
              <a:gd name="T41" fmla="*/ 325 h 508"/>
              <a:gd name="T42" fmla="*/ 1123 w 1308"/>
              <a:gd name="T43" fmla="*/ 499 h 508"/>
              <a:gd name="T44" fmla="*/ 1117 w 1308"/>
              <a:gd name="T45" fmla="*/ 500 h 508"/>
              <a:gd name="T46" fmla="*/ 1105 w 1308"/>
              <a:gd name="T47" fmla="*/ 503 h 508"/>
              <a:gd name="T48" fmla="*/ 1099 w 1308"/>
              <a:gd name="T49" fmla="*/ 504 h 508"/>
              <a:gd name="T50" fmla="*/ 1086 w 1308"/>
              <a:gd name="T51" fmla="*/ 506 h 508"/>
              <a:gd name="T52" fmla="*/ 1080 w 1308"/>
              <a:gd name="T53" fmla="*/ 507 h 508"/>
              <a:gd name="T54" fmla="*/ 1067 w 1308"/>
              <a:gd name="T55" fmla="*/ 508 h 508"/>
              <a:gd name="T56" fmla="*/ 1061 w 1308"/>
              <a:gd name="T57" fmla="*/ 508 h 508"/>
              <a:gd name="T58" fmla="*/ 1053 w 1308"/>
              <a:gd name="T59" fmla="*/ 508 h 508"/>
              <a:gd name="T60" fmla="*/ 1047 w 1308"/>
              <a:gd name="T61" fmla="*/ 508 h 508"/>
              <a:gd name="T62" fmla="*/ 489 w 1308"/>
              <a:gd name="T63" fmla="*/ 419 h 508"/>
              <a:gd name="T64" fmla="*/ 262 w 1308"/>
              <a:gd name="T65" fmla="*/ 508 h 508"/>
              <a:gd name="T66" fmla="*/ 254 w 1308"/>
              <a:gd name="T67" fmla="*/ 508 h 508"/>
              <a:gd name="T68" fmla="*/ 241 w 1308"/>
              <a:gd name="T69" fmla="*/ 508 h 508"/>
              <a:gd name="T70" fmla="*/ 234 w 1308"/>
              <a:gd name="T71" fmla="*/ 507 h 508"/>
              <a:gd name="T72" fmla="*/ 222 w 1308"/>
              <a:gd name="T73" fmla="*/ 506 h 508"/>
              <a:gd name="T74" fmla="*/ 215 w 1308"/>
              <a:gd name="T75" fmla="*/ 505 h 508"/>
              <a:gd name="T76" fmla="*/ 203 w 1308"/>
              <a:gd name="T77" fmla="*/ 503 h 508"/>
              <a:gd name="T78" fmla="*/ 197 w 1308"/>
              <a:gd name="T79" fmla="*/ 502 h 508"/>
              <a:gd name="T80" fmla="*/ 185 w 1308"/>
              <a:gd name="T81" fmla="*/ 499 h 508"/>
              <a:gd name="T82" fmla="*/ 173 w 1308"/>
              <a:gd name="T83" fmla="*/ 495 h 508"/>
              <a:gd name="T84" fmla="*/ 5 w 1308"/>
              <a:gd name="T85" fmla="*/ 306 h 508"/>
              <a:gd name="T86" fmla="*/ 4 w 1308"/>
              <a:gd name="T87" fmla="*/ 300 h 508"/>
              <a:gd name="T88" fmla="*/ 1 w 1308"/>
              <a:gd name="T89" fmla="*/ 281 h 508"/>
              <a:gd name="T90" fmla="*/ 0 w 1308"/>
              <a:gd name="T91" fmla="*/ 274 h 508"/>
              <a:gd name="T92" fmla="*/ 0 w 1308"/>
              <a:gd name="T93" fmla="*/ 254 h 508"/>
              <a:gd name="T94" fmla="*/ 0 w 1308"/>
              <a:gd name="T95" fmla="*/ 248 h 508"/>
              <a:gd name="T96" fmla="*/ 1 w 1308"/>
              <a:gd name="T97" fmla="*/ 228 h 508"/>
              <a:gd name="T98" fmla="*/ 3 w 1308"/>
              <a:gd name="T99" fmla="*/ 215 h 508"/>
              <a:gd name="T100" fmla="*/ 5 w 1308"/>
              <a:gd name="T101" fmla="*/ 202 h 508"/>
              <a:gd name="T102" fmla="*/ 9 w 1308"/>
              <a:gd name="T103" fmla="*/ 184 h 508"/>
              <a:gd name="T104" fmla="*/ 185 w 1308"/>
              <a:gd name="T105" fmla="*/ 10 h 508"/>
              <a:gd name="T106" fmla="*/ 191 w 1308"/>
              <a:gd name="T107" fmla="*/ 8 h 508"/>
              <a:gd name="T108" fmla="*/ 203 w 1308"/>
              <a:gd name="T109" fmla="*/ 5 h 508"/>
              <a:gd name="T110" fmla="*/ 209 w 1308"/>
              <a:gd name="T111" fmla="*/ 4 h 508"/>
              <a:gd name="T112" fmla="*/ 222 w 1308"/>
              <a:gd name="T113" fmla="*/ 2 h 508"/>
              <a:gd name="T114" fmla="*/ 228 w 1308"/>
              <a:gd name="T115" fmla="*/ 2 h 508"/>
              <a:gd name="T116" fmla="*/ 241 w 1308"/>
              <a:gd name="T117" fmla="*/ 1 h 508"/>
              <a:gd name="T118" fmla="*/ 247 w 1308"/>
              <a:gd name="T119" fmla="*/ 1 h 508"/>
              <a:gd name="T120" fmla="*/ 254 w 1308"/>
              <a:gd name="T121" fmla="*/ 0 h 508"/>
              <a:gd name="T122" fmla="*/ 268 w 1308"/>
              <a:gd name="T123" fmla="*/ 1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08" h="508">
                <a:moveTo>
                  <a:pt x="489" y="89"/>
                </a:moveTo>
                <a:cubicBezTo>
                  <a:pt x="533" y="107"/>
                  <a:pt x="584" y="121"/>
                  <a:pt x="652" y="122"/>
                </a:cubicBezTo>
                <a:cubicBezTo>
                  <a:pt x="722" y="122"/>
                  <a:pt x="775" y="108"/>
                  <a:pt x="820" y="89"/>
                </a:cubicBezTo>
                <a:cubicBezTo>
                  <a:pt x="896" y="54"/>
                  <a:pt x="950" y="6"/>
                  <a:pt x="1039" y="1"/>
                </a:cubicBezTo>
                <a:cubicBezTo>
                  <a:pt x="1041" y="1"/>
                  <a:pt x="1043" y="1"/>
                  <a:pt x="1044" y="1"/>
                </a:cubicBezTo>
                <a:cubicBezTo>
                  <a:pt x="1046" y="1"/>
                  <a:pt x="1046" y="1"/>
                  <a:pt x="1046" y="1"/>
                </a:cubicBezTo>
                <a:cubicBezTo>
                  <a:pt x="1049" y="1"/>
                  <a:pt x="1052" y="0"/>
                  <a:pt x="1054" y="0"/>
                </a:cubicBezTo>
                <a:cubicBezTo>
                  <a:pt x="1055" y="0"/>
                  <a:pt x="1055" y="0"/>
                  <a:pt x="1055" y="0"/>
                </a:cubicBezTo>
                <a:cubicBezTo>
                  <a:pt x="1055" y="0"/>
                  <a:pt x="1055" y="0"/>
                  <a:pt x="1055" y="0"/>
                </a:cubicBezTo>
                <a:cubicBezTo>
                  <a:pt x="1057" y="0"/>
                  <a:pt x="1059" y="0"/>
                  <a:pt x="1061" y="1"/>
                </a:cubicBezTo>
                <a:cubicBezTo>
                  <a:pt x="1061" y="1"/>
                  <a:pt x="1061" y="1"/>
                  <a:pt x="1061" y="1"/>
                </a:cubicBezTo>
                <a:cubicBezTo>
                  <a:pt x="1063" y="1"/>
                  <a:pt x="1065" y="1"/>
                  <a:pt x="1067" y="1"/>
                </a:cubicBezTo>
                <a:cubicBezTo>
                  <a:pt x="1067" y="1"/>
                  <a:pt x="1067" y="1"/>
                  <a:pt x="1067" y="1"/>
                </a:cubicBezTo>
                <a:cubicBezTo>
                  <a:pt x="1069" y="1"/>
                  <a:pt x="1072" y="1"/>
                  <a:pt x="1074" y="1"/>
                </a:cubicBezTo>
                <a:cubicBezTo>
                  <a:pt x="1074" y="1"/>
                  <a:pt x="1074" y="1"/>
                  <a:pt x="1074" y="1"/>
                </a:cubicBezTo>
                <a:cubicBezTo>
                  <a:pt x="1076" y="1"/>
                  <a:pt x="1078" y="1"/>
                  <a:pt x="1080" y="2"/>
                </a:cubicBezTo>
                <a:cubicBezTo>
                  <a:pt x="1080" y="2"/>
                  <a:pt x="1080" y="2"/>
                  <a:pt x="1080" y="2"/>
                </a:cubicBezTo>
                <a:cubicBezTo>
                  <a:pt x="1082" y="2"/>
                  <a:pt x="1084" y="2"/>
                  <a:pt x="1086" y="2"/>
                </a:cubicBezTo>
                <a:cubicBezTo>
                  <a:pt x="1086" y="2"/>
                  <a:pt x="1086" y="2"/>
                  <a:pt x="1086" y="2"/>
                </a:cubicBezTo>
                <a:cubicBezTo>
                  <a:pt x="1088" y="3"/>
                  <a:pt x="1091" y="3"/>
                  <a:pt x="1093" y="3"/>
                </a:cubicBezTo>
                <a:cubicBezTo>
                  <a:pt x="1093" y="3"/>
                  <a:pt x="1093" y="3"/>
                  <a:pt x="1093" y="3"/>
                </a:cubicBezTo>
                <a:cubicBezTo>
                  <a:pt x="1095" y="4"/>
                  <a:pt x="1097" y="4"/>
                  <a:pt x="1099" y="4"/>
                </a:cubicBezTo>
                <a:cubicBezTo>
                  <a:pt x="1099" y="4"/>
                  <a:pt x="1099" y="4"/>
                  <a:pt x="1099" y="4"/>
                </a:cubicBezTo>
                <a:cubicBezTo>
                  <a:pt x="1101" y="5"/>
                  <a:pt x="1103" y="5"/>
                  <a:pt x="1105" y="5"/>
                </a:cubicBezTo>
                <a:cubicBezTo>
                  <a:pt x="1105" y="5"/>
                  <a:pt x="1105" y="5"/>
                  <a:pt x="1105" y="5"/>
                </a:cubicBezTo>
                <a:cubicBezTo>
                  <a:pt x="1107" y="6"/>
                  <a:pt x="1109" y="6"/>
                  <a:pt x="1111" y="7"/>
                </a:cubicBezTo>
                <a:cubicBezTo>
                  <a:pt x="1111" y="7"/>
                  <a:pt x="1111" y="7"/>
                  <a:pt x="1111" y="7"/>
                </a:cubicBezTo>
                <a:cubicBezTo>
                  <a:pt x="1113" y="7"/>
                  <a:pt x="1115" y="8"/>
                  <a:pt x="1117" y="8"/>
                </a:cubicBezTo>
                <a:cubicBezTo>
                  <a:pt x="1117" y="8"/>
                  <a:pt x="1117" y="8"/>
                  <a:pt x="1117" y="8"/>
                </a:cubicBezTo>
                <a:cubicBezTo>
                  <a:pt x="1119" y="9"/>
                  <a:pt x="1121" y="9"/>
                  <a:pt x="1123" y="10"/>
                </a:cubicBezTo>
                <a:cubicBezTo>
                  <a:pt x="1123" y="10"/>
                  <a:pt x="1123" y="10"/>
                  <a:pt x="1123" y="10"/>
                </a:cubicBezTo>
                <a:cubicBezTo>
                  <a:pt x="1127" y="11"/>
                  <a:pt x="1131" y="12"/>
                  <a:pt x="1135" y="13"/>
                </a:cubicBezTo>
                <a:cubicBezTo>
                  <a:pt x="1135" y="13"/>
                  <a:pt x="1135" y="13"/>
                  <a:pt x="1135" y="13"/>
                </a:cubicBezTo>
                <a:cubicBezTo>
                  <a:pt x="1213" y="39"/>
                  <a:pt x="1275" y="102"/>
                  <a:pt x="1299" y="184"/>
                </a:cubicBezTo>
                <a:cubicBezTo>
                  <a:pt x="1299" y="184"/>
                  <a:pt x="1299" y="184"/>
                  <a:pt x="1299" y="184"/>
                </a:cubicBezTo>
                <a:cubicBezTo>
                  <a:pt x="1300" y="190"/>
                  <a:pt x="1302" y="196"/>
                  <a:pt x="1303" y="202"/>
                </a:cubicBezTo>
                <a:cubicBezTo>
                  <a:pt x="1303" y="202"/>
                  <a:pt x="1303" y="202"/>
                  <a:pt x="1303" y="202"/>
                </a:cubicBezTo>
                <a:cubicBezTo>
                  <a:pt x="1304" y="204"/>
                  <a:pt x="1304" y="206"/>
                  <a:pt x="1304" y="208"/>
                </a:cubicBezTo>
                <a:cubicBezTo>
                  <a:pt x="1304" y="208"/>
                  <a:pt x="1304" y="208"/>
                  <a:pt x="1304" y="208"/>
                </a:cubicBezTo>
                <a:cubicBezTo>
                  <a:pt x="1305" y="210"/>
                  <a:pt x="1305" y="213"/>
                  <a:pt x="1305" y="215"/>
                </a:cubicBezTo>
                <a:cubicBezTo>
                  <a:pt x="1305" y="215"/>
                  <a:pt x="1305" y="215"/>
                  <a:pt x="1305" y="215"/>
                </a:cubicBezTo>
                <a:cubicBezTo>
                  <a:pt x="1306" y="219"/>
                  <a:pt x="1307" y="223"/>
                  <a:pt x="1307" y="228"/>
                </a:cubicBezTo>
                <a:cubicBezTo>
                  <a:pt x="1307" y="228"/>
                  <a:pt x="1307" y="228"/>
                  <a:pt x="1307" y="228"/>
                </a:cubicBezTo>
                <a:cubicBezTo>
                  <a:pt x="1307" y="230"/>
                  <a:pt x="1307" y="232"/>
                  <a:pt x="1308" y="234"/>
                </a:cubicBezTo>
                <a:cubicBezTo>
                  <a:pt x="1308" y="234"/>
                  <a:pt x="1308" y="234"/>
                  <a:pt x="1308" y="234"/>
                </a:cubicBezTo>
                <a:cubicBezTo>
                  <a:pt x="1308" y="239"/>
                  <a:pt x="1308" y="243"/>
                  <a:pt x="1308" y="248"/>
                </a:cubicBezTo>
                <a:cubicBezTo>
                  <a:pt x="1308" y="248"/>
                  <a:pt x="1308" y="248"/>
                  <a:pt x="1308" y="248"/>
                </a:cubicBezTo>
                <a:cubicBezTo>
                  <a:pt x="1308" y="250"/>
                  <a:pt x="1308" y="252"/>
                  <a:pt x="1308" y="254"/>
                </a:cubicBezTo>
                <a:cubicBezTo>
                  <a:pt x="1308" y="254"/>
                  <a:pt x="1308" y="254"/>
                  <a:pt x="1308" y="254"/>
                </a:cubicBezTo>
                <a:cubicBezTo>
                  <a:pt x="1308" y="257"/>
                  <a:pt x="1308" y="259"/>
                  <a:pt x="1308" y="261"/>
                </a:cubicBezTo>
                <a:cubicBezTo>
                  <a:pt x="1308" y="261"/>
                  <a:pt x="1308" y="261"/>
                  <a:pt x="1308" y="261"/>
                </a:cubicBezTo>
                <a:cubicBezTo>
                  <a:pt x="1308" y="265"/>
                  <a:pt x="1308" y="270"/>
                  <a:pt x="1308" y="274"/>
                </a:cubicBezTo>
                <a:cubicBezTo>
                  <a:pt x="1308" y="274"/>
                  <a:pt x="1308" y="274"/>
                  <a:pt x="1308" y="274"/>
                </a:cubicBezTo>
                <a:cubicBezTo>
                  <a:pt x="1307" y="276"/>
                  <a:pt x="1307" y="279"/>
                  <a:pt x="1307" y="281"/>
                </a:cubicBezTo>
                <a:cubicBezTo>
                  <a:pt x="1307" y="281"/>
                  <a:pt x="1307" y="281"/>
                  <a:pt x="1307" y="281"/>
                </a:cubicBezTo>
                <a:cubicBezTo>
                  <a:pt x="1307" y="285"/>
                  <a:pt x="1306" y="289"/>
                  <a:pt x="1305" y="294"/>
                </a:cubicBezTo>
                <a:cubicBezTo>
                  <a:pt x="1305" y="294"/>
                  <a:pt x="1305" y="294"/>
                  <a:pt x="1305" y="294"/>
                </a:cubicBezTo>
                <a:cubicBezTo>
                  <a:pt x="1305" y="296"/>
                  <a:pt x="1305" y="298"/>
                  <a:pt x="1304" y="300"/>
                </a:cubicBezTo>
                <a:cubicBezTo>
                  <a:pt x="1304" y="300"/>
                  <a:pt x="1304" y="300"/>
                  <a:pt x="1304" y="300"/>
                </a:cubicBezTo>
                <a:cubicBezTo>
                  <a:pt x="1304" y="302"/>
                  <a:pt x="1304" y="304"/>
                  <a:pt x="1303" y="306"/>
                </a:cubicBezTo>
                <a:cubicBezTo>
                  <a:pt x="1303" y="306"/>
                  <a:pt x="1303" y="306"/>
                  <a:pt x="1303" y="306"/>
                </a:cubicBezTo>
                <a:cubicBezTo>
                  <a:pt x="1302" y="313"/>
                  <a:pt x="1300" y="319"/>
                  <a:pt x="1299" y="325"/>
                </a:cubicBezTo>
                <a:cubicBezTo>
                  <a:pt x="1299" y="325"/>
                  <a:pt x="1299" y="325"/>
                  <a:pt x="1299" y="325"/>
                </a:cubicBezTo>
                <a:cubicBezTo>
                  <a:pt x="1275" y="406"/>
                  <a:pt x="1213" y="469"/>
                  <a:pt x="1135" y="495"/>
                </a:cubicBezTo>
                <a:cubicBezTo>
                  <a:pt x="1135" y="495"/>
                  <a:pt x="1135" y="495"/>
                  <a:pt x="1135" y="495"/>
                </a:cubicBezTo>
                <a:cubicBezTo>
                  <a:pt x="1131" y="496"/>
                  <a:pt x="1127" y="498"/>
                  <a:pt x="1123" y="499"/>
                </a:cubicBezTo>
                <a:cubicBezTo>
                  <a:pt x="1123" y="499"/>
                  <a:pt x="1123" y="499"/>
                  <a:pt x="1123" y="499"/>
                </a:cubicBezTo>
                <a:cubicBezTo>
                  <a:pt x="1121" y="499"/>
                  <a:pt x="1119" y="500"/>
                  <a:pt x="1117" y="500"/>
                </a:cubicBezTo>
                <a:cubicBezTo>
                  <a:pt x="1117" y="500"/>
                  <a:pt x="1117" y="500"/>
                  <a:pt x="1117" y="500"/>
                </a:cubicBezTo>
                <a:cubicBezTo>
                  <a:pt x="1115" y="501"/>
                  <a:pt x="1113" y="501"/>
                  <a:pt x="1111" y="502"/>
                </a:cubicBezTo>
                <a:cubicBezTo>
                  <a:pt x="1111" y="502"/>
                  <a:pt x="1111" y="502"/>
                  <a:pt x="1111" y="502"/>
                </a:cubicBezTo>
                <a:cubicBezTo>
                  <a:pt x="1109" y="502"/>
                  <a:pt x="1107" y="503"/>
                  <a:pt x="1105" y="503"/>
                </a:cubicBezTo>
                <a:cubicBezTo>
                  <a:pt x="1105" y="503"/>
                  <a:pt x="1105" y="503"/>
                  <a:pt x="1105" y="503"/>
                </a:cubicBezTo>
                <a:cubicBezTo>
                  <a:pt x="1103" y="504"/>
                  <a:pt x="1101" y="504"/>
                  <a:pt x="1099" y="504"/>
                </a:cubicBezTo>
                <a:cubicBezTo>
                  <a:pt x="1099" y="504"/>
                  <a:pt x="1099" y="504"/>
                  <a:pt x="1099" y="504"/>
                </a:cubicBezTo>
                <a:cubicBezTo>
                  <a:pt x="1097" y="505"/>
                  <a:pt x="1095" y="505"/>
                  <a:pt x="1093" y="505"/>
                </a:cubicBezTo>
                <a:cubicBezTo>
                  <a:pt x="1093" y="505"/>
                  <a:pt x="1093" y="505"/>
                  <a:pt x="1093" y="505"/>
                </a:cubicBezTo>
                <a:cubicBezTo>
                  <a:pt x="1091" y="506"/>
                  <a:pt x="1088" y="506"/>
                  <a:pt x="1086" y="506"/>
                </a:cubicBezTo>
                <a:cubicBezTo>
                  <a:pt x="1086" y="506"/>
                  <a:pt x="1086" y="506"/>
                  <a:pt x="1086" y="506"/>
                </a:cubicBezTo>
                <a:cubicBezTo>
                  <a:pt x="1084" y="506"/>
                  <a:pt x="1082" y="507"/>
                  <a:pt x="1080" y="507"/>
                </a:cubicBezTo>
                <a:cubicBezTo>
                  <a:pt x="1080" y="507"/>
                  <a:pt x="1080" y="507"/>
                  <a:pt x="1080" y="507"/>
                </a:cubicBezTo>
                <a:cubicBezTo>
                  <a:pt x="1078" y="507"/>
                  <a:pt x="1076" y="507"/>
                  <a:pt x="1074" y="507"/>
                </a:cubicBezTo>
                <a:cubicBezTo>
                  <a:pt x="1074" y="507"/>
                  <a:pt x="1074" y="507"/>
                  <a:pt x="1074" y="507"/>
                </a:cubicBezTo>
                <a:cubicBezTo>
                  <a:pt x="1072" y="508"/>
                  <a:pt x="1069" y="508"/>
                  <a:pt x="1067" y="508"/>
                </a:cubicBezTo>
                <a:cubicBezTo>
                  <a:pt x="1067" y="508"/>
                  <a:pt x="1067" y="508"/>
                  <a:pt x="1067" y="508"/>
                </a:cubicBezTo>
                <a:cubicBezTo>
                  <a:pt x="1065" y="508"/>
                  <a:pt x="1063" y="508"/>
                  <a:pt x="1061" y="508"/>
                </a:cubicBezTo>
                <a:cubicBezTo>
                  <a:pt x="1061" y="508"/>
                  <a:pt x="1061" y="508"/>
                  <a:pt x="1061" y="508"/>
                </a:cubicBezTo>
                <a:cubicBezTo>
                  <a:pt x="1059" y="508"/>
                  <a:pt x="1057" y="508"/>
                  <a:pt x="1055" y="508"/>
                </a:cubicBezTo>
                <a:cubicBezTo>
                  <a:pt x="1055" y="508"/>
                  <a:pt x="1055" y="508"/>
                  <a:pt x="1055" y="508"/>
                </a:cubicBezTo>
                <a:cubicBezTo>
                  <a:pt x="1053" y="508"/>
                  <a:pt x="1053" y="508"/>
                  <a:pt x="1053" y="508"/>
                </a:cubicBezTo>
                <a:cubicBezTo>
                  <a:pt x="1052" y="508"/>
                  <a:pt x="1051" y="508"/>
                  <a:pt x="1051" y="508"/>
                </a:cubicBezTo>
                <a:cubicBezTo>
                  <a:pt x="1050" y="508"/>
                  <a:pt x="1048" y="508"/>
                  <a:pt x="1047" y="508"/>
                </a:cubicBezTo>
                <a:cubicBezTo>
                  <a:pt x="1047" y="508"/>
                  <a:pt x="1047" y="508"/>
                  <a:pt x="1047" y="508"/>
                </a:cubicBezTo>
                <a:cubicBezTo>
                  <a:pt x="953" y="505"/>
                  <a:pt x="898" y="455"/>
                  <a:pt x="820" y="420"/>
                </a:cubicBezTo>
                <a:cubicBezTo>
                  <a:pt x="775" y="401"/>
                  <a:pt x="723" y="387"/>
                  <a:pt x="653" y="386"/>
                </a:cubicBezTo>
                <a:cubicBezTo>
                  <a:pt x="585" y="387"/>
                  <a:pt x="533" y="401"/>
                  <a:pt x="489" y="419"/>
                </a:cubicBezTo>
                <a:cubicBezTo>
                  <a:pt x="412" y="454"/>
                  <a:pt x="359" y="503"/>
                  <a:pt x="268" y="508"/>
                </a:cubicBezTo>
                <a:cubicBezTo>
                  <a:pt x="267" y="508"/>
                  <a:pt x="265" y="508"/>
                  <a:pt x="264" y="508"/>
                </a:cubicBezTo>
                <a:cubicBezTo>
                  <a:pt x="262" y="508"/>
                  <a:pt x="262" y="508"/>
                  <a:pt x="262" y="508"/>
                </a:cubicBezTo>
                <a:cubicBezTo>
                  <a:pt x="259" y="508"/>
                  <a:pt x="256" y="508"/>
                  <a:pt x="254" y="508"/>
                </a:cubicBezTo>
                <a:cubicBezTo>
                  <a:pt x="254" y="508"/>
                  <a:pt x="254" y="508"/>
                  <a:pt x="254" y="508"/>
                </a:cubicBezTo>
                <a:cubicBezTo>
                  <a:pt x="254" y="508"/>
                  <a:pt x="254" y="508"/>
                  <a:pt x="254" y="508"/>
                </a:cubicBezTo>
                <a:cubicBezTo>
                  <a:pt x="251" y="508"/>
                  <a:pt x="249" y="508"/>
                  <a:pt x="247" y="508"/>
                </a:cubicBezTo>
                <a:cubicBezTo>
                  <a:pt x="247" y="508"/>
                  <a:pt x="247" y="508"/>
                  <a:pt x="247" y="508"/>
                </a:cubicBezTo>
                <a:cubicBezTo>
                  <a:pt x="245" y="508"/>
                  <a:pt x="243" y="508"/>
                  <a:pt x="241" y="508"/>
                </a:cubicBezTo>
                <a:cubicBezTo>
                  <a:pt x="241" y="508"/>
                  <a:pt x="241" y="508"/>
                  <a:pt x="241" y="508"/>
                </a:cubicBezTo>
                <a:cubicBezTo>
                  <a:pt x="239" y="508"/>
                  <a:pt x="236" y="508"/>
                  <a:pt x="234" y="507"/>
                </a:cubicBezTo>
                <a:cubicBezTo>
                  <a:pt x="234" y="507"/>
                  <a:pt x="234" y="507"/>
                  <a:pt x="234" y="507"/>
                </a:cubicBezTo>
                <a:cubicBezTo>
                  <a:pt x="232" y="507"/>
                  <a:pt x="230" y="507"/>
                  <a:pt x="228" y="507"/>
                </a:cubicBezTo>
                <a:cubicBezTo>
                  <a:pt x="228" y="507"/>
                  <a:pt x="228" y="507"/>
                  <a:pt x="228" y="507"/>
                </a:cubicBezTo>
                <a:cubicBezTo>
                  <a:pt x="226" y="507"/>
                  <a:pt x="224" y="506"/>
                  <a:pt x="222" y="506"/>
                </a:cubicBezTo>
                <a:cubicBezTo>
                  <a:pt x="222" y="506"/>
                  <a:pt x="222" y="506"/>
                  <a:pt x="222" y="506"/>
                </a:cubicBezTo>
                <a:cubicBezTo>
                  <a:pt x="220" y="506"/>
                  <a:pt x="218" y="506"/>
                  <a:pt x="215" y="505"/>
                </a:cubicBezTo>
                <a:cubicBezTo>
                  <a:pt x="215" y="505"/>
                  <a:pt x="215" y="505"/>
                  <a:pt x="215" y="505"/>
                </a:cubicBezTo>
                <a:cubicBezTo>
                  <a:pt x="213" y="505"/>
                  <a:pt x="211" y="505"/>
                  <a:pt x="209" y="504"/>
                </a:cubicBezTo>
                <a:cubicBezTo>
                  <a:pt x="209" y="504"/>
                  <a:pt x="209" y="504"/>
                  <a:pt x="209" y="504"/>
                </a:cubicBezTo>
                <a:cubicBezTo>
                  <a:pt x="207" y="504"/>
                  <a:pt x="205" y="504"/>
                  <a:pt x="203" y="503"/>
                </a:cubicBezTo>
                <a:cubicBezTo>
                  <a:pt x="203" y="503"/>
                  <a:pt x="203" y="503"/>
                  <a:pt x="203" y="503"/>
                </a:cubicBezTo>
                <a:cubicBezTo>
                  <a:pt x="201" y="503"/>
                  <a:pt x="199" y="502"/>
                  <a:pt x="197" y="502"/>
                </a:cubicBezTo>
                <a:cubicBezTo>
                  <a:pt x="197" y="502"/>
                  <a:pt x="197" y="502"/>
                  <a:pt x="197" y="502"/>
                </a:cubicBezTo>
                <a:cubicBezTo>
                  <a:pt x="195" y="501"/>
                  <a:pt x="193" y="501"/>
                  <a:pt x="191" y="500"/>
                </a:cubicBezTo>
                <a:cubicBezTo>
                  <a:pt x="191" y="500"/>
                  <a:pt x="191" y="500"/>
                  <a:pt x="191" y="500"/>
                </a:cubicBezTo>
                <a:cubicBezTo>
                  <a:pt x="189" y="500"/>
                  <a:pt x="187" y="499"/>
                  <a:pt x="185" y="499"/>
                </a:cubicBezTo>
                <a:cubicBezTo>
                  <a:pt x="185" y="499"/>
                  <a:pt x="185" y="499"/>
                  <a:pt x="185" y="499"/>
                </a:cubicBezTo>
                <a:cubicBezTo>
                  <a:pt x="181" y="498"/>
                  <a:pt x="177" y="496"/>
                  <a:pt x="173" y="495"/>
                </a:cubicBezTo>
                <a:cubicBezTo>
                  <a:pt x="173" y="495"/>
                  <a:pt x="173" y="495"/>
                  <a:pt x="173" y="495"/>
                </a:cubicBezTo>
                <a:cubicBezTo>
                  <a:pt x="95" y="469"/>
                  <a:pt x="33" y="406"/>
                  <a:pt x="9" y="325"/>
                </a:cubicBezTo>
                <a:cubicBezTo>
                  <a:pt x="9" y="325"/>
                  <a:pt x="9" y="325"/>
                  <a:pt x="9" y="325"/>
                </a:cubicBezTo>
                <a:cubicBezTo>
                  <a:pt x="8" y="319"/>
                  <a:pt x="6" y="313"/>
                  <a:pt x="5" y="306"/>
                </a:cubicBezTo>
                <a:cubicBezTo>
                  <a:pt x="5" y="306"/>
                  <a:pt x="5" y="306"/>
                  <a:pt x="5" y="306"/>
                </a:cubicBezTo>
                <a:cubicBezTo>
                  <a:pt x="4" y="304"/>
                  <a:pt x="4" y="302"/>
                  <a:pt x="4" y="300"/>
                </a:cubicBezTo>
                <a:cubicBezTo>
                  <a:pt x="4" y="300"/>
                  <a:pt x="4" y="300"/>
                  <a:pt x="4" y="300"/>
                </a:cubicBezTo>
                <a:cubicBezTo>
                  <a:pt x="3" y="298"/>
                  <a:pt x="3" y="296"/>
                  <a:pt x="3" y="294"/>
                </a:cubicBezTo>
                <a:cubicBezTo>
                  <a:pt x="3" y="294"/>
                  <a:pt x="3" y="294"/>
                  <a:pt x="3" y="294"/>
                </a:cubicBezTo>
                <a:cubicBezTo>
                  <a:pt x="2" y="289"/>
                  <a:pt x="1" y="285"/>
                  <a:pt x="1" y="281"/>
                </a:cubicBezTo>
                <a:cubicBezTo>
                  <a:pt x="1" y="281"/>
                  <a:pt x="1" y="281"/>
                  <a:pt x="1" y="281"/>
                </a:cubicBezTo>
                <a:cubicBezTo>
                  <a:pt x="1" y="279"/>
                  <a:pt x="1" y="276"/>
                  <a:pt x="0" y="274"/>
                </a:cubicBezTo>
                <a:cubicBezTo>
                  <a:pt x="0" y="274"/>
                  <a:pt x="0" y="274"/>
                  <a:pt x="0" y="274"/>
                </a:cubicBezTo>
                <a:cubicBezTo>
                  <a:pt x="0" y="270"/>
                  <a:pt x="0" y="265"/>
                  <a:pt x="0" y="261"/>
                </a:cubicBezTo>
                <a:cubicBezTo>
                  <a:pt x="0" y="261"/>
                  <a:pt x="0" y="261"/>
                  <a:pt x="0" y="261"/>
                </a:cubicBezTo>
                <a:cubicBezTo>
                  <a:pt x="0" y="259"/>
                  <a:pt x="0" y="257"/>
                  <a:pt x="0" y="254"/>
                </a:cubicBezTo>
                <a:cubicBezTo>
                  <a:pt x="0" y="254"/>
                  <a:pt x="0" y="254"/>
                  <a:pt x="0" y="254"/>
                </a:cubicBezTo>
                <a:cubicBezTo>
                  <a:pt x="0" y="252"/>
                  <a:pt x="0" y="250"/>
                  <a:pt x="0" y="248"/>
                </a:cubicBezTo>
                <a:cubicBezTo>
                  <a:pt x="0" y="248"/>
                  <a:pt x="0" y="248"/>
                  <a:pt x="0" y="248"/>
                </a:cubicBezTo>
                <a:cubicBezTo>
                  <a:pt x="0" y="243"/>
                  <a:pt x="0" y="239"/>
                  <a:pt x="0" y="234"/>
                </a:cubicBezTo>
                <a:cubicBezTo>
                  <a:pt x="0" y="234"/>
                  <a:pt x="0" y="234"/>
                  <a:pt x="0" y="234"/>
                </a:cubicBezTo>
                <a:cubicBezTo>
                  <a:pt x="1" y="232"/>
                  <a:pt x="1" y="230"/>
                  <a:pt x="1" y="228"/>
                </a:cubicBezTo>
                <a:cubicBezTo>
                  <a:pt x="1" y="228"/>
                  <a:pt x="1" y="228"/>
                  <a:pt x="1" y="228"/>
                </a:cubicBezTo>
                <a:cubicBezTo>
                  <a:pt x="1" y="223"/>
                  <a:pt x="2" y="219"/>
                  <a:pt x="3" y="215"/>
                </a:cubicBezTo>
                <a:cubicBezTo>
                  <a:pt x="3" y="215"/>
                  <a:pt x="3" y="215"/>
                  <a:pt x="3" y="215"/>
                </a:cubicBezTo>
                <a:cubicBezTo>
                  <a:pt x="3" y="213"/>
                  <a:pt x="3" y="210"/>
                  <a:pt x="4" y="208"/>
                </a:cubicBezTo>
                <a:cubicBezTo>
                  <a:pt x="4" y="208"/>
                  <a:pt x="4" y="208"/>
                  <a:pt x="4" y="208"/>
                </a:cubicBezTo>
                <a:cubicBezTo>
                  <a:pt x="4" y="206"/>
                  <a:pt x="4" y="204"/>
                  <a:pt x="5" y="202"/>
                </a:cubicBezTo>
                <a:cubicBezTo>
                  <a:pt x="5" y="202"/>
                  <a:pt x="5" y="202"/>
                  <a:pt x="5" y="202"/>
                </a:cubicBezTo>
                <a:cubicBezTo>
                  <a:pt x="6" y="196"/>
                  <a:pt x="8" y="190"/>
                  <a:pt x="9" y="184"/>
                </a:cubicBezTo>
                <a:cubicBezTo>
                  <a:pt x="9" y="184"/>
                  <a:pt x="9" y="184"/>
                  <a:pt x="9" y="184"/>
                </a:cubicBezTo>
                <a:cubicBezTo>
                  <a:pt x="33" y="102"/>
                  <a:pt x="95" y="39"/>
                  <a:pt x="173" y="13"/>
                </a:cubicBezTo>
                <a:cubicBezTo>
                  <a:pt x="173" y="13"/>
                  <a:pt x="173" y="13"/>
                  <a:pt x="173" y="13"/>
                </a:cubicBezTo>
                <a:cubicBezTo>
                  <a:pt x="177" y="12"/>
                  <a:pt x="181" y="11"/>
                  <a:pt x="185" y="10"/>
                </a:cubicBezTo>
                <a:cubicBezTo>
                  <a:pt x="185" y="10"/>
                  <a:pt x="185" y="10"/>
                  <a:pt x="185" y="10"/>
                </a:cubicBezTo>
                <a:cubicBezTo>
                  <a:pt x="187" y="9"/>
                  <a:pt x="189" y="9"/>
                  <a:pt x="191" y="8"/>
                </a:cubicBezTo>
                <a:cubicBezTo>
                  <a:pt x="191" y="8"/>
                  <a:pt x="191" y="8"/>
                  <a:pt x="191" y="8"/>
                </a:cubicBezTo>
                <a:cubicBezTo>
                  <a:pt x="193" y="8"/>
                  <a:pt x="195" y="7"/>
                  <a:pt x="197" y="7"/>
                </a:cubicBezTo>
                <a:cubicBezTo>
                  <a:pt x="197" y="7"/>
                  <a:pt x="197" y="7"/>
                  <a:pt x="197" y="7"/>
                </a:cubicBezTo>
                <a:cubicBezTo>
                  <a:pt x="199" y="6"/>
                  <a:pt x="201" y="6"/>
                  <a:pt x="203" y="5"/>
                </a:cubicBezTo>
                <a:cubicBezTo>
                  <a:pt x="203" y="5"/>
                  <a:pt x="203" y="5"/>
                  <a:pt x="203" y="5"/>
                </a:cubicBezTo>
                <a:cubicBezTo>
                  <a:pt x="205" y="5"/>
                  <a:pt x="207" y="5"/>
                  <a:pt x="209" y="4"/>
                </a:cubicBezTo>
                <a:cubicBezTo>
                  <a:pt x="209" y="4"/>
                  <a:pt x="209" y="4"/>
                  <a:pt x="209" y="4"/>
                </a:cubicBezTo>
                <a:cubicBezTo>
                  <a:pt x="211" y="4"/>
                  <a:pt x="213" y="4"/>
                  <a:pt x="215" y="3"/>
                </a:cubicBezTo>
                <a:cubicBezTo>
                  <a:pt x="215" y="3"/>
                  <a:pt x="215" y="3"/>
                  <a:pt x="215" y="3"/>
                </a:cubicBezTo>
                <a:cubicBezTo>
                  <a:pt x="218" y="3"/>
                  <a:pt x="220" y="3"/>
                  <a:pt x="222" y="2"/>
                </a:cubicBezTo>
                <a:cubicBezTo>
                  <a:pt x="222" y="2"/>
                  <a:pt x="222" y="2"/>
                  <a:pt x="222" y="2"/>
                </a:cubicBezTo>
                <a:cubicBezTo>
                  <a:pt x="224" y="2"/>
                  <a:pt x="226" y="2"/>
                  <a:pt x="228" y="2"/>
                </a:cubicBezTo>
                <a:cubicBezTo>
                  <a:pt x="228" y="2"/>
                  <a:pt x="228" y="2"/>
                  <a:pt x="228" y="2"/>
                </a:cubicBezTo>
                <a:cubicBezTo>
                  <a:pt x="230" y="1"/>
                  <a:pt x="232" y="1"/>
                  <a:pt x="234" y="1"/>
                </a:cubicBezTo>
                <a:cubicBezTo>
                  <a:pt x="234" y="1"/>
                  <a:pt x="234" y="1"/>
                  <a:pt x="234" y="1"/>
                </a:cubicBezTo>
                <a:cubicBezTo>
                  <a:pt x="236" y="1"/>
                  <a:pt x="239" y="1"/>
                  <a:pt x="241" y="1"/>
                </a:cubicBezTo>
                <a:cubicBezTo>
                  <a:pt x="241" y="1"/>
                  <a:pt x="241" y="1"/>
                  <a:pt x="241" y="1"/>
                </a:cubicBezTo>
                <a:cubicBezTo>
                  <a:pt x="243" y="1"/>
                  <a:pt x="245" y="1"/>
                  <a:pt x="247" y="1"/>
                </a:cubicBezTo>
                <a:cubicBezTo>
                  <a:pt x="247" y="1"/>
                  <a:pt x="247" y="1"/>
                  <a:pt x="247" y="1"/>
                </a:cubicBezTo>
                <a:cubicBezTo>
                  <a:pt x="249" y="0"/>
                  <a:pt x="251" y="0"/>
                  <a:pt x="254" y="0"/>
                </a:cubicBezTo>
                <a:cubicBezTo>
                  <a:pt x="254" y="0"/>
                  <a:pt x="254" y="0"/>
                  <a:pt x="254" y="0"/>
                </a:cubicBezTo>
                <a:cubicBezTo>
                  <a:pt x="254" y="0"/>
                  <a:pt x="254" y="0"/>
                  <a:pt x="254" y="0"/>
                </a:cubicBezTo>
                <a:cubicBezTo>
                  <a:pt x="256" y="0"/>
                  <a:pt x="259" y="1"/>
                  <a:pt x="262" y="1"/>
                </a:cubicBezTo>
                <a:cubicBezTo>
                  <a:pt x="262" y="1"/>
                  <a:pt x="263" y="1"/>
                  <a:pt x="264" y="1"/>
                </a:cubicBezTo>
                <a:cubicBezTo>
                  <a:pt x="265" y="1"/>
                  <a:pt x="267" y="1"/>
                  <a:pt x="268" y="1"/>
                </a:cubicBezTo>
                <a:cubicBezTo>
                  <a:pt x="359" y="6"/>
                  <a:pt x="412" y="55"/>
                  <a:pt x="489" y="8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18" name="Freeform 13">
            <a:extLst>
              <a:ext uri="{FF2B5EF4-FFF2-40B4-BE49-F238E27FC236}">
                <a16:creationId xmlns:a16="http://schemas.microsoft.com/office/drawing/2014/main" id="{BA704BCA-C2E3-F847-9D8F-2D3959488362}"/>
              </a:ext>
            </a:extLst>
          </p:cNvPr>
          <p:cNvSpPr>
            <a:spLocks/>
          </p:cNvSpPr>
          <p:nvPr userDrawn="1"/>
        </p:nvSpPr>
        <p:spPr bwMode="auto">
          <a:xfrm>
            <a:off x="7347189" y="2708622"/>
            <a:ext cx="834784" cy="832756"/>
          </a:xfrm>
          <a:custGeom>
            <a:avLst/>
            <a:gdLst>
              <a:gd name="T0" fmla="*/ 86 w 483"/>
              <a:gd name="T1" fmla="*/ 397 h 483"/>
              <a:gd name="T2" fmla="*/ 397 w 483"/>
              <a:gd name="T3" fmla="*/ 397 h 483"/>
              <a:gd name="T4" fmla="*/ 397 w 483"/>
              <a:gd name="T5" fmla="*/ 86 h 483"/>
              <a:gd name="T6" fmla="*/ 86 w 483"/>
              <a:gd name="T7" fmla="*/ 86 h 483"/>
              <a:gd name="T8" fmla="*/ 86 w 483"/>
              <a:gd name="T9" fmla="*/ 397 h 483"/>
            </a:gdLst>
            <a:ahLst/>
            <a:cxnLst>
              <a:cxn ang="0">
                <a:pos x="T0" y="T1"/>
              </a:cxn>
              <a:cxn ang="0">
                <a:pos x="T2" y="T3"/>
              </a:cxn>
              <a:cxn ang="0">
                <a:pos x="T4" y="T5"/>
              </a:cxn>
              <a:cxn ang="0">
                <a:pos x="T6" y="T7"/>
              </a:cxn>
              <a:cxn ang="0">
                <a:pos x="T8" y="T9"/>
              </a:cxn>
            </a:cxnLst>
            <a:rect l="0" t="0" r="r" b="b"/>
            <a:pathLst>
              <a:path w="483" h="483">
                <a:moveTo>
                  <a:pt x="86" y="397"/>
                </a:moveTo>
                <a:cubicBezTo>
                  <a:pt x="172" y="483"/>
                  <a:pt x="311" y="483"/>
                  <a:pt x="397" y="397"/>
                </a:cubicBezTo>
                <a:cubicBezTo>
                  <a:pt x="483" y="311"/>
                  <a:pt x="483" y="172"/>
                  <a:pt x="397" y="86"/>
                </a:cubicBezTo>
                <a:cubicBezTo>
                  <a:pt x="311" y="0"/>
                  <a:pt x="172" y="0"/>
                  <a:pt x="86" y="86"/>
                </a:cubicBezTo>
                <a:cubicBezTo>
                  <a:pt x="0" y="172"/>
                  <a:pt x="0" y="311"/>
                  <a:pt x="86" y="397"/>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19" name="Freeform 17">
            <a:extLst>
              <a:ext uri="{FF2B5EF4-FFF2-40B4-BE49-F238E27FC236}">
                <a16:creationId xmlns:a16="http://schemas.microsoft.com/office/drawing/2014/main" id="{1FF2C720-BCD7-DE4A-B6E8-B89CFFAB0BC7}"/>
              </a:ext>
            </a:extLst>
          </p:cNvPr>
          <p:cNvSpPr>
            <a:spLocks/>
          </p:cNvSpPr>
          <p:nvPr userDrawn="1"/>
        </p:nvSpPr>
        <p:spPr bwMode="auto">
          <a:xfrm>
            <a:off x="7327454" y="2684941"/>
            <a:ext cx="876227" cy="2261465"/>
          </a:xfrm>
          <a:custGeom>
            <a:avLst/>
            <a:gdLst>
              <a:gd name="T0" fmla="*/ 89 w 508"/>
              <a:gd name="T1" fmla="*/ 488 h 1309"/>
              <a:gd name="T2" fmla="*/ 0 w 508"/>
              <a:gd name="T3" fmla="*/ 262 h 1309"/>
              <a:gd name="T4" fmla="*/ 0 w 508"/>
              <a:gd name="T5" fmla="*/ 254 h 1309"/>
              <a:gd name="T6" fmla="*/ 0 w 508"/>
              <a:gd name="T7" fmla="*/ 241 h 1309"/>
              <a:gd name="T8" fmla="*/ 1 w 508"/>
              <a:gd name="T9" fmla="*/ 234 h 1309"/>
              <a:gd name="T10" fmla="*/ 2 w 508"/>
              <a:gd name="T11" fmla="*/ 222 h 1309"/>
              <a:gd name="T12" fmla="*/ 3 w 508"/>
              <a:gd name="T13" fmla="*/ 216 h 1309"/>
              <a:gd name="T14" fmla="*/ 5 w 508"/>
              <a:gd name="T15" fmla="*/ 203 h 1309"/>
              <a:gd name="T16" fmla="*/ 7 w 508"/>
              <a:gd name="T17" fmla="*/ 197 h 1309"/>
              <a:gd name="T18" fmla="*/ 9 w 508"/>
              <a:gd name="T19" fmla="*/ 185 h 1309"/>
              <a:gd name="T20" fmla="*/ 13 w 508"/>
              <a:gd name="T21" fmla="*/ 173 h 1309"/>
              <a:gd name="T22" fmla="*/ 202 w 508"/>
              <a:gd name="T23" fmla="*/ 5 h 1309"/>
              <a:gd name="T24" fmla="*/ 208 w 508"/>
              <a:gd name="T25" fmla="*/ 4 h 1309"/>
              <a:gd name="T26" fmla="*/ 227 w 508"/>
              <a:gd name="T27" fmla="*/ 1 h 1309"/>
              <a:gd name="T28" fmla="*/ 234 w 508"/>
              <a:gd name="T29" fmla="*/ 0 h 1309"/>
              <a:gd name="T30" fmla="*/ 254 w 508"/>
              <a:gd name="T31" fmla="*/ 0 h 1309"/>
              <a:gd name="T32" fmla="*/ 261 w 508"/>
              <a:gd name="T33" fmla="*/ 0 h 1309"/>
              <a:gd name="T34" fmla="*/ 281 w 508"/>
              <a:gd name="T35" fmla="*/ 1 h 1309"/>
              <a:gd name="T36" fmla="*/ 294 w 508"/>
              <a:gd name="T37" fmla="*/ 3 h 1309"/>
              <a:gd name="T38" fmla="*/ 306 w 508"/>
              <a:gd name="T39" fmla="*/ 5 h 1309"/>
              <a:gd name="T40" fmla="*/ 325 w 508"/>
              <a:gd name="T41" fmla="*/ 10 h 1309"/>
              <a:gd name="T42" fmla="*/ 498 w 508"/>
              <a:gd name="T43" fmla="*/ 185 h 1309"/>
              <a:gd name="T44" fmla="*/ 500 w 508"/>
              <a:gd name="T45" fmla="*/ 191 h 1309"/>
              <a:gd name="T46" fmla="*/ 503 w 508"/>
              <a:gd name="T47" fmla="*/ 203 h 1309"/>
              <a:gd name="T48" fmla="*/ 504 w 508"/>
              <a:gd name="T49" fmla="*/ 209 h 1309"/>
              <a:gd name="T50" fmla="*/ 506 w 508"/>
              <a:gd name="T51" fmla="*/ 222 h 1309"/>
              <a:gd name="T52" fmla="*/ 507 w 508"/>
              <a:gd name="T53" fmla="*/ 228 h 1309"/>
              <a:gd name="T54" fmla="*/ 508 w 508"/>
              <a:gd name="T55" fmla="*/ 241 h 1309"/>
              <a:gd name="T56" fmla="*/ 508 w 508"/>
              <a:gd name="T57" fmla="*/ 247 h 1309"/>
              <a:gd name="T58" fmla="*/ 508 w 508"/>
              <a:gd name="T59" fmla="*/ 255 h 1309"/>
              <a:gd name="T60" fmla="*/ 508 w 508"/>
              <a:gd name="T61" fmla="*/ 261 h 1309"/>
              <a:gd name="T62" fmla="*/ 419 w 508"/>
              <a:gd name="T63" fmla="*/ 819 h 1309"/>
              <a:gd name="T64" fmla="*/ 508 w 508"/>
              <a:gd name="T65" fmla="*/ 1047 h 1309"/>
              <a:gd name="T66" fmla="*/ 508 w 508"/>
              <a:gd name="T67" fmla="*/ 1055 h 1309"/>
              <a:gd name="T68" fmla="*/ 508 w 508"/>
              <a:gd name="T69" fmla="*/ 1067 h 1309"/>
              <a:gd name="T70" fmla="*/ 507 w 508"/>
              <a:gd name="T71" fmla="*/ 1074 h 1309"/>
              <a:gd name="T72" fmla="*/ 506 w 508"/>
              <a:gd name="T73" fmla="*/ 1086 h 1309"/>
              <a:gd name="T74" fmla="*/ 505 w 508"/>
              <a:gd name="T75" fmla="*/ 1093 h 1309"/>
              <a:gd name="T76" fmla="*/ 503 w 508"/>
              <a:gd name="T77" fmla="*/ 1105 h 1309"/>
              <a:gd name="T78" fmla="*/ 502 w 508"/>
              <a:gd name="T79" fmla="*/ 1111 h 1309"/>
              <a:gd name="T80" fmla="*/ 498 w 508"/>
              <a:gd name="T81" fmla="*/ 1123 h 1309"/>
              <a:gd name="T82" fmla="*/ 495 w 508"/>
              <a:gd name="T83" fmla="*/ 1135 h 1309"/>
              <a:gd name="T84" fmla="*/ 306 w 508"/>
              <a:gd name="T85" fmla="*/ 1303 h 1309"/>
              <a:gd name="T86" fmla="*/ 300 w 508"/>
              <a:gd name="T87" fmla="*/ 1305 h 1309"/>
              <a:gd name="T88" fmla="*/ 281 w 508"/>
              <a:gd name="T89" fmla="*/ 1307 h 1309"/>
              <a:gd name="T90" fmla="*/ 274 w 508"/>
              <a:gd name="T91" fmla="*/ 1308 h 1309"/>
              <a:gd name="T92" fmla="*/ 254 w 508"/>
              <a:gd name="T93" fmla="*/ 1309 h 1309"/>
              <a:gd name="T94" fmla="*/ 247 w 508"/>
              <a:gd name="T95" fmla="*/ 1309 h 1309"/>
              <a:gd name="T96" fmla="*/ 227 w 508"/>
              <a:gd name="T97" fmla="*/ 1307 h 1309"/>
              <a:gd name="T98" fmla="*/ 215 w 508"/>
              <a:gd name="T99" fmla="*/ 1306 h 1309"/>
              <a:gd name="T100" fmla="*/ 202 w 508"/>
              <a:gd name="T101" fmla="*/ 1303 h 1309"/>
              <a:gd name="T102" fmla="*/ 183 w 508"/>
              <a:gd name="T103" fmla="*/ 1299 h 1309"/>
              <a:gd name="T104" fmla="*/ 9 w 508"/>
              <a:gd name="T105" fmla="*/ 1123 h 1309"/>
              <a:gd name="T106" fmla="*/ 8 w 508"/>
              <a:gd name="T107" fmla="*/ 1117 h 1309"/>
              <a:gd name="T108" fmla="*/ 5 w 508"/>
              <a:gd name="T109" fmla="*/ 1105 h 1309"/>
              <a:gd name="T110" fmla="*/ 4 w 508"/>
              <a:gd name="T111" fmla="*/ 1099 h 1309"/>
              <a:gd name="T112" fmla="*/ 2 w 508"/>
              <a:gd name="T113" fmla="*/ 1086 h 1309"/>
              <a:gd name="T114" fmla="*/ 1 w 508"/>
              <a:gd name="T115" fmla="*/ 1080 h 1309"/>
              <a:gd name="T116" fmla="*/ 0 w 508"/>
              <a:gd name="T117" fmla="*/ 1067 h 1309"/>
              <a:gd name="T118" fmla="*/ 0 w 508"/>
              <a:gd name="T119" fmla="*/ 1061 h 1309"/>
              <a:gd name="T120" fmla="*/ 0 w 508"/>
              <a:gd name="T121" fmla="*/ 1055 h 1309"/>
              <a:gd name="T122" fmla="*/ 1 w 508"/>
              <a:gd name="T123" fmla="*/ 1040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08" h="1309">
                <a:moveTo>
                  <a:pt x="89" y="819"/>
                </a:moveTo>
                <a:cubicBezTo>
                  <a:pt x="107" y="775"/>
                  <a:pt x="121" y="724"/>
                  <a:pt x="122" y="656"/>
                </a:cubicBezTo>
                <a:cubicBezTo>
                  <a:pt x="122" y="586"/>
                  <a:pt x="107" y="533"/>
                  <a:pt x="89" y="488"/>
                </a:cubicBezTo>
                <a:cubicBezTo>
                  <a:pt x="54" y="412"/>
                  <a:pt x="6" y="358"/>
                  <a:pt x="1" y="269"/>
                </a:cubicBezTo>
                <a:cubicBezTo>
                  <a:pt x="0" y="267"/>
                  <a:pt x="0" y="266"/>
                  <a:pt x="0" y="264"/>
                </a:cubicBezTo>
                <a:cubicBezTo>
                  <a:pt x="0" y="262"/>
                  <a:pt x="0" y="262"/>
                  <a:pt x="0" y="262"/>
                </a:cubicBezTo>
                <a:cubicBezTo>
                  <a:pt x="0" y="259"/>
                  <a:pt x="0" y="257"/>
                  <a:pt x="0" y="254"/>
                </a:cubicBezTo>
                <a:cubicBezTo>
                  <a:pt x="0" y="254"/>
                  <a:pt x="0" y="254"/>
                  <a:pt x="0" y="254"/>
                </a:cubicBezTo>
                <a:cubicBezTo>
                  <a:pt x="0" y="254"/>
                  <a:pt x="0" y="254"/>
                  <a:pt x="0" y="254"/>
                </a:cubicBezTo>
                <a:cubicBezTo>
                  <a:pt x="0" y="251"/>
                  <a:pt x="0" y="249"/>
                  <a:pt x="0" y="247"/>
                </a:cubicBezTo>
                <a:cubicBezTo>
                  <a:pt x="0" y="247"/>
                  <a:pt x="0" y="247"/>
                  <a:pt x="0" y="247"/>
                </a:cubicBezTo>
                <a:cubicBezTo>
                  <a:pt x="0" y="245"/>
                  <a:pt x="0" y="243"/>
                  <a:pt x="0" y="241"/>
                </a:cubicBezTo>
                <a:cubicBezTo>
                  <a:pt x="0" y="241"/>
                  <a:pt x="0" y="241"/>
                  <a:pt x="0" y="241"/>
                </a:cubicBezTo>
                <a:cubicBezTo>
                  <a:pt x="1" y="239"/>
                  <a:pt x="1" y="237"/>
                  <a:pt x="1" y="234"/>
                </a:cubicBezTo>
                <a:cubicBezTo>
                  <a:pt x="1" y="234"/>
                  <a:pt x="1" y="234"/>
                  <a:pt x="1" y="234"/>
                </a:cubicBezTo>
                <a:cubicBezTo>
                  <a:pt x="1" y="232"/>
                  <a:pt x="1" y="230"/>
                  <a:pt x="1" y="228"/>
                </a:cubicBezTo>
                <a:cubicBezTo>
                  <a:pt x="1" y="228"/>
                  <a:pt x="1" y="228"/>
                  <a:pt x="1" y="228"/>
                </a:cubicBezTo>
                <a:cubicBezTo>
                  <a:pt x="2" y="226"/>
                  <a:pt x="2" y="224"/>
                  <a:pt x="2" y="222"/>
                </a:cubicBezTo>
                <a:cubicBezTo>
                  <a:pt x="2" y="222"/>
                  <a:pt x="2" y="222"/>
                  <a:pt x="2" y="222"/>
                </a:cubicBezTo>
                <a:cubicBezTo>
                  <a:pt x="2" y="220"/>
                  <a:pt x="3" y="218"/>
                  <a:pt x="3" y="216"/>
                </a:cubicBezTo>
                <a:cubicBezTo>
                  <a:pt x="3" y="216"/>
                  <a:pt x="3" y="216"/>
                  <a:pt x="3" y="216"/>
                </a:cubicBezTo>
                <a:cubicBezTo>
                  <a:pt x="3" y="214"/>
                  <a:pt x="4" y="212"/>
                  <a:pt x="4" y="209"/>
                </a:cubicBezTo>
                <a:cubicBezTo>
                  <a:pt x="4" y="209"/>
                  <a:pt x="4" y="209"/>
                  <a:pt x="4" y="209"/>
                </a:cubicBezTo>
                <a:cubicBezTo>
                  <a:pt x="4" y="207"/>
                  <a:pt x="5" y="205"/>
                  <a:pt x="5" y="203"/>
                </a:cubicBezTo>
                <a:cubicBezTo>
                  <a:pt x="5" y="203"/>
                  <a:pt x="5" y="203"/>
                  <a:pt x="5" y="203"/>
                </a:cubicBezTo>
                <a:cubicBezTo>
                  <a:pt x="6" y="201"/>
                  <a:pt x="6" y="199"/>
                  <a:pt x="7" y="197"/>
                </a:cubicBezTo>
                <a:cubicBezTo>
                  <a:pt x="7" y="197"/>
                  <a:pt x="7" y="197"/>
                  <a:pt x="7" y="197"/>
                </a:cubicBezTo>
                <a:cubicBezTo>
                  <a:pt x="7" y="195"/>
                  <a:pt x="7" y="193"/>
                  <a:pt x="8" y="191"/>
                </a:cubicBezTo>
                <a:cubicBezTo>
                  <a:pt x="8" y="191"/>
                  <a:pt x="8" y="191"/>
                  <a:pt x="8" y="191"/>
                </a:cubicBezTo>
                <a:cubicBezTo>
                  <a:pt x="8" y="189"/>
                  <a:pt x="9" y="187"/>
                  <a:pt x="9" y="185"/>
                </a:cubicBezTo>
                <a:cubicBezTo>
                  <a:pt x="9" y="185"/>
                  <a:pt x="9" y="185"/>
                  <a:pt x="9" y="185"/>
                </a:cubicBezTo>
                <a:cubicBezTo>
                  <a:pt x="11" y="181"/>
                  <a:pt x="12" y="177"/>
                  <a:pt x="13" y="173"/>
                </a:cubicBezTo>
                <a:cubicBezTo>
                  <a:pt x="13" y="173"/>
                  <a:pt x="13" y="173"/>
                  <a:pt x="13" y="173"/>
                </a:cubicBezTo>
                <a:cubicBezTo>
                  <a:pt x="39" y="95"/>
                  <a:pt x="102" y="33"/>
                  <a:pt x="183" y="10"/>
                </a:cubicBezTo>
                <a:cubicBezTo>
                  <a:pt x="183" y="10"/>
                  <a:pt x="183" y="10"/>
                  <a:pt x="183" y="10"/>
                </a:cubicBezTo>
                <a:cubicBezTo>
                  <a:pt x="189" y="8"/>
                  <a:pt x="196" y="6"/>
                  <a:pt x="202" y="5"/>
                </a:cubicBezTo>
                <a:cubicBezTo>
                  <a:pt x="202" y="5"/>
                  <a:pt x="202" y="5"/>
                  <a:pt x="202" y="5"/>
                </a:cubicBezTo>
                <a:cubicBezTo>
                  <a:pt x="204" y="5"/>
                  <a:pt x="206" y="4"/>
                  <a:pt x="208" y="4"/>
                </a:cubicBezTo>
                <a:cubicBezTo>
                  <a:pt x="208" y="4"/>
                  <a:pt x="208" y="4"/>
                  <a:pt x="208" y="4"/>
                </a:cubicBezTo>
                <a:cubicBezTo>
                  <a:pt x="210" y="3"/>
                  <a:pt x="212" y="3"/>
                  <a:pt x="215" y="3"/>
                </a:cubicBezTo>
                <a:cubicBezTo>
                  <a:pt x="215" y="3"/>
                  <a:pt x="215" y="3"/>
                  <a:pt x="215" y="3"/>
                </a:cubicBezTo>
                <a:cubicBezTo>
                  <a:pt x="219" y="2"/>
                  <a:pt x="223" y="2"/>
                  <a:pt x="227" y="1"/>
                </a:cubicBezTo>
                <a:cubicBezTo>
                  <a:pt x="227" y="1"/>
                  <a:pt x="227" y="1"/>
                  <a:pt x="227" y="1"/>
                </a:cubicBezTo>
                <a:cubicBezTo>
                  <a:pt x="230" y="1"/>
                  <a:pt x="232" y="1"/>
                  <a:pt x="234" y="0"/>
                </a:cubicBezTo>
                <a:cubicBezTo>
                  <a:pt x="234" y="0"/>
                  <a:pt x="234" y="0"/>
                  <a:pt x="234" y="0"/>
                </a:cubicBezTo>
                <a:cubicBezTo>
                  <a:pt x="238" y="0"/>
                  <a:pt x="243" y="0"/>
                  <a:pt x="247" y="0"/>
                </a:cubicBezTo>
                <a:cubicBezTo>
                  <a:pt x="247" y="0"/>
                  <a:pt x="247" y="0"/>
                  <a:pt x="247" y="0"/>
                </a:cubicBezTo>
                <a:cubicBezTo>
                  <a:pt x="250" y="0"/>
                  <a:pt x="252" y="0"/>
                  <a:pt x="254" y="0"/>
                </a:cubicBezTo>
                <a:cubicBezTo>
                  <a:pt x="254" y="0"/>
                  <a:pt x="254" y="0"/>
                  <a:pt x="254" y="0"/>
                </a:cubicBezTo>
                <a:cubicBezTo>
                  <a:pt x="256" y="0"/>
                  <a:pt x="259" y="0"/>
                  <a:pt x="261" y="0"/>
                </a:cubicBezTo>
                <a:cubicBezTo>
                  <a:pt x="261" y="0"/>
                  <a:pt x="261" y="0"/>
                  <a:pt x="261" y="0"/>
                </a:cubicBezTo>
                <a:cubicBezTo>
                  <a:pt x="265" y="0"/>
                  <a:pt x="270" y="0"/>
                  <a:pt x="274" y="0"/>
                </a:cubicBezTo>
                <a:cubicBezTo>
                  <a:pt x="274" y="0"/>
                  <a:pt x="274" y="0"/>
                  <a:pt x="274" y="0"/>
                </a:cubicBezTo>
                <a:cubicBezTo>
                  <a:pt x="276" y="1"/>
                  <a:pt x="278" y="1"/>
                  <a:pt x="281" y="1"/>
                </a:cubicBezTo>
                <a:cubicBezTo>
                  <a:pt x="281" y="1"/>
                  <a:pt x="281" y="1"/>
                  <a:pt x="281" y="1"/>
                </a:cubicBezTo>
                <a:cubicBezTo>
                  <a:pt x="285" y="2"/>
                  <a:pt x="289" y="2"/>
                  <a:pt x="294" y="3"/>
                </a:cubicBezTo>
                <a:cubicBezTo>
                  <a:pt x="294" y="3"/>
                  <a:pt x="294" y="3"/>
                  <a:pt x="294" y="3"/>
                </a:cubicBezTo>
                <a:cubicBezTo>
                  <a:pt x="296" y="3"/>
                  <a:pt x="298" y="3"/>
                  <a:pt x="300" y="4"/>
                </a:cubicBezTo>
                <a:cubicBezTo>
                  <a:pt x="300" y="4"/>
                  <a:pt x="300" y="4"/>
                  <a:pt x="300" y="4"/>
                </a:cubicBezTo>
                <a:cubicBezTo>
                  <a:pt x="302" y="4"/>
                  <a:pt x="304" y="5"/>
                  <a:pt x="306" y="5"/>
                </a:cubicBezTo>
                <a:cubicBezTo>
                  <a:pt x="306" y="5"/>
                  <a:pt x="306" y="5"/>
                  <a:pt x="306" y="5"/>
                </a:cubicBezTo>
                <a:cubicBezTo>
                  <a:pt x="312" y="6"/>
                  <a:pt x="319" y="8"/>
                  <a:pt x="325" y="10"/>
                </a:cubicBezTo>
                <a:cubicBezTo>
                  <a:pt x="325" y="10"/>
                  <a:pt x="325" y="10"/>
                  <a:pt x="325" y="10"/>
                </a:cubicBezTo>
                <a:cubicBezTo>
                  <a:pt x="406" y="33"/>
                  <a:pt x="469" y="95"/>
                  <a:pt x="495" y="173"/>
                </a:cubicBezTo>
                <a:cubicBezTo>
                  <a:pt x="495" y="173"/>
                  <a:pt x="495" y="173"/>
                  <a:pt x="495" y="173"/>
                </a:cubicBezTo>
                <a:cubicBezTo>
                  <a:pt x="496" y="177"/>
                  <a:pt x="497" y="181"/>
                  <a:pt x="498" y="185"/>
                </a:cubicBezTo>
                <a:cubicBezTo>
                  <a:pt x="498" y="185"/>
                  <a:pt x="498" y="185"/>
                  <a:pt x="498" y="185"/>
                </a:cubicBezTo>
                <a:cubicBezTo>
                  <a:pt x="499" y="187"/>
                  <a:pt x="500" y="189"/>
                  <a:pt x="500" y="191"/>
                </a:cubicBezTo>
                <a:cubicBezTo>
                  <a:pt x="500" y="191"/>
                  <a:pt x="500" y="191"/>
                  <a:pt x="500" y="191"/>
                </a:cubicBezTo>
                <a:cubicBezTo>
                  <a:pt x="501" y="193"/>
                  <a:pt x="501" y="195"/>
                  <a:pt x="502" y="197"/>
                </a:cubicBezTo>
                <a:cubicBezTo>
                  <a:pt x="502" y="197"/>
                  <a:pt x="502" y="197"/>
                  <a:pt x="502" y="197"/>
                </a:cubicBezTo>
                <a:cubicBezTo>
                  <a:pt x="502" y="199"/>
                  <a:pt x="502" y="201"/>
                  <a:pt x="503" y="203"/>
                </a:cubicBezTo>
                <a:cubicBezTo>
                  <a:pt x="503" y="203"/>
                  <a:pt x="503" y="203"/>
                  <a:pt x="503" y="203"/>
                </a:cubicBezTo>
                <a:cubicBezTo>
                  <a:pt x="503" y="205"/>
                  <a:pt x="504" y="207"/>
                  <a:pt x="504" y="209"/>
                </a:cubicBezTo>
                <a:cubicBezTo>
                  <a:pt x="504" y="209"/>
                  <a:pt x="504" y="209"/>
                  <a:pt x="504" y="209"/>
                </a:cubicBezTo>
                <a:cubicBezTo>
                  <a:pt x="504" y="212"/>
                  <a:pt x="505" y="214"/>
                  <a:pt x="505" y="216"/>
                </a:cubicBezTo>
                <a:cubicBezTo>
                  <a:pt x="505" y="216"/>
                  <a:pt x="505" y="216"/>
                  <a:pt x="505" y="216"/>
                </a:cubicBezTo>
                <a:cubicBezTo>
                  <a:pt x="505" y="218"/>
                  <a:pt x="506" y="220"/>
                  <a:pt x="506" y="222"/>
                </a:cubicBezTo>
                <a:cubicBezTo>
                  <a:pt x="506" y="222"/>
                  <a:pt x="506" y="222"/>
                  <a:pt x="506" y="222"/>
                </a:cubicBezTo>
                <a:cubicBezTo>
                  <a:pt x="506" y="224"/>
                  <a:pt x="506" y="226"/>
                  <a:pt x="507" y="228"/>
                </a:cubicBezTo>
                <a:cubicBezTo>
                  <a:pt x="507" y="228"/>
                  <a:pt x="507" y="228"/>
                  <a:pt x="507" y="228"/>
                </a:cubicBezTo>
                <a:cubicBezTo>
                  <a:pt x="507" y="230"/>
                  <a:pt x="507" y="232"/>
                  <a:pt x="507" y="234"/>
                </a:cubicBezTo>
                <a:cubicBezTo>
                  <a:pt x="507" y="234"/>
                  <a:pt x="507" y="234"/>
                  <a:pt x="507" y="234"/>
                </a:cubicBezTo>
                <a:cubicBezTo>
                  <a:pt x="507" y="237"/>
                  <a:pt x="508" y="239"/>
                  <a:pt x="508" y="241"/>
                </a:cubicBezTo>
                <a:cubicBezTo>
                  <a:pt x="508" y="241"/>
                  <a:pt x="508" y="241"/>
                  <a:pt x="508" y="241"/>
                </a:cubicBezTo>
                <a:cubicBezTo>
                  <a:pt x="508" y="243"/>
                  <a:pt x="508" y="245"/>
                  <a:pt x="508" y="247"/>
                </a:cubicBezTo>
                <a:cubicBezTo>
                  <a:pt x="508" y="247"/>
                  <a:pt x="508" y="247"/>
                  <a:pt x="508" y="247"/>
                </a:cubicBezTo>
                <a:cubicBezTo>
                  <a:pt x="508" y="249"/>
                  <a:pt x="508" y="251"/>
                  <a:pt x="508" y="254"/>
                </a:cubicBezTo>
                <a:cubicBezTo>
                  <a:pt x="508" y="254"/>
                  <a:pt x="508" y="254"/>
                  <a:pt x="508" y="254"/>
                </a:cubicBezTo>
                <a:cubicBezTo>
                  <a:pt x="508" y="255"/>
                  <a:pt x="508" y="255"/>
                  <a:pt x="508" y="255"/>
                </a:cubicBezTo>
                <a:cubicBezTo>
                  <a:pt x="508" y="256"/>
                  <a:pt x="508" y="257"/>
                  <a:pt x="508" y="258"/>
                </a:cubicBezTo>
                <a:cubicBezTo>
                  <a:pt x="508" y="259"/>
                  <a:pt x="508" y="260"/>
                  <a:pt x="508" y="261"/>
                </a:cubicBezTo>
                <a:cubicBezTo>
                  <a:pt x="508" y="261"/>
                  <a:pt x="508" y="261"/>
                  <a:pt x="508" y="261"/>
                </a:cubicBezTo>
                <a:cubicBezTo>
                  <a:pt x="505" y="355"/>
                  <a:pt x="455" y="410"/>
                  <a:pt x="419" y="488"/>
                </a:cubicBezTo>
                <a:cubicBezTo>
                  <a:pt x="401" y="533"/>
                  <a:pt x="387" y="586"/>
                  <a:pt x="386" y="656"/>
                </a:cubicBezTo>
                <a:cubicBezTo>
                  <a:pt x="387" y="723"/>
                  <a:pt x="401" y="775"/>
                  <a:pt x="419" y="819"/>
                </a:cubicBezTo>
                <a:cubicBezTo>
                  <a:pt x="453" y="896"/>
                  <a:pt x="502" y="950"/>
                  <a:pt x="508" y="1040"/>
                </a:cubicBezTo>
                <a:cubicBezTo>
                  <a:pt x="508" y="1041"/>
                  <a:pt x="508" y="1043"/>
                  <a:pt x="508" y="1044"/>
                </a:cubicBezTo>
                <a:cubicBezTo>
                  <a:pt x="508" y="1047"/>
                  <a:pt x="508" y="1047"/>
                  <a:pt x="508" y="1047"/>
                </a:cubicBezTo>
                <a:cubicBezTo>
                  <a:pt x="508" y="1049"/>
                  <a:pt x="508" y="1052"/>
                  <a:pt x="508" y="1055"/>
                </a:cubicBezTo>
                <a:cubicBezTo>
                  <a:pt x="508" y="1055"/>
                  <a:pt x="508" y="1055"/>
                  <a:pt x="508" y="1055"/>
                </a:cubicBezTo>
                <a:cubicBezTo>
                  <a:pt x="508" y="1055"/>
                  <a:pt x="508" y="1055"/>
                  <a:pt x="508" y="1055"/>
                </a:cubicBezTo>
                <a:cubicBezTo>
                  <a:pt x="508" y="1057"/>
                  <a:pt x="508" y="1059"/>
                  <a:pt x="508" y="1061"/>
                </a:cubicBezTo>
                <a:cubicBezTo>
                  <a:pt x="508" y="1061"/>
                  <a:pt x="508" y="1061"/>
                  <a:pt x="508" y="1061"/>
                </a:cubicBezTo>
                <a:cubicBezTo>
                  <a:pt x="508" y="1063"/>
                  <a:pt x="508" y="1065"/>
                  <a:pt x="508" y="1067"/>
                </a:cubicBezTo>
                <a:cubicBezTo>
                  <a:pt x="508" y="1067"/>
                  <a:pt x="508" y="1067"/>
                  <a:pt x="508" y="1067"/>
                </a:cubicBezTo>
                <a:cubicBezTo>
                  <a:pt x="508" y="1070"/>
                  <a:pt x="507" y="1072"/>
                  <a:pt x="507" y="1074"/>
                </a:cubicBezTo>
                <a:cubicBezTo>
                  <a:pt x="507" y="1074"/>
                  <a:pt x="507" y="1074"/>
                  <a:pt x="507" y="1074"/>
                </a:cubicBezTo>
                <a:cubicBezTo>
                  <a:pt x="507" y="1076"/>
                  <a:pt x="507" y="1078"/>
                  <a:pt x="507" y="1080"/>
                </a:cubicBezTo>
                <a:cubicBezTo>
                  <a:pt x="507" y="1080"/>
                  <a:pt x="507" y="1080"/>
                  <a:pt x="507" y="1080"/>
                </a:cubicBezTo>
                <a:cubicBezTo>
                  <a:pt x="506" y="1082"/>
                  <a:pt x="506" y="1084"/>
                  <a:pt x="506" y="1086"/>
                </a:cubicBezTo>
                <a:cubicBezTo>
                  <a:pt x="506" y="1086"/>
                  <a:pt x="506" y="1086"/>
                  <a:pt x="506" y="1086"/>
                </a:cubicBezTo>
                <a:cubicBezTo>
                  <a:pt x="506" y="1089"/>
                  <a:pt x="505" y="1091"/>
                  <a:pt x="505" y="1093"/>
                </a:cubicBezTo>
                <a:cubicBezTo>
                  <a:pt x="505" y="1093"/>
                  <a:pt x="505" y="1093"/>
                  <a:pt x="505" y="1093"/>
                </a:cubicBezTo>
                <a:cubicBezTo>
                  <a:pt x="505" y="1095"/>
                  <a:pt x="504" y="1097"/>
                  <a:pt x="504" y="1099"/>
                </a:cubicBezTo>
                <a:cubicBezTo>
                  <a:pt x="504" y="1099"/>
                  <a:pt x="504" y="1099"/>
                  <a:pt x="504" y="1099"/>
                </a:cubicBezTo>
                <a:cubicBezTo>
                  <a:pt x="504" y="1101"/>
                  <a:pt x="503" y="1103"/>
                  <a:pt x="503" y="1105"/>
                </a:cubicBezTo>
                <a:cubicBezTo>
                  <a:pt x="503" y="1105"/>
                  <a:pt x="503" y="1105"/>
                  <a:pt x="503" y="1105"/>
                </a:cubicBezTo>
                <a:cubicBezTo>
                  <a:pt x="502" y="1107"/>
                  <a:pt x="502" y="1109"/>
                  <a:pt x="502" y="1111"/>
                </a:cubicBezTo>
                <a:cubicBezTo>
                  <a:pt x="502" y="1111"/>
                  <a:pt x="502" y="1111"/>
                  <a:pt x="502" y="1111"/>
                </a:cubicBezTo>
                <a:cubicBezTo>
                  <a:pt x="501" y="1113"/>
                  <a:pt x="501" y="1115"/>
                  <a:pt x="500" y="1117"/>
                </a:cubicBezTo>
                <a:cubicBezTo>
                  <a:pt x="500" y="1117"/>
                  <a:pt x="500" y="1117"/>
                  <a:pt x="500" y="1117"/>
                </a:cubicBezTo>
                <a:cubicBezTo>
                  <a:pt x="500" y="1119"/>
                  <a:pt x="499" y="1121"/>
                  <a:pt x="498" y="1123"/>
                </a:cubicBezTo>
                <a:cubicBezTo>
                  <a:pt x="498" y="1123"/>
                  <a:pt x="498" y="1123"/>
                  <a:pt x="498" y="1123"/>
                </a:cubicBezTo>
                <a:cubicBezTo>
                  <a:pt x="497" y="1127"/>
                  <a:pt x="496" y="1131"/>
                  <a:pt x="495" y="1135"/>
                </a:cubicBezTo>
                <a:cubicBezTo>
                  <a:pt x="495" y="1135"/>
                  <a:pt x="495" y="1135"/>
                  <a:pt x="495" y="1135"/>
                </a:cubicBezTo>
                <a:cubicBezTo>
                  <a:pt x="469" y="1213"/>
                  <a:pt x="406" y="1276"/>
                  <a:pt x="325" y="1299"/>
                </a:cubicBezTo>
                <a:cubicBezTo>
                  <a:pt x="325" y="1299"/>
                  <a:pt x="325" y="1299"/>
                  <a:pt x="325" y="1299"/>
                </a:cubicBezTo>
                <a:cubicBezTo>
                  <a:pt x="319" y="1301"/>
                  <a:pt x="312" y="1302"/>
                  <a:pt x="306" y="1303"/>
                </a:cubicBezTo>
                <a:cubicBezTo>
                  <a:pt x="306" y="1303"/>
                  <a:pt x="306" y="1303"/>
                  <a:pt x="306" y="1303"/>
                </a:cubicBezTo>
                <a:cubicBezTo>
                  <a:pt x="304" y="1304"/>
                  <a:pt x="302" y="1304"/>
                  <a:pt x="300" y="1305"/>
                </a:cubicBezTo>
                <a:cubicBezTo>
                  <a:pt x="300" y="1305"/>
                  <a:pt x="300" y="1305"/>
                  <a:pt x="300" y="1305"/>
                </a:cubicBezTo>
                <a:cubicBezTo>
                  <a:pt x="298" y="1305"/>
                  <a:pt x="296" y="1305"/>
                  <a:pt x="294" y="1306"/>
                </a:cubicBezTo>
                <a:cubicBezTo>
                  <a:pt x="294" y="1306"/>
                  <a:pt x="294" y="1306"/>
                  <a:pt x="294" y="1306"/>
                </a:cubicBezTo>
                <a:cubicBezTo>
                  <a:pt x="289" y="1306"/>
                  <a:pt x="285" y="1307"/>
                  <a:pt x="281" y="1307"/>
                </a:cubicBezTo>
                <a:cubicBezTo>
                  <a:pt x="281" y="1307"/>
                  <a:pt x="281" y="1307"/>
                  <a:pt x="281" y="1307"/>
                </a:cubicBezTo>
                <a:cubicBezTo>
                  <a:pt x="278" y="1308"/>
                  <a:pt x="276" y="1308"/>
                  <a:pt x="274" y="1308"/>
                </a:cubicBezTo>
                <a:cubicBezTo>
                  <a:pt x="274" y="1308"/>
                  <a:pt x="274" y="1308"/>
                  <a:pt x="274" y="1308"/>
                </a:cubicBezTo>
                <a:cubicBezTo>
                  <a:pt x="270" y="1308"/>
                  <a:pt x="265" y="1308"/>
                  <a:pt x="261" y="1309"/>
                </a:cubicBezTo>
                <a:cubicBezTo>
                  <a:pt x="261" y="1309"/>
                  <a:pt x="261" y="1309"/>
                  <a:pt x="261" y="1309"/>
                </a:cubicBezTo>
                <a:cubicBezTo>
                  <a:pt x="259" y="1309"/>
                  <a:pt x="256" y="1309"/>
                  <a:pt x="254" y="1309"/>
                </a:cubicBezTo>
                <a:cubicBezTo>
                  <a:pt x="254" y="1309"/>
                  <a:pt x="254" y="1309"/>
                  <a:pt x="254" y="1309"/>
                </a:cubicBezTo>
                <a:cubicBezTo>
                  <a:pt x="252" y="1309"/>
                  <a:pt x="250" y="1309"/>
                  <a:pt x="247" y="1309"/>
                </a:cubicBezTo>
                <a:cubicBezTo>
                  <a:pt x="247" y="1309"/>
                  <a:pt x="247" y="1309"/>
                  <a:pt x="247" y="1309"/>
                </a:cubicBezTo>
                <a:cubicBezTo>
                  <a:pt x="243" y="1308"/>
                  <a:pt x="238" y="1308"/>
                  <a:pt x="234" y="1308"/>
                </a:cubicBezTo>
                <a:cubicBezTo>
                  <a:pt x="234" y="1308"/>
                  <a:pt x="234" y="1308"/>
                  <a:pt x="234" y="1308"/>
                </a:cubicBezTo>
                <a:cubicBezTo>
                  <a:pt x="232" y="1308"/>
                  <a:pt x="230" y="1308"/>
                  <a:pt x="227" y="1307"/>
                </a:cubicBezTo>
                <a:cubicBezTo>
                  <a:pt x="227" y="1307"/>
                  <a:pt x="227" y="1307"/>
                  <a:pt x="227" y="1307"/>
                </a:cubicBezTo>
                <a:cubicBezTo>
                  <a:pt x="223" y="1307"/>
                  <a:pt x="219" y="1306"/>
                  <a:pt x="215" y="1306"/>
                </a:cubicBezTo>
                <a:cubicBezTo>
                  <a:pt x="215" y="1306"/>
                  <a:pt x="215" y="1306"/>
                  <a:pt x="215" y="1306"/>
                </a:cubicBezTo>
                <a:cubicBezTo>
                  <a:pt x="212" y="1305"/>
                  <a:pt x="210" y="1305"/>
                  <a:pt x="208" y="1305"/>
                </a:cubicBezTo>
                <a:cubicBezTo>
                  <a:pt x="208" y="1305"/>
                  <a:pt x="208" y="1305"/>
                  <a:pt x="208" y="1305"/>
                </a:cubicBezTo>
                <a:cubicBezTo>
                  <a:pt x="206" y="1304"/>
                  <a:pt x="204" y="1304"/>
                  <a:pt x="202" y="1303"/>
                </a:cubicBezTo>
                <a:cubicBezTo>
                  <a:pt x="202" y="1303"/>
                  <a:pt x="202" y="1303"/>
                  <a:pt x="202" y="1303"/>
                </a:cubicBezTo>
                <a:cubicBezTo>
                  <a:pt x="196" y="1302"/>
                  <a:pt x="189" y="1301"/>
                  <a:pt x="183" y="1299"/>
                </a:cubicBezTo>
                <a:cubicBezTo>
                  <a:pt x="183" y="1299"/>
                  <a:pt x="183" y="1299"/>
                  <a:pt x="183" y="1299"/>
                </a:cubicBezTo>
                <a:cubicBezTo>
                  <a:pt x="102" y="1276"/>
                  <a:pt x="39" y="1213"/>
                  <a:pt x="13" y="1135"/>
                </a:cubicBezTo>
                <a:cubicBezTo>
                  <a:pt x="13" y="1135"/>
                  <a:pt x="13" y="1135"/>
                  <a:pt x="13" y="1135"/>
                </a:cubicBezTo>
                <a:cubicBezTo>
                  <a:pt x="12" y="1131"/>
                  <a:pt x="11" y="1127"/>
                  <a:pt x="9" y="1123"/>
                </a:cubicBezTo>
                <a:cubicBezTo>
                  <a:pt x="9" y="1123"/>
                  <a:pt x="9" y="1123"/>
                  <a:pt x="9" y="1123"/>
                </a:cubicBezTo>
                <a:cubicBezTo>
                  <a:pt x="9" y="1121"/>
                  <a:pt x="8" y="1119"/>
                  <a:pt x="8" y="1117"/>
                </a:cubicBezTo>
                <a:cubicBezTo>
                  <a:pt x="8" y="1117"/>
                  <a:pt x="8" y="1117"/>
                  <a:pt x="8" y="1117"/>
                </a:cubicBezTo>
                <a:cubicBezTo>
                  <a:pt x="7" y="1115"/>
                  <a:pt x="7" y="1113"/>
                  <a:pt x="7" y="1111"/>
                </a:cubicBezTo>
                <a:cubicBezTo>
                  <a:pt x="7" y="1111"/>
                  <a:pt x="7" y="1111"/>
                  <a:pt x="7" y="1111"/>
                </a:cubicBezTo>
                <a:cubicBezTo>
                  <a:pt x="6" y="1109"/>
                  <a:pt x="6" y="1107"/>
                  <a:pt x="5" y="1105"/>
                </a:cubicBezTo>
                <a:cubicBezTo>
                  <a:pt x="5" y="1105"/>
                  <a:pt x="5" y="1105"/>
                  <a:pt x="5" y="1105"/>
                </a:cubicBezTo>
                <a:cubicBezTo>
                  <a:pt x="5" y="1103"/>
                  <a:pt x="4" y="1101"/>
                  <a:pt x="4" y="1099"/>
                </a:cubicBezTo>
                <a:cubicBezTo>
                  <a:pt x="4" y="1099"/>
                  <a:pt x="4" y="1099"/>
                  <a:pt x="4" y="1099"/>
                </a:cubicBezTo>
                <a:cubicBezTo>
                  <a:pt x="4" y="1097"/>
                  <a:pt x="3" y="1095"/>
                  <a:pt x="3" y="1093"/>
                </a:cubicBezTo>
                <a:cubicBezTo>
                  <a:pt x="3" y="1093"/>
                  <a:pt x="3" y="1093"/>
                  <a:pt x="3" y="1093"/>
                </a:cubicBezTo>
                <a:cubicBezTo>
                  <a:pt x="3" y="1091"/>
                  <a:pt x="2" y="1089"/>
                  <a:pt x="2" y="1086"/>
                </a:cubicBezTo>
                <a:cubicBezTo>
                  <a:pt x="2" y="1086"/>
                  <a:pt x="2" y="1086"/>
                  <a:pt x="2" y="1086"/>
                </a:cubicBezTo>
                <a:cubicBezTo>
                  <a:pt x="2" y="1084"/>
                  <a:pt x="2" y="1082"/>
                  <a:pt x="1" y="1080"/>
                </a:cubicBezTo>
                <a:cubicBezTo>
                  <a:pt x="1" y="1080"/>
                  <a:pt x="1" y="1080"/>
                  <a:pt x="1" y="1080"/>
                </a:cubicBezTo>
                <a:cubicBezTo>
                  <a:pt x="1" y="1078"/>
                  <a:pt x="1" y="1076"/>
                  <a:pt x="1" y="1074"/>
                </a:cubicBezTo>
                <a:cubicBezTo>
                  <a:pt x="1" y="1074"/>
                  <a:pt x="1" y="1074"/>
                  <a:pt x="1" y="1074"/>
                </a:cubicBezTo>
                <a:cubicBezTo>
                  <a:pt x="1" y="1072"/>
                  <a:pt x="1" y="1070"/>
                  <a:pt x="0" y="1067"/>
                </a:cubicBezTo>
                <a:cubicBezTo>
                  <a:pt x="0" y="1067"/>
                  <a:pt x="0" y="1067"/>
                  <a:pt x="0" y="1067"/>
                </a:cubicBezTo>
                <a:cubicBezTo>
                  <a:pt x="0" y="1065"/>
                  <a:pt x="0" y="1063"/>
                  <a:pt x="0" y="1061"/>
                </a:cubicBezTo>
                <a:cubicBezTo>
                  <a:pt x="0" y="1061"/>
                  <a:pt x="0" y="1061"/>
                  <a:pt x="0" y="1061"/>
                </a:cubicBezTo>
                <a:cubicBezTo>
                  <a:pt x="0" y="1059"/>
                  <a:pt x="0" y="1057"/>
                  <a:pt x="0" y="1055"/>
                </a:cubicBezTo>
                <a:cubicBezTo>
                  <a:pt x="0" y="1055"/>
                  <a:pt x="0" y="1055"/>
                  <a:pt x="0" y="1055"/>
                </a:cubicBezTo>
                <a:cubicBezTo>
                  <a:pt x="0" y="1055"/>
                  <a:pt x="0" y="1055"/>
                  <a:pt x="0" y="1055"/>
                </a:cubicBezTo>
                <a:cubicBezTo>
                  <a:pt x="0" y="1052"/>
                  <a:pt x="0" y="1049"/>
                  <a:pt x="0" y="1047"/>
                </a:cubicBezTo>
                <a:cubicBezTo>
                  <a:pt x="0" y="1046"/>
                  <a:pt x="0" y="1045"/>
                  <a:pt x="0" y="1044"/>
                </a:cubicBezTo>
                <a:cubicBezTo>
                  <a:pt x="0" y="1043"/>
                  <a:pt x="0" y="1041"/>
                  <a:pt x="1" y="1040"/>
                </a:cubicBezTo>
                <a:cubicBezTo>
                  <a:pt x="6" y="950"/>
                  <a:pt x="55" y="896"/>
                  <a:pt x="89" y="81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22" name="Freeform 14">
            <a:extLst>
              <a:ext uri="{FF2B5EF4-FFF2-40B4-BE49-F238E27FC236}">
                <a16:creationId xmlns:a16="http://schemas.microsoft.com/office/drawing/2014/main" id="{7806BA30-51BA-144F-BF72-29CACA00C9EC}"/>
              </a:ext>
            </a:extLst>
          </p:cNvPr>
          <p:cNvSpPr>
            <a:spLocks/>
          </p:cNvSpPr>
          <p:nvPr/>
        </p:nvSpPr>
        <p:spPr bwMode="auto">
          <a:xfrm>
            <a:off x="3970558" y="1692343"/>
            <a:ext cx="1890597" cy="1890474"/>
          </a:xfrm>
          <a:custGeom>
            <a:avLst/>
            <a:gdLst>
              <a:gd name="T0" fmla="*/ 547 w 1095"/>
              <a:gd name="T1" fmla="*/ 781 h 1094"/>
              <a:gd name="T2" fmla="*/ 449 w 1095"/>
              <a:gd name="T3" fmla="*/ 1004 h 1094"/>
              <a:gd name="T4" fmla="*/ 444 w 1095"/>
              <a:gd name="T5" fmla="*/ 1010 h 1094"/>
              <a:gd name="T6" fmla="*/ 434 w 1095"/>
              <a:gd name="T7" fmla="*/ 1019 h 1094"/>
              <a:gd name="T8" fmla="*/ 430 w 1095"/>
              <a:gd name="T9" fmla="*/ 1023 h 1094"/>
              <a:gd name="T10" fmla="*/ 420 w 1095"/>
              <a:gd name="T11" fmla="*/ 1031 h 1094"/>
              <a:gd name="T12" fmla="*/ 415 w 1095"/>
              <a:gd name="T13" fmla="*/ 1035 h 1094"/>
              <a:gd name="T14" fmla="*/ 405 w 1095"/>
              <a:gd name="T15" fmla="*/ 1042 h 1094"/>
              <a:gd name="T16" fmla="*/ 399 w 1095"/>
              <a:gd name="T17" fmla="*/ 1045 h 1094"/>
              <a:gd name="T18" fmla="*/ 389 w 1095"/>
              <a:gd name="T19" fmla="*/ 1051 h 1094"/>
              <a:gd name="T20" fmla="*/ 378 w 1095"/>
              <a:gd name="T21" fmla="*/ 1057 h 1094"/>
              <a:gd name="T22" fmla="*/ 125 w 1095"/>
              <a:gd name="T23" fmla="*/ 1043 h 1094"/>
              <a:gd name="T24" fmla="*/ 120 w 1095"/>
              <a:gd name="T25" fmla="*/ 1039 h 1094"/>
              <a:gd name="T26" fmla="*/ 104 w 1095"/>
              <a:gd name="T27" fmla="*/ 1027 h 1094"/>
              <a:gd name="T28" fmla="*/ 99 w 1095"/>
              <a:gd name="T29" fmla="*/ 1023 h 1094"/>
              <a:gd name="T30" fmla="*/ 85 w 1095"/>
              <a:gd name="T31" fmla="*/ 1010 h 1094"/>
              <a:gd name="T32" fmla="*/ 80 w 1095"/>
              <a:gd name="T33" fmla="*/ 1005 h 1094"/>
              <a:gd name="T34" fmla="*/ 67 w 1095"/>
              <a:gd name="T35" fmla="*/ 990 h 1094"/>
              <a:gd name="T36" fmla="*/ 59 w 1095"/>
              <a:gd name="T37" fmla="*/ 980 h 1094"/>
              <a:gd name="T38" fmla="*/ 52 w 1095"/>
              <a:gd name="T39" fmla="*/ 969 h 1094"/>
              <a:gd name="T40" fmla="*/ 42 w 1095"/>
              <a:gd name="T41" fmla="*/ 953 h 1094"/>
              <a:gd name="T42" fmla="*/ 43 w 1095"/>
              <a:gd name="T43" fmla="*/ 706 h 1094"/>
              <a:gd name="T44" fmla="*/ 46 w 1095"/>
              <a:gd name="T45" fmla="*/ 700 h 1094"/>
              <a:gd name="T46" fmla="*/ 53 w 1095"/>
              <a:gd name="T47" fmla="*/ 690 h 1094"/>
              <a:gd name="T48" fmla="*/ 56 w 1095"/>
              <a:gd name="T49" fmla="*/ 685 h 1094"/>
              <a:gd name="T50" fmla="*/ 64 w 1095"/>
              <a:gd name="T51" fmla="*/ 675 h 1094"/>
              <a:gd name="T52" fmla="*/ 68 w 1095"/>
              <a:gd name="T53" fmla="*/ 670 h 1094"/>
              <a:gd name="T54" fmla="*/ 76 w 1095"/>
              <a:gd name="T55" fmla="*/ 660 h 1094"/>
              <a:gd name="T56" fmla="*/ 80 w 1095"/>
              <a:gd name="T57" fmla="*/ 655 h 1094"/>
              <a:gd name="T58" fmla="*/ 86 w 1095"/>
              <a:gd name="T59" fmla="*/ 650 h 1094"/>
              <a:gd name="T60" fmla="*/ 90 w 1095"/>
              <a:gd name="T61" fmla="*/ 646 h 1094"/>
              <a:gd name="T62" fmla="*/ 547 w 1095"/>
              <a:gd name="T63" fmla="*/ 314 h 1094"/>
              <a:gd name="T64" fmla="*/ 645 w 1095"/>
              <a:gd name="T65" fmla="*/ 90 h 1094"/>
              <a:gd name="T66" fmla="*/ 651 w 1095"/>
              <a:gd name="T67" fmla="*/ 84 h 1094"/>
              <a:gd name="T68" fmla="*/ 660 w 1095"/>
              <a:gd name="T69" fmla="*/ 75 h 1094"/>
              <a:gd name="T70" fmla="*/ 665 w 1095"/>
              <a:gd name="T71" fmla="*/ 71 h 1094"/>
              <a:gd name="T72" fmla="*/ 675 w 1095"/>
              <a:gd name="T73" fmla="*/ 63 h 1094"/>
              <a:gd name="T74" fmla="*/ 680 w 1095"/>
              <a:gd name="T75" fmla="*/ 59 h 1094"/>
              <a:gd name="T76" fmla="*/ 690 w 1095"/>
              <a:gd name="T77" fmla="*/ 52 h 1094"/>
              <a:gd name="T78" fmla="*/ 695 w 1095"/>
              <a:gd name="T79" fmla="*/ 49 h 1094"/>
              <a:gd name="T80" fmla="*/ 706 w 1095"/>
              <a:gd name="T81" fmla="*/ 42 h 1094"/>
              <a:gd name="T82" fmla="*/ 717 w 1095"/>
              <a:gd name="T83" fmla="*/ 37 h 1094"/>
              <a:gd name="T84" fmla="*/ 970 w 1095"/>
              <a:gd name="T85" fmla="*/ 51 h 1094"/>
              <a:gd name="T86" fmla="*/ 975 w 1095"/>
              <a:gd name="T87" fmla="*/ 55 h 1094"/>
              <a:gd name="T88" fmla="*/ 990 w 1095"/>
              <a:gd name="T89" fmla="*/ 66 h 1094"/>
              <a:gd name="T90" fmla="*/ 995 w 1095"/>
              <a:gd name="T91" fmla="*/ 71 h 1094"/>
              <a:gd name="T92" fmla="*/ 1010 w 1095"/>
              <a:gd name="T93" fmla="*/ 84 h 1094"/>
              <a:gd name="T94" fmla="*/ 1015 w 1095"/>
              <a:gd name="T95" fmla="*/ 89 h 1094"/>
              <a:gd name="T96" fmla="*/ 1028 w 1095"/>
              <a:gd name="T97" fmla="*/ 104 h 1094"/>
              <a:gd name="T98" fmla="*/ 1036 w 1095"/>
              <a:gd name="T99" fmla="*/ 114 h 1094"/>
              <a:gd name="T100" fmla="*/ 1043 w 1095"/>
              <a:gd name="T101" fmla="*/ 125 h 1094"/>
              <a:gd name="T102" fmla="*/ 1053 w 1095"/>
              <a:gd name="T103" fmla="*/ 141 h 1094"/>
              <a:gd name="T104" fmla="*/ 1052 w 1095"/>
              <a:gd name="T105" fmla="*/ 388 h 1094"/>
              <a:gd name="T106" fmla="*/ 1049 w 1095"/>
              <a:gd name="T107" fmla="*/ 393 h 1094"/>
              <a:gd name="T108" fmla="*/ 1042 w 1095"/>
              <a:gd name="T109" fmla="*/ 404 h 1094"/>
              <a:gd name="T110" fmla="*/ 1039 w 1095"/>
              <a:gd name="T111" fmla="*/ 409 h 1094"/>
              <a:gd name="T112" fmla="*/ 1031 w 1095"/>
              <a:gd name="T113" fmla="*/ 419 h 1094"/>
              <a:gd name="T114" fmla="*/ 1027 w 1095"/>
              <a:gd name="T115" fmla="*/ 424 h 1094"/>
              <a:gd name="T116" fmla="*/ 1019 w 1095"/>
              <a:gd name="T117" fmla="*/ 434 h 1094"/>
              <a:gd name="T118" fmla="*/ 1015 w 1095"/>
              <a:gd name="T119" fmla="*/ 439 h 1094"/>
              <a:gd name="T120" fmla="*/ 1010 w 1095"/>
              <a:gd name="T121" fmla="*/ 443 h 1094"/>
              <a:gd name="T122" fmla="*/ 999 w 1095"/>
              <a:gd name="T123" fmla="*/ 454 h 1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95" h="1094">
                <a:moveTo>
                  <a:pt x="780" y="547"/>
                </a:moveTo>
                <a:cubicBezTo>
                  <a:pt x="737" y="565"/>
                  <a:pt x="691" y="592"/>
                  <a:pt x="642" y="639"/>
                </a:cubicBezTo>
                <a:cubicBezTo>
                  <a:pt x="593" y="689"/>
                  <a:pt x="566" y="736"/>
                  <a:pt x="547" y="781"/>
                </a:cubicBezTo>
                <a:cubicBezTo>
                  <a:pt x="518" y="860"/>
                  <a:pt x="514" y="932"/>
                  <a:pt x="454" y="999"/>
                </a:cubicBezTo>
                <a:cubicBezTo>
                  <a:pt x="453" y="1000"/>
                  <a:pt x="452" y="1001"/>
                  <a:pt x="451" y="1002"/>
                </a:cubicBezTo>
                <a:cubicBezTo>
                  <a:pt x="449" y="1004"/>
                  <a:pt x="449" y="1004"/>
                  <a:pt x="449" y="1004"/>
                </a:cubicBezTo>
                <a:cubicBezTo>
                  <a:pt x="448" y="1006"/>
                  <a:pt x="446" y="1008"/>
                  <a:pt x="444" y="1010"/>
                </a:cubicBezTo>
                <a:cubicBezTo>
                  <a:pt x="444" y="1010"/>
                  <a:pt x="444" y="1010"/>
                  <a:pt x="444" y="1010"/>
                </a:cubicBezTo>
                <a:cubicBezTo>
                  <a:pt x="444" y="1010"/>
                  <a:pt x="444" y="1010"/>
                  <a:pt x="444" y="1010"/>
                </a:cubicBezTo>
                <a:cubicBezTo>
                  <a:pt x="442" y="1011"/>
                  <a:pt x="441" y="1013"/>
                  <a:pt x="439" y="1014"/>
                </a:cubicBezTo>
                <a:cubicBezTo>
                  <a:pt x="439" y="1014"/>
                  <a:pt x="439" y="1014"/>
                  <a:pt x="439" y="1014"/>
                </a:cubicBezTo>
                <a:cubicBezTo>
                  <a:pt x="437" y="1016"/>
                  <a:pt x="436" y="1017"/>
                  <a:pt x="434" y="1019"/>
                </a:cubicBezTo>
                <a:cubicBezTo>
                  <a:pt x="434" y="1019"/>
                  <a:pt x="434" y="1019"/>
                  <a:pt x="434" y="1019"/>
                </a:cubicBezTo>
                <a:cubicBezTo>
                  <a:pt x="433" y="1020"/>
                  <a:pt x="431" y="1021"/>
                  <a:pt x="430" y="1023"/>
                </a:cubicBezTo>
                <a:cubicBezTo>
                  <a:pt x="430" y="1023"/>
                  <a:pt x="430" y="1023"/>
                  <a:pt x="430" y="1023"/>
                </a:cubicBezTo>
                <a:cubicBezTo>
                  <a:pt x="428" y="1024"/>
                  <a:pt x="426" y="1026"/>
                  <a:pt x="425" y="1027"/>
                </a:cubicBezTo>
                <a:cubicBezTo>
                  <a:pt x="425" y="1027"/>
                  <a:pt x="425" y="1027"/>
                  <a:pt x="425" y="1027"/>
                </a:cubicBezTo>
                <a:cubicBezTo>
                  <a:pt x="423" y="1028"/>
                  <a:pt x="421" y="1029"/>
                  <a:pt x="420" y="1031"/>
                </a:cubicBezTo>
                <a:cubicBezTo>
                  <a:pt x="420" y="1031"/>
                  <a:pt x="420" y="1031"/>
                  <a:pt x="420" y="1031"/>
                </a:cubicBezTo>
                <a:cubicBezTo>
                  <a:pt x="418" y="1032"/>
                  <a:pt x="416" y="1033"/>
                  <a:pt x="415" y="1035"/>
                </a:cubicBezTo>
                <a:cubicBezTo>
                  <a:pt x="415" y="1035"/>
                  <a:pt x="415" y="1035"/>
                  <a:pt x="415" y="1035"/>
                </a:cubicBezTo>
                <a:cubicBezTo>
                  <a:pt x="413" y="1036"/>
                  <a:pt x="411" y="1037"/>
                  <a:pt x="410" y="1038"/>
                </a:cubicBezTo>
                <a:cubicBezTo>
                  <a:pt x="410" y="1038"/>
                  <a:pt x="410" y="1038"/>
                  <a:pt x="410" y="1038"/>
                </a:cubicBezTo>
                <a:cubicBezTo>
                  <a:pt x="408" y="1039"/>
                  <a:pt x="406" y="1041"/>
                  <a:pt x="405" y="1042"/>
                </a:cubicBezTo>
                <a:cubicBezTo>
                  <a:pt x="405" y="1042"/>
                  <a:pt x="405" y="1042"/>
                  <a:pt x="405" y="1042"/>
                </a:cubicBezTo>
                <a:cubicBezTo>
                  <a:pt x="403" y="1043"/>
                  <a:pt x="401" y="1044"/>
                  <a:pt x="399" y="1045"/>
                </a:cubicBezTo>
                <a:cubicBezTo>
                  <a:pt x="399" y="1045"/>
                  <a:pt x="399" y="1045"/>
                  <a:pt x="399" y="1045"/>
                </a:cubicBezTo>
                <a:cubicBezTo>
                  <a:pt x="398" y="1046"/>
                  <a:pt x="396" y="1047"/>
                  <a:pt x="394" y="1048"/>
                </a:cubicBezTo>
                <a:cubicBezTo>
                  <a:pt x="394" y="1048"/>
                  <a:pt x="394" y="1048"/>
                  <a:pt x="394" y="1048"/>
                </a:cubicBezTo>
                <a:cubicBezTo>
                  <a:pt x="392" y="1049"/>
                  <a:pt x="390" y="1050"/>
                  <a:pt x="389" y="1051"/>
                </a:cubicBezTo>
                <a:cubicBezTo>
                  <a:pt x="389" y="1051"/>
                  <a:pt x="389" y="1051"/>
                  <a:pt x="389" y="1051"/>
                </a:cubicBezTo>
                <a:cubicBezTo>
                  <a:pt x="385" y="1054"/>
                  <a:pt x="381" y="1055"/>
                  <a:pt x="378" y="1057"/>
                </a:cubicBezTo>
                <a:cubicBezTo>
                  <a:pt x="378" y="1057"/>
                  <a:pt x="378" y="1057"/>
                  <a:pt x="378" y="1057"/>
                </a:cubicBezTo>
                <a:cubicBezTo>
                  <a:pt x="304" y="1094"/>
                  <a:pt x="216" y="1094"/>
                  <a:pt x="142" y="1053"/>
                </a:cubicBezTo>
                <a:cubicBezTo>
                  <a:pt x="142" y="1053"/>
                  <a:pt x="142" y="1053"/>
                  <a:pt x="142" y="1053"/>
                </a:cubicBezTo>
                <a:cubicBezTo>
                  <a:pt x="136" y="1050"/>
                  <a:pt x="131" y="1046"/>
                  <a:pt x="125" y="1043"/>
                </a:cubicBezTo>
                <a:cubicBezTo>
                  <a:pt x="125" y="1043"/>
                  <a:pt x="125" y="1043"/>
                  <a:pt x="125" y="1043"/>
                </a:cubicBezTo>
                <a:cubicBezTo>
                  <a:pt x="124" y="1042"/>
                  <a:pt x="122" y="1040"/>
                  <a:pt x="120" y="1039"/>
                </a:cubicBezTo>
                <a:cubicBezTo>
                  <a:pt x="120" y="1039"/>
                  <a:pt x="120" y="1039"/>
                  <a:pt x="120" y="1039"/>
                </a:cubicBezTo>
                <a:cubicBezTo>
                  <a:pt x="118" y="1038"/>
                  <a:pt x="116" y="1037"/>
                  <a:pt x="115" y="1035"/>
                </a:cubicBezTo>
                <a:cubicBezTo>
                  <a:pt x="115" y="1035"/>
                  <a:pt x="115" y="1035"/>
                  <a:pt x="115" y="1035"/>
                </a:cubicBezTo>
                <a:cubicBezTo>
                  <a:pt x="111" y="1033"/>
                  <a:pt x="108" y="1030"/>
                  <a:pt x="104" y="1027"/>
                </a:cubicBezTo>
                <a:cubicBezTo>
                  <a:pt x="104" y="1027"/>
                  <a:pt x="104" y="1027"/>
                  <a:pt x="104" y="1027"/>
                </a:cubicBezTo>
                <a:cubicBezTo>
                  <a:pt x="103" y="1026"/>
                  <a:pt x="101" y="1025"/>
                  <a:pt x="99" y="1023"/>
                </a:cubicBezTo>
                <a:cubicBezTo>
                  <a:pt x="99" y="1023"/>
                  <a:pt x="99" y="1023"/>
                  <a:pt x="99" y="1023"/>
                </a:cubicBezTo>
                <a:cubicBezTo>
                  <a:pt x="96" y="1020"/>
                  <a:pt x="93" y="1017"/>
                  <a:pt x="89" y="1014"/>
                </a:cubicBezTo>
                <a:cubicBezTo>
                  <a:pt x="89" y="1014"/>
                  <a:pt x="89" y="1014"/>
                  <a:pt x="89" y="1014"/>
                </a:cubicBezTo>
                <a:cubicBezTo>
                  <a:pt x="88" y="1013"/>
                  <a:pt x="86" y="1011"/>
                  <a:pt x="85" y="1010"/>
                </a:cubicBezTo>
                <a:cubicBezTo>
                  <a:pt x="85" y="1010"/>
                  <a:pt x="85" y="1010"/>
                  <a:pt x="85" y="1010"/>
                </a:cubicBezTo>
                <a:cubicBezTo>
                  <a:pt x="83" y="1008"/>
                  <a:pt x="81" y="1006"/>
                  <a:pt x="80" y="1005"/>
                </a:cubicBezTo>
                <a:cubicBezTo>
                  <a:pt x="80" y="1005"/>
                  <a:pt x="80" y="1005"/>
                  <a:pt x="80" y="1005"/>
                </a:cubicBezTo>
                <a:cubicBezTo>
                  <a:pt x="77" y="1002"/>
                  <a:pt x="74" y="998"/>
                  <a:pt x="71" y="995"/>
                </a:cubicBezTo>
                <a:cubicBezTo>
                  <a:pt x="71" y="995"/>
                  <a:pt x="71" y="995"/>
                  <a:pt x="71" y="995"/>
                </a:cubicBezTo>
                <a:cubicBezTo>
                  <a:pt x="70" y="993"/>
                  <a:pt x="68" y="992"/>
                  <a:pt x="67" y="990"/>
                </a:cubicBezTo>
                <a:cubicBezTo>
                  <a:pt x="67" y="990"/>
                  <a:pt x="67" y="990"/>
                  <a:pt x="67" y="990"/>
                </a:cubicBezTo>
                <a:cubicBezTo>
                  <a:pt x="64" y="987"/>
                  <a:pt x="61" y="983"/>
                  <a:pt x="59" y="980"/>
                </a:cubicBezTo>
                <a:cubicBezTo>
                  <a:pt x="59" y="980"/>
                  <a:pt x="59" y="980"/>
                  <a:pt x="59" y="980"/>
                </a:cubicBezTo>
                <a:cubicBezTo>
                  <a:pt x="58" y="978"/>
                  <a:pt x="56" y="976"/>
                  <a:pt x="55" y="974"/>
                </a:cubicBezTo>
                <a:cubicBezTo>
                  <a:pt x="55" y="974"/>
                  <a:pt x="55" y="974"/>
                  <a:pt x="55" y="974"/>
                </a:cubicBezTo>
                <a:cubicBezTo>
                  <a:pt x="54" y="973"/>
                  <a:pt x="53" y="971"/>
                  <a:pt x="52" y="969"/>
                </a:cubicBezTo>
                <a:cubicBezTo>
                  <a:pt x="52" y="969"/>
                  <a:pt x="52" y="969"/>
                  <a:pt x="52" y="969"/>
                </a:cubicBezTo>
                <a:cubicBezTo>
                  <a:pt x="48" y="964"/>
                  <a:pt x="45" y="958"/>
                  <a:pt x="42" y="953"/>
                </a:cubicBezTo>
                <a:cubicBezTo>
                  <a:pt x="42" y="953"/>
                  <a:pt x="42" y="953"/>
                  <a:pt x="42" y="953"/>
                </a:cubicBezTo>
                <a:cubicBezTo>
                  <a:pt x="1" y="879"/>
                  <a:pt x="0" y="790"/>
                  <a:pt x="37" y="717"/>
                </a:cubicBezTo>
                <a:cubicBezTo>
                  <a:pt x="37" y="717"/>
                  <a:pt x="37" y="717"/>
                  <a:pt x="37" y="717"/>
                </a:cubicBezTo>
                <a:cubicBezTo>
                  <a:pt x="39" y="713"/>
                  <a:pt x="41" y="709"/>
                  <a:pt x="43" y="706"/>
                </a:cubicBezTo>
                <a:cubicBezTo>
                  <a:pt x="43" y="706"/>
                  <a:pt x="43" y="706"/>
                  <a:pt x="43" y="706"/>
                </a:cubicBezTo>
                <a:cubicBezTo>
                  <a:pt x="44" y="704"/>
                  <a:pt x="45" y="702"/>
                  <a:pt x="46" y="700"/>
                </a:cubicBezTo>
                <a:cubicBezTo>
                  <a:pt x="46" y="700"/>
                  <a:pt x="46" y="700"/>
                  <a:pt x="46" y="700"/>
                </a:cubicBezTo>
                <a:cubicBezTo>
                  <a:pt x="47" y="699"/>
                  <a:pt x="48" y="697"/>
                  <a:pt x="49" y="695"/>
                </a:cubicBezTo>
                <a:cubicBezTo>
                  <a:pt x="49" y="695"/>
                  <a:pt x="49" y="695"/>
                  <a:pt x="49" y="695"/>
                </a:cubicBezTo>
                <a:cubicBezTo>
                  <a:pt x="50" y="693"/>
                  <a:pt x="51" y="691"/>
                  <a:pt x="53" y="690"/>
                </a:cubicBezTo>
                <a:cubicBezTo>
                  <a:pt x="53" y="690"/>
                  <a:pt x="53" y="690"/>
                  <a:pt x="53" y="690"/>
                </a:cubicBezTo>
                <a:cubicBezTo>
                  <a:pt x="54" y="688"/>
                  <a:pt x="55" y="686"/>
                  <a:pt x="56" y="685"/>
                </a:cubicBezTo>
                <a:cubicBezTo>
                  <a:pt x="56" y="685"/>
                  <a:pt x="56" y="685"/>
                  <a:pt x="56" y="685"/>
                </a:cubicBezTo>
                <a:cubicBezTo>
                  <a:pt x="57" y="683"/>
                  <a:pt x="59" y="681"/>
                  <a:pt x="60" y="679"/>
                </a:cubicBezTo>
                <a:cubicBezTo>
                  <a:pt x="60" y="679"/>
                  <a:pt x="60" y="679"/>
                  <a:pt x="60" y="679"/>
                </a:cubicBezTo>
                <a:cubicBezTo>
                  <a:pt x="61" y="678"/>
                  <a:pt x="62" y="676"/>
                  <a:pt x="64" y="675"/>
                </a:cubicBezTo>
                <a:cubicBezTo>
                  <a:pt x="64" y="675"/>
                  <a:pt x="64" y="675"/>
                  <a:pt x="64" y="675"/>
                </a:cubicBezTo>
                <a:cubicBezTo>
                  <a:pt x="65" y="673"/>
                  <a:pt x="66" y="671"/>
                  <a:pt x="68" y="670"/>
                </a:cubicBezTo>
                <a:cubicBezTo>
                  <a:pt x="68" y="670"/>
                  <a:pt x="68" y="670"/>
                  <a:pt x="68" y="670"/>
                </a:cubicBezTo>
                <a:cubicBezTo>
                  <a:pt x="69" y="668"/>
                  <a:pt x="70" y="666"/>
                  <a:pt x="72" y="665"/>
                </a:cubicBezTo>
                <a:cubicBezTo>
                  <a:pt x="72" y="665"/>
                  <a:pt x="72" y="665"/>
                  <a:pt x="72" y="665"/>
                </a:cubicBezTo>
                <a:cubicBezTo>
                  <a:pt x="73" y="663"/>
                  <a:pt x="74" y="662"/>
                  <a:pt x="76" y="660"/>
                </a:cubicBezTo>
                <a:cubicBezTo>
                  <a:pt x="76" y="660"/>
                  <a:pt x="76" y="660"/>
                  <a:pt x="76" y="660"/>
                </a:cubicBezTo>
                <a:cubicBezTo>
                  <a:pt x="77" y="658"/>
                  <a:pt x="79" y="657"/>
                  <a:pt x="80" y="655"/>
                </a:cubicBezTo>
                <a:cubicBezTo>
                  <a:pt x="80" y="655"/>
                  <a:pt x="80" y="655"/>
                  <a:pt x="80" y="655"/>
                </a:cubicBezTo>
                <a:cubicBezTo>
                  <a:pt x="82" y="654"/>
                  <a:pt x="83" y="652"/>
                  <a:pt x="85" y="651"/>
                </a:cubicBezTo>
                <a:cubicBezTo>
                  <a:pt x="85" y="651"/>
                  <a:pt x="85" y="651"/>
                  <a:pt x="85" y="651"/>
                </a:cubicBezTo>
                <a:cubicBezTo>
                  <a:pt x="86" y="650"/>
                  <a:pt x="86" y="650"/>
                  <a:pt x="86" y="650"/>
                </a:cubicBezTo>
                <a:cubicBezTo>
                  <a:pt x="86" y="649"/>
                  <a:pt x="87" y="648"/>
                  <a:pt x="87" y="648"/>
                </a:cubicBezTo>
                <a:cubicBezTo>
                  <a:pt x="88" y="647"/>
                  <a:pt x="89" y="646"/>
                  <a:pt x="90" y="646"/>
                </a:cubicBezTo>
                <a:cubicBezTo>
                  <a:pt x="90" y="646"/>
                  <a:pt x="90" y="646"/>
                  <a:pt x="90" y="646"/>
                </a:cubicBezTo>
                <a:cubicBezTo>
                  <a:pt x="158" y="581"/>
                  <a:pt x="233" y="578"/>
                  <a:pt x="313" y="547"/>
                </a:cubicBezTo>
                <a:cubicBezTo>
                  <a:pt x="358" y="529"/>
                  <a:pt x="405" y="502"/>
                  <a:pt x="455" y="453"/>
                </a:cubicBezTo>
                <a:cubicBezTo>
                  <a:pt x="502" y="404"/>
                  <a:pt x="529" y="358"/>
                  <a:pt x="547" y="314"/>
                </a:cubicBezTo>
                <a:cubicBezTo>
                  <a:pt x="577" y="235"/>
                  <a:pt x="581" y="162"/>
                  <a:pt x="641" y="95"/>
                </a:cubicBezTo>
                <a:cubicBezTo>
                  <a:pt x="642" y="94"/>
                  <a:pt x="643" y="93"/>
                  <a:pt x="644" y="92"/>
                </a:cubicBezTo>
                <a:cubicBezTo>
                  <a:pt x="645" y="90"/>
                  <a:pt x="645" y="90"/>
                  <a:pt x="645" y="90"/>
                </a:cubicBezTo>
                <a:cubicBezTo>
                  <a:pt x="647" y="88"/>
                  <a:pt x="649" y="86"/>
                  <a:pt x="651" y="84"/>
                </a:cubicBezTo>
                <a:cubicBezTo>
                  <a:pt x="651" y="84"/>
                  <a:pt x="651" y="84"/>
                  <a:pt x="651" y="84"/>
                </a:cubicBezTo>
                <a:cubicBezTo>
                  <a:pt x="651" y="84"/>
                  <a:pt x="651" y="84"/>
                  <a:pt x="651" y="84"/>
                </a:cubicBezTo>
                <a:cubicBezTo>
                  <a:pt x="653" y="83"/>
                  <a:pt x="654" y="81"/>
                  <a:pt x="656" y="80"/>
                </a:cubicBezTo>
                <a:cubicBezTo>
                  <a:pt x="656" y="80"/>
                  <a:pt x="656" y="80"/>
                  <a:pt x="656" y="80"/>
                </a:cubicBezTo>
                <a:cubicBezTo>
                  <a:pt x="657" y="78"/>
                  <a:pt x="659" y="77"/>
                  <a:pt x="660" y="75"/>
                </a:cubicBezTo>
                <a:cubicBezTo>
                  <a:pt x="660" y="75"/>
                  <a:pt x="660" y="75"/>
                  <a:pt x="660" y="75"/>
                </a:cubicBezTo>
                <a:cubicBezTo>
                  <a:pt x="662" y="74"/>
                  <a:pt x="664" y="73"/>
                  <a:pt x="665" y="71"/>
                </a:cubicBezTo>
                <a:cubicBezTo>
                  <a:pt x="665" y="71"/>
                  <a:pt x="665" y="71"/>
                  <a:pt x="665" y="71"/>
                </a:cubicBezTo>
                <a:cubicBezTo>
                  <a:pt x="667" y="70"/>
                  <a:pt x="668" y="68"/>
                  <a:pt x="670" y="67"/>
                </a:cubicBezTo>
                <a:cubicBezTo>
                  <a:pt x="670" y="67"/>
                  <a:pt x="670" y="67"/>
                  <a:pt x="670" y="67"/>
                </a:cubicBezTo>
                <a:cubicBezTo>
                  <a:pt x="672" y="66"/>
                  <a:pt x="673" y="64"/>
                  <a:pt x="675" y="63"/>
                </a:cubicBezTo>
                <a:cubicBezTo>
                  <a:pt x="675" y="63"/>
                  <a:pt x="675" y="63"/>
                  <a:pt x="675" y="63"/>
                </a:cubicBezTo>
                <a:cubicBezTo>
                  <a:pt x="677" y="62"/>
                  <a:pt x="678" y="61"/>
                  <a:pt x="680" y="59"/>
                </a:cubicBezTo>
                <a:cubicBezTo>
                  <a:pt x="680" y="59"/>
                  <a:pt x="680" y="59"/>
                  <a:pt x="680" y="59"/>
                </a:cubicBezTo>
                <a:cubicBezTo>
                  <a:pt x="682" y="58"/>
                  <a:pt x="683" y="57"/>
                  <a:pt x="685" y="56"/>
                </a:cubicBezTo>
                <a:cubicBezTo>
                  <a:pt x="685" y="56"/>
                  <a:pt x="685" y="56"/>
                  <a:pt x="685" y="56"/>
                </a:cubicBezTo>
                <a:cubicBezTo>
                  <a:pt x="687" y="55"/>
                  <a:pt x="689" y="53"/>
                  <a:pt x="690" y="52"/>
                </a:cubicBezTo>
                <a:cubicBezTo>
                  <a:pt x="690" y="52"/>
                  <a:pt x="690" y="52"/>
                  <a:pt x="690" y="52"/>
                </a:cubicBezTo>
                <a:cubicBezTo>
                  <a:pt x="692" y="51"/>
                  <a:pt x="694" y="50"/>
                  <a:pt x="695" y="49"/>
                </a:cubicBezTo>
                <a:cubicBezTo>
                  <a:pt x="695" y="49"/>
                  <a:pt x="695" y="49"/>
                  <a:pt x="695" y="49"/>
                </a:cubicBezTo>
                <a:cubicBezTo>
                  <a:pt x="697" y="48"/>
                  <a:pt x="699" y="47"/>
                  <a:pt x="701" y="45"/>
                </a:cubicBezTo>
                <a:cubicBezTo>
                  <a:pt x="701" y="45"/>
                  <a:pt x="701" y="45"/>
                  <a:pt x="701" y="45"/>
                </a:cubicBezTo>
                <a:cubicBezTo>
                  <a:pt x="703" y="44"/>
                  <a:pt x="704" y="43"/>
                  <a:pt x="706" y="42"/>
                </a:cubicBezTo>
                <a:cubicBezTo>
                  <a:pt x="706" y="42"/>
                  <a:pt x="706" y="42"/>
                  <a:pt x="706" y="42"/>
                </a:cubicBezTo>
                <a:cubicBezTo>
                  <a:pt x="710" y="40"/>
                  <a:pt x="713" y="38"/>
                  <a:pt x="717" y="37"/>
                </a:cubicBezTo>
                <a:cubicBezTo>
                  <a:pt x="717" y="37"/>
                  <a:pt x="717" y="37"/>
                  <a:pt x="717" y="37"/>
                </a:cubicBezTo>
                <a:cubicBezTo>
                  <a:pt x="791" y="0"/>
                  <a:pt x="879" y="0"/>
                  <a:pt x="953" y="41"/>
                </a:cubicBezTo>
                <a:cubicBezTo>
                  <a:pt x="953" y="41"/>
                  <a:pt x="953" y="41"/>
                  <a:pt x="953" y="41"/>
                </a:cubicBezTo>
                <a:cubicBezTo>
                  <a:pt x="959" y="44"/>
                  <a:pt x="964" y="48"/>
                  <a:pt x="970" y="51"/>
                </a:cubicBezTo>
                <a:cubicBezTo>
                  <a:pt x="970" y="51"/>
                  <a:pt x="970" y="51"/>
                  <a:pt x="970" y="51"/>
                </a:cubicBezTo>
                <a:cubicBezTo>
                  <a:pt x="971" y="52"/>
                  <a:pt x="973" y="53"/>
                  <a:pt x="975" y="55"/>
                </a:cubicBezTo>
                <a:cubicBezTo>
                  <a:pt x="975" y="55"/>
                  <a:pt x="975" y="55"/>
                  <a:pt x="975" y="55"/>
                </a:cubicBezTo>
                <a:cubicBezTo>
                  <a:pt x="977" y="56"/>
                  <a:pt x="978" y="57"/>
                  <a:pt x="980" y="58"/>
                </a:cubicBezTo>
                <a:cubicBezTo>
                  <a:pt x="980" y="58"/>
                  <a:pt x="980" y="58"/>
                  <a:pt x="980" y="58"/>
                </a:cubicBezTo>
                <a:cubicBezTo>
                  <a:pt x="984" y="61"/>
                  <a:pt x="987" y="64"/>
                  <a:pt x="990" y="66"/>
                </a:cubicBezTo>
                <a:cubicBezTo>
                  <a:pt x="990" y="66"/>
                  <a:pt x="990" y="66"/>
                  <a:pt x="990" y="66"/>
                </a:cubicBezTo>
                <a:cubicBezTo>
                  <a:pt x="992" y="68"/>
                  <a:pt x="994" y="69"/>
                  <a:pt x="995" y="71"/>
                </a:cubicBezTo>
                <a:cubicBezTo>
                  <a:pt x="995" y="71"/>
                  <a:pt x="995" y="71"/>
                  <a:pt x="995" y="71"/>
                </a:cubicBezTo>
                <a:cubicBezTo>
                  <a:pt x="999" y="73"/>
                  <a:pt x="1002" y="76"/>
                  <a:pt x="1005" y="80"/>
                </a:cubicBezTo>
                <a:cubicBezTo>
                  <a:pt x="1005" y="80"/>
                  <a:pt x="1005" y="80"/>
                  <a:pt x="1005" y="80"/>
                </a:cubicBezTo>
                <a:cubicBezTo>
                  <a:pt x="1007" y="81"/>
                  <a:pt x="1009" y="83"/>
                  <a:pt x="1010" y="84"/>
                </a:cubicBezTo>
                <a:cubicBezTo>
                  <a:pt x="1010" y="84"/>
                  <a:pt x="1010" y="84"/>
                  <a:pt x="1010" y="84"/>
                </a:cubicBezTo>
                <a:cubicBezTo>
                  <a:pt x="1012" y="86"/>
                  <a:pt x="1013" y="87"/>
                  <a:pt x="1015" y="89"/>
                </a:cubicBezTo>
                <a:cubicBezTo>
                  <a:pt x="1015" y="89"/>
                  <a:pt x="1015" y="89"/>
                  <a:pt x="1015" y="89"/>
                </a:cubicBezTo>
                <a:cubicBezTo>
                  <a:pt x="1018" y="92"/>
                  <a:pt x="1021" y="96"/>
                  <a:pt x="1024" y="99"/>
                </a:cubicBezTo>
                <a:cubicBezTo>
                  <a:pt x="1024" y="99"/>
                  <a:pt x="1024" y="99"/>
                  <a:pt x="1024" y="99"/>
                </a:cubicBezTo>
                <a:cubicBezTo>
                  <a:pt x="1025" y="101"/>
                  <a:pt x="1027" y="102"/>
                  <a:pt x="1028" y="104"/>
                </a:cubicBezTo>
                <a:cubicBezTo>
                  <a:pt x="1028" y="104"/>
                  <a:pt x="1028" y="104"/>
                  <a:pt x="1028" y="104"/>
                </a:cubicBezTo>
                <a:cubicBezTo>
                  <a:pt x="1031" y="107"/>
                  <a:pt x="1033" y="111"/>
                  <a:pt x="1036" y="114"/>
                </a:cubicBezTo>
                <a:cubicBezTo>
                  <a:pt x="1036" y="114"/>
                  <a:pt x="1036" y="114"/>
                  <a:pt x="1036" y="114"/>
                </a:cubicBezTo>
                <a:cubicBezTo>
                  <a:pt x="1037" y="116"/>
                  <a:pt x="1038" y="118"/>
                  <a:pt x="1040" y="120"/>
                </a:cubicBezTo>
                <a:cubicBezTo>
                  <a:pt x="1040" y="120"/>
                  <a:pt x="1040" y="120"/>
                  <a:pt x="1040" y="120"/>
                </a:cubicBezTo>
                <a:cubicBezTo>
                  <a:pt x="1041" y="121"/>
                  <a:pt x="1042" y="123"/>
                  <a:pt x="1043" y="125"/>
                </a:cubicBezTo>
                <a:cubicBezTo>
                  <a:pt x="1043" y="125"/>
                  <a:pt x="1043" y="125"/>
                  <a:pt x="1043" y="125"/>
                </a:cubicBezTo>
                <a:cubicBezTo>
                  <a:pt x="1047" y="130"/>
                  <a:pt x="1050" y="136"/>
                  <a:pt x="1053" y="141"/>
                </a:cubicBezTo>
                <a:cubicBezTo>
                  <a:pt x="1053" y="141"/>
                  <a:pt x="1053" y="141"/>
                  <a:pt x="1053" y="141"/>
                </a:cubicBezTo>
                <a:cubicBezTo>
                  <a:pt x="1094" y="215"/>
                  <a:pt x="1095" y="304"/>
                  <a:pt x="1058" y="377"/>
                </a:cubicBezTo>
                <a:cubicBezTo>
                  <a:pt x="1058" y="377"/>
                  <a:pt x="1058" y="377"/>
                  <a:pt x="1058" y="377"/>
                </a:cubicBezTo>
                <a:cubicBezTo>
                  <a:pt x="1056" y="381"/>
                  <a:pt x="1054" y="385"/>
                  <a:pt x="1052" y="388"/>
                </a:cubicBezTo>
                <a:cubicBezTo>
                  <a:pt x="1052" y="388"/>
                  <a:pt x="1052" y="388"/>
                  <a:pt x="1052" y="388"/>
                </a:cubicBezTo>
                <a:cubicBezTo>
                  <a:pt x="1051" y="390"/>
                  <a:pt x="1050" y="392"/>
                  <a:pt x="1049" y="393"/>
                </a:cubicBezTo>
                <a:cubicBezTo>
                  <a:pt x="1049" y="393"/>
                  <a:pt x="1049" y="393"/>
                  <a:pt x="1049" y="393"/>
                </a:cubicBezTo>
                <a:cubicBezTo>
                  <a:pt x="1048" y="395"/>
                  <a:pt x="1047" y="397"/>
                  <a:pt x="1046" y="399"/>
                </a:cubicBezTo>
                <a:cubicBezTo>
                  <a:pt x="1046" y="399"/>
                  <a:pt x="1046" y="399"/>
                  <a:pt x="1046" y="399"/>
                </a:cubicBezTo>
                <a:cubicBezTo>
                  <a:pt x="1045" y="401"/>
                  <a:pt x="1043" y="402"/>
                  <a:pt x="1042" y="404"/>
                </a:cubicBezTo>
                <a:cubicBezTo>
                  <a:pt x="1042" y="404"/>
                  <a:pt x="1042" y="404"/>
                  <a:pt x="1042" y="404"/>
                </a:cubicBezTo>
                <a:cubicBezTo>
                  <a:pt x="1041" y="406"/>
                  <a:pt x="1040" y="408"/>
                  <a:pt x="1039" y="409"/>
                </a:cubicBezTo>
                <a:cubicBezTo>
                  <a:pt x="1039" y="409"/>
                  <a:pt x="1039" y="409"/>
                  <a:pt x="1039" y="409"/>
                </a:cubicBezTo>
                <a:cubicBezTo>
                  <a:pt x="1037" y="411"/>
                  <a:pt x="1036" y="413"/>
                  <a:pt x="1035" y="414"/>
                </a:cubicBezTo>
                <a:cubicBezTo>
                  <a:pt x="1035" y="414"/>
                  <a:pt x="1035" y="414"/>
                  <a:pt x="1035" y="414"/>
                </a:cubicBezTo>
                <a:cubicBezTo>
                  <a:pt x="1034" y="416"/>
                  <a:pt x="1033" y="418"/>
                  <a:pt x="1031" y="419"/>
                </a:cubicBezTo>
                <a:cubicBezTo>
                  <a:pt x="1031" y="419"/>
                  <a:pt x="1031" y="419"/>
                  <a:pt x="1031" y="419"/>
                </a:cubicBezTo>
                <a:cubicBezTo>
                  <a:pt x="1030" y="421"/>
                  <a:pt x="1029" y="423"/>
                  <a:pt x="1027" y="424"/>
                </a:cubicBezTo>
                <a:cubicBezTo>
                  <a:pt x="1027" y="424"/>
                  <a:pt x="1027" y="424"/>
                  <a:pt x="1027" y="424"/>
                </a:cubicBezTo>
                <a:cubicBezTo>
                  <a:pt x="1026" y="426"/>
                  <a:pt x="1025" y="428"/>
                  <a:pt x="1023" y="429"/>
                </a:cubicBezTo>
                <a:cubicBezTo>
                  <a:pt x="1023" y="429"/>
                  <a:pt x="1023" y="429"/>
                  <a:pt x="1023" y="429"/>
                </a:cubicBezTo>
                <a:cubicBezTo>
                  <a:pt x="1022" y="431"/>
                  <a:pt x="1020" y="432"/>
                  <a:pt x="1019" y="434"/>
                </a:cubicBezTo>
                <a:cubicBezTo>
                  <a:pt x="1019" y="434"/>
                  <a:pt x="1019" y="434"/>
                  <a:pt x="1019" y="434"/>
                </a:cubicBezTo>
                <a:cubicBezTo>
                  <a:pt x="1018" y="436"/>
                  <a:pt x="1016" y="437"/>
                  <a:pt x="1015" y="439"/>
                </a:cubicBezTo>
                <a:cubicBezTo>
                  <a:pt x="1015" y="439"/>
                  <a:pt x="1015" y="439"/>
                  <a:pt x="1015" y="439"/>
                </a:cubicBezTo>
                <a:cubicBezTo>
                  <a:pt x="1013" y="440"/>
                  <a:pt x="1012" y="442"/>
                  <a:pt x="1010" y="443"/>
                </a:cubicBezTo>
                <a:cubicBezTo>
                  <a:pt x="1010" y="443"/>
                  <a:pt x="1010" y="443"/>
                  <a:pt x="1010" y="443"/>
                </a:cubicBezTo>
                <a:cubicBezTo>
                  <a:pt x="1010" y="443"/>
                  <a:pt x="1010" y="443"/>
                  <a:pt x="1010" y="443"/>
                </a:cubicBezTo>
                <a:cubicBezTo>
                  <a:pt x="1008" y="445"/>
                  <a:pt x="1006" y="447"/>
                  <a:pt x="1004" y="449"/>
                </a:cubicBezTo>
                <a:cubicBezTo>
                  <a:pt x="1004" y="449"/>
                  <a:pt x="1003" y="450"/>
                  <a:pt x="1003" y="450"/>
                </a:cubicBezTo>
                <a:cubicBezTo>
                  <a:pt x="1001" y="452"/>
                  <a:pt x="1000" y="453"/>
                  <a:pt x="999" y="454"/>
                </a:cubicBezTo>
                <a:cubicBezTo>
                  <a:pt x="932" y="514"/>
                  <a:pt x="859" y="517"/>
                  <a:pt x="780" y="547"/>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23" name="Freeform 15">
            <a:extLst>
              <a:ext uri="{FF2B5EF4-FFF2-40B4-BE49-F238E27FC236}">
                <a16:creationId xmlns:a16="http://schemas.microsoft.com/office/drawing/2014/main" id="{C1589B0F-7567-DE4A-BB8E-FD84031F8221}"/>
              </a:ext>
            </a:extLst>
          </p:cNvPr>
          <p:cNvSpPr>
            <a:spLocks/>
          </p:cNvSpPr>
          <p:nvPr/>
        </p:nvSpPr>
        <p:spPr bwMode="auto">
          <a:xfrm>
            <a:off x="4010028" y="2708622"/>
            <a:ext cx="834784" cy="832756"/>
          </a:xfrm>
          <a:custGeom>
            <a:avLst/>
            <a:gdLst>
              <a:gd name="T0" fmla="*/ 397 w 483"/>
              <a:gd name="T1" fmla="*/ 397 h 483"/>
              <a:gd name="T2" fmla="*/ 86 w 483"/>
              <a:gd name="T3" fmla="*/ 397 h 483"/>
              <a:gd name="T4" fmla="*/ 86 w 483"/>
              <a:gd name="T5" fmla="*/ 86 h 483"/>
              <a:gd name="T6" fmla="*/ 397 w 483"/>
              <a:gd name="T7" fmla="*/ 86 h 483"/>
              <a:gd name="T8" fmla="*/ 397 w 483"/>
              <a:gd name="T9" fmla="*/ 397 h 483"/>
            </a:gdLst>
            <a:ahLst/>
            <a:cxnLst>
              <a:cxn ang="0">
                <a:pos x="T0" y="T1"/>
              </a:cxn>
              <a:cxn ang="0">
                <a:pos x="T2" y="T3"/>
              </a:cxn>
              <a:cxn ang="0">
                <a:pos x="T4" y="T5"/>
              </a:cxn>
              <a:cxn ang="0">
                <a:pos x="T6" y="T7"/>
              </a:cxn>
              <a:cxn ang="0">
                <a:pos x="T8" y="T9"/>
              </a:cxn>
            </a:cxnLst>
            <a:rect l="0" t="0" r="r" b="b"/>
            <a:pathLst>
              <a:path w="483" h="483">
                <a:moveTo>
                  <a:pt x="397" y="397"/>
                </a:moveTo>
                <a:cubicBezTo>
                  <a:pt x="311" y="483"/>
                  <a:pt x="172" y="483"/>
                  <a:pt x="86" y="397"/>
                </a:cubicBezTo>
                <a:cubicBezTo>
                  <a:pt x="0" y="311"/>
                  <a:pt x="0" y="172"/>
                  <a:pt x="86" y="86"/>
                </a:cubicBezTo>
                <a:cubicBezTo>
                  <a:pt x="172" y="0"/>
                  <a:pt x="311" y="0"/>
                  <a:pt x="397" y="86"/>
                </a:cubicBezTo>
                <a:cubicBezTo>
                  <a:pt x="483" y="172"/>
                  <a:pt x="483" y="311"/>
                  <a:pt x="397" y="397"/>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24" name="Oval 16">
            <a:extLst>
              <a:ext uri="{FF2B5EF4-FFF2-40B4-BE49-F238E27FC236}">
                <a16:creationId xmlns:a16="http://schemas.microsoft.com/office/drawing/2014/main" id="{9A66EC06-050A-2542-8C57-C8298BE889ED}"/>
              </a:ext>
            </a:extLst>
          </p:cNvPr>
          <p:cNvSpPr>
            <a:spLocks noChangeArrowheads="1"/>
          </p:cNvSpPr>
          <p:nvPr/>
        </p:nvSpPr>
        <p:spPr bwMode="auto">
          <a:xfrm>
            <a:off x="5032292" y="1769305"/>
            <a:ext cx="761765" cy="759743"/>
          </a:xfrm>
          <a:prstGeom prst="ellipse">
            <a:avLst/>
          </a:pr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28" name="Freeform 10">
            <a:extLst>
              <a:ext uri="{FF2B5EF4-FFF2-40B4-BE49-F238E27FC236}">
                <a16:creationId xmlns:a16="http://schemas.microsoft.com/office/drawing/2014/main" id="{9879979C-3721-7941-99CC-E774520056E5}"/>
              </a:ext>
            </a:extLst>
          </p:cNvPr>
          <p:cNvSpPr>
            <a:spLocks/>
          </p:cNvSpPr>
          <p:nvPr/>
        </p:nvSpPr>
        <p:spPr bwMode="auto">
          <a:xfrm>
            <a:off x="3970558" y="4052476"/>
            <a:ext cx="1890597" cy="1888501"/>
          </a:xfrm>
          <a:custGeom>
            <a:avLst/>
            <a:gdLst>
              <a:gd name="T0" fmla="*/ 547 w 1095"/>
              <a:gd name="T1" fmla="*/ 313 h 1094"/>
              <a:gd name="T2" fmla="*/ 449 w 1095"/>
              <a:gd name="T3" fmla="*/ 90 h 1094"/>
              <a:gd name="T4" fmla="*/ 444 w 1095"/>
              <a:gd name="T5" fmla="*/ 84 h 1094"/>
              <a:gd name="T6" fmla="*/ 434 w 1095"/>
              <a:gd name="T7" fmla="*/ 75 h 1094"/>
              <a:gd name="T8" fmla="*/ 430 w 1095"/>
              <a:gd name="T9" fmla="*/ 71 h 1094"/>
              <a:gd name="T10" fmla="*/ 420 w 1095"/>
              <a:gd name="T11" fmla="*/ 63 h 1094"/>
              <a:gd name="T12" fmla="*/ 415 w 1095"/>
              <a:gd name="T13" fmla="*/ 59 h 1094"/>
              <a:gd name="T14" fmla="*/ 405 w 1095"/>
              <a:gd name="T15" fmla="*/ 52 h 1094"/>
              <a:gd name="T16" fmla="*/ 399 w 1095"/>
              <a:gd name="T17" fmla="*/ 49 h 1094"/>
              <a:gd name="T18" fmla="*/ 389 w 1095"/>
              <a:gd name="T19" fmla="*/ 42 h 1094"/>
              <a:gd name="T20" fmla="*/ 378 w 1095"/>
              <a:gd name="T21" fmla="*/ 37 h 1094"/>
              <a:gd name="T22" fmla="*/ 125 w 1095"/>
              <a:gd name="T23" fmla="*/ 51 h 1094"/>
              <a:gd name="T24" fmla="*/ 120 w 1095"/>
              <a:gd name="T25" fmla="*/ 55 h 1094"/>
              <a:gd name="T26" fmla="*/ 104 w 1095"/>
              <a:gd name="T27" fmla="*/ 66 h 1094"/>
              <a:gd name="T28" fmla="*/ 99 w 1095"/>
              <a:gd name="T29" fmla="*/ 71 h 1094"/>
              <a:gd name="T30" fmla="*/ 85 w 1095"/>
              <a:gd name="T31" fmla="*/ 84 h 1094"/>
              <a:gd name="T32" fmla="*/ 80 w 1095"/>
              <a:gd name="T33" fmla="*/ 89 h 1094"/>
              <a:gd name="T34" fmla="*/ 67 w 1095"/>
              <a:gd name="T35" fmla="*/ 104 h 1094"/>
              <a:gd name="T36" fmla="*/ 59 w 1095"/>
              <a:gd name="T37" fmla="*/ 114 h 1094"/>
              <a:gd name="T38" fmla="*/ 52 w 1095"/>
              <a:gd name="T39" fmla="*/ 125 h 1094"/>
              <a:gd name="T40" fmla="*/ 42 w 1095"/>
              <a:gd name="T41" fmla="*/ 141 h 1094"/>
              <a:gd name="T42" fmla="*/ 43 w 1095"/>
              <a:gd name="T43" fmla="*/ 388 h 1094"/>
              <a:gd name="T44" fmla="*/ 46 w 1095"/>
              <a:gd name="T45" fmla="*/ 394 h 1094"/>
              <a:gd name="T46" fmla="*/ 53 w 1095"/>
              <a:gd name="T47" fmla="*/ 404 h 1094"/>
              <a:gd name="T48" fmla="*/ 56 w 1095"/>
              <a:gd name="T49" fmla="*/ 409 h 1094"/>
              <a:gd name="T50" fmla="*/ 64 w 1095"/>
              <a:gd name="T51" fmla="*/ 419 h 1094"/>
              <a:gd name="T52" fmla="*/ 68 w 1095"/>
              <a:gd name="T53" fmla="*/ 424 h 1094"/>
              <a:gd name="T54" fmla="*/ 76 w 1095"/>
              <a:gd name="T55" fmla="*/ 434 h 1094"/>
              <a:gd name="T56" fmla="*/ 80 w 1095"/>
              <a:gd name="T57" fmla="*/ 439 h 1094"/>
              <a:gd name="T58" fmla="*/ 86 w 1095"/>
              <a:gd name="T59" fmla="*/ 444 h 1094"/>
              <a:gd name="T60" fmla="*/ 90 w 1095"/>
              <a:gd name="T61" fmla="*/ 448 h 1094"/>
              <a:gd name="T62" fmla="*/ 547 w 1095"/>
              <a:gd name="T63" fmla="*/ 780 h 1094"/>
              <a:gd name="T64" fmla="*/ 645 w 1095"/>
              <a:gd name="T65" fmla="*/ 1004 h 1094"/>
              <a:gd name="T66" fmla="*/ 651 w 1095"/>
              <a:gd name="T67" fmla="*/ 1010 h 1094"/>
              <a:gd name="T68" fmla="*/ 660 w 1095"/>
              <a:gd name="T69" fmla="*/ 1019 h 1094"/>
              <a:gd name="T70" fmla="*/ 665 w 1095"/>
              <a:gd name="T71" fmla="*/ 1023 h 1094"/>
              <a:gd name="T72" fmla="*/ 675 w 1095"/>
              <a:gd name="T73" fmla="*/ 1031 h 1094"/>
              <a:gd name="T74" fmla="*/ 680 w 1095"/>
              <a:gd name="T75" fmla="*/ 1035 h 1094"/>
              <a:gd name="T76" fmla="*/ 690 w 1095"/>
              <a:gd name="T77" fmla="*/ 1042 h 1094"/>
              <a:gd name="T78" fmla="*/ 695 w 1095"/>
              <a:gd name="T79" fmla="*/ 1045 h 1094"/>
              <a:gd name="T80" fmla="*/ 706 w 1095"/>
              <a:gd name="T81" fmla="*/ 1052 h 1094"/>
              <a:gd name="T82" fmla="*/ 717 w 1095"/>
              <a:gd name="T83" fmla="*/ 1057 h 1094"/>
              <a:gd name="T84" fmla="*/ 970 w 1095"/>
              <a:gd name="T85" fmla="*/ 1043 h 1094"/>
              <a:gd name="T86" fmla="*/ 975 w 1095"/>
              <a:gd name="T87" fmla="*/ 1039 h 1094"/>
              <a:gd name="T88" fmla="*/ 990 w 1095"/>
              <a:gd name="T89" fmla="*/ 1028 h 1094"/>
              <a:gd name="T90" fmla="*/ 995 w 1095"/>
              <a:gd name="T91" fmla="*/ 1023 h 1094"/>
              <a:gd name="T92" fmla="*/ 1010 w 1095"/>
              <a:gd name="T93" fmla="*/ 1010 h 1094"/>
              <a:gd name="T94" fmla="*/ 1015 w 1095"/>
              <a:gd name="T95" fmla="*/ 1005 h 1094"/>
              <a:gd name="T96" fmla="*/ 1028 w 1095"/>
              <a:gd name="T97" fmla="*/ 990 h 1094"/>
              <a:gd name="T98" fmla="*/ 1036 w 1095"/>
              <a:gd name="T99" fmla="*/ 980 h 1094"/>
              <a:gd name="T100" fmla="*/ 1043 w 1095"/>
              <a:gd name="T101" fmla="*/ 969 h 1094"/>
              <a:gd name="T102" fmla="*/ 1053 w 1095"/>
              <a:gd name="T103" fmla="*/ 953 h 1094"/>
              <a:gd name="T104" fmla="*/ 1052 w 1095"/>
              <a:gd name="T105" fmla="*/ 706 h 1094"/>
              <a:gd name="T106" fmla="*/ 1049 w 1095"/>
              <a:gd name="T107" fmla="*/ 700 h 1094"/>
              <a:gd name="T108" fmla="*/ 1042 w 1095"/>
              <a:gd name="T109" fmla="*/ 690 h 1094"/>
              <a:gd name="T110" fmla="*/ 1039 w 1095"/>
              <a:gd name="T111" fmla="*/ 685 h 1094"/>
              <a:gd name="T112" fmla="*/ 1031 w 1095"/>
              <a:gd name="T113" fmla="*/ 675 h 1094"/>
              <a:gd name="T114" fmla="*/ 1027 w 1095"/>
              <a:gd name="T115" fmla="*/ 670 h 1094"/>
              <a:gd name="T116" fmla="*/ 1019 w 1095"/>
              <a:gd name="T117" fmla="*/ 660 h 1094"/>
              <a:gd name="T118" fmla="*/ 1015 w 1095"/>
              <a:gd name="T119" fmla="*/ 655 h 1094"/>
              <a:gd name="T120" fmla="*/ 1010 w 1095"/>
              <a:gd name="T121" fmla="*/ 651 h 1094"/>
              <a:gd name="T122" fmla="*/ 999 w 1095"/>
              <a:gd name="T123" fmla="*/ 640 h 1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95" h="1094">
                <a:moveTo>
                  <a:pt x="780" y="547"/>
                </a:moveTo>
                <a:cubicBezTo>
                  <a:pt x="737" y="529"/>
                  <a:pt x="691" y="502"/>
                  <a:pt x="642" y="455"/>
                </a:cubicBezTo>
                <a:cubicBezTo>
                  <a:pt x="593" y="405"/>
                  <a:pt x="566" y="358"/>
                  <a:pt x="547" y="313"/>
                </a:cubicBezTo>
                <a:cubicBezTo>
                  <a:pt x="518" y="234"/>
                  <a:pt x="514" y="162"/>
                  <a:pt x="454" y="95"/>
                </a:cubicBezTo>
                <a:cubicBezTo>
                  <a:pt x="453" y="94"/>
                  <a:pt x="452" y="93"/>
                  <a:pt x="451" y="92"/>
                </a:cubicBezTo>
                <a:cubicBezTo>
                  <a:pt x="449" y="90"/>
                  <a:pt x="449" y="90"/>
                  <a:pt x="449" y="90"/>
                </a:cubicBezTo>
                <a:cubicBezTo>
                  <a:pt x="448" y="88"/>
                  <a:pt x="446" y="86"/>
                  <a:pt x="444" y="84"/>
                </a:cubicBezTo>
                <a:cubicBezTo>
                  <a:pt x="444" y="84"/>
                  <a:pt x="444" y="84"/>
                  <a:pt x="444" y="84"/>
                </a:cubicBezTo>
                <a:cubicBezTo>
                  <a:pt x="444" y="84"/>
                  <a:pt x="444" y="84"/>
                  <a:pt x="444" y="84"/>
                </a:cubicBezTo>
                <a:cubicBezTo>
                  <a:pt x="442" y="83"/>
                  <a:pt x="441" y="81"/>
                  <a:pt x="439" y="80"/>
                </a:cubicBezTo>
                <a:cubicBezTo>
                  <a:pt x="439" y="80"/>
                  <a:pt x="439" y="80"/>
                  <a:pt x="439" y="80"/>
                </a:cubicBezTo>
                <a:cubicBezTo>
                  <a:pt x="437" y="78"/>
                  <a:pt x="436" y="77"/>
                  <a:pt x="434" y="75"/>
                </a:cubicBezTo>
                <a:cubicBezTo>
                  <a:pt x="434" y="75"/>
                  <a:pt x="434" y="75"/>
                  <a:pt x="434" y="75"/>
                </a:cubicBezTo>
                <a:cubicBezTo>
                  <a:pt x="433" y="74"/>
                  <a:pt x="431" y="73"/>
                  <a:pt x="430" y="71"/>
                </a:cubicBezTo>
                <a:cubicBezTo>
                  <a:pt x="430" y="71"/>
                  <a:pt x="430" y="71"/>
                  <a:pt x="430" y="71"/>
                </a:cubicBezTo>
                <a:cubicBezTo>
                  <a:pt x="428" y="70"/>
                  <a:pt x="426" y="68"/>
                  <a:pt x="425" y="67"/>
                </a:cubicBezTo>
                <a:cubicBezTo>
                  <a:pt x="425" y="67"/>
                  <a:pt x="425" y="67"/>
                  <a:pt x="425" y="67"/>
                </a:cubicBezTo>
                <a:cubicBezTo>
                  <a:pt x="423" y="66"/>
                  <a:pt x="421" y="64"/>
                  <a:pt x="420" y="63"/>
                </a:cubicBezTo>
                <a:cubicBezTo>
                  <a:pt x="420" y="63"/>
                  <a:pt x="420" y="63"/>
                  <a:pt x="420" y="63"/>
                </a:cubicBezTo>
                <a:cubicBezTo>
                  <a:pt x="418" y="62"/>
                  <a:pt x="416" y="61"/>
                  <a:pt x="415" y="59"/>
                </a:cubicBezTo>
                <a:cubicBezTo>
                  <a:pt x="415" y="59"/>
                  <a:pt x="415" y="59"/>
                  <a:pt x="415" y="59"/>
                </a:cubicBezTo>
                <a:cubicBezTo>
                  <a:pt x="413" y="58"/>
                  <a:pt x="411" y="57"/>
                  <a:pt x="410" y="56"/>
                </a:cubicBezTo>
                <a:cubicBezTo>
                  <a:pt x="410" y="56"/>
                  <a:pt x="410" y="56"/>
                  <a:pt x="410" y="56"/>
                </a:cubicBezTo>
                <a:cubicBezTo>
                  <a:pt x="408" y="54"/>
                  <a:pt x="406" y="53"/>
                  <a:pt x="405" y="52"/>
                </a:cubicBezTo>
                <a:cubicBezTo>
                  <a:pt x="405" y="52"/>
                  <a:pt x="405" y="52"/>
                  <a:pt x="405" y="52"/>
                </a:cubicBezTo>
                <a:cubicBezTo>
                  <a:pt x="403" y="51"/>
                  <a:pt x="401" y="50"/>
                  <a:pt x="399" y="49"/>
                </a:cubicBezTo>
                <a:cubicBezTo>
                  <a:pt x="399" y="49"/>
                  <a:pt x="399" y="49"/>
                  <a:pt x="399" y="49"/>
                </a:cubicBezTo>
                <a:cubicBezTo>
                  <a:pt x="398" y="48"/>
                  <a:pt x="396" y="47"/>
                  <a:pt x="394" y="45"/>
                </a:cubicBezTo>
                <a:cubicBezTo>
                  <a:pt x="394" y="45"/>
                  <a:pt x="394" y="45"/>
                  <a:pt x="394" y="45"/>
                </a:cubicBezTo>
                <a:cubicBezTo>
                  <a:pt x="392" y="44"/>
                  <a:pt x="390" y="43"/>
                  <a:pt x="389" y="42"/>
                </a:cubicBezTo>
                <a:cubicBezTo>
                  <a:pt x="389" y="42"/>
                  <a:pt x="389" y="42"/>
                  <a:pt x="389" y="42"/>
                </a:cubicBezTo>
                <a:cubicBezTo>
                  <a:pt x="385" y="40"/>
                  <a:pt x="381" y="38"/>
                  <a:pt x="378" y="37"/>
                </a:cubicBezTo>
                <a:cubicBezTo>
                  <a:pt x="378" y="37"/>
                  <a:pt x="378" y="37"/>
                  <a:pt x="378" y="37"/>
                </a:cubicBezTo>
                <a:cubicBezTo>
                  <a:pt x="304" y="0"/>
                  <a:pt x="216" y="0"/>
                  <a:pt x="142" y="41"/>
                </a:cubicBezTo>
                <a:cubicBezTo>
                  <a:pt x="142" y="41"/>
                  <a:pt x="142" y="41"/>
                  <a:pt x="142" y="41"/>
                </a:cubicBezTo>
                <a:cubicBezTo>
                  <a:pt x="136" y="44"/>
                  <a:pt x="131" y="48"/>
                  <a:pt x="125" y="51"/>
                </a:cubicBezTo>
                <a:cubicBezTo>
                  <a:pt x="125" y="51"/>
                  <a:pt x="125" y="51"/>
                  <a:pt x="125" y="51"/>
                </a:cubicBezTo>
                <a:cubicBezTo>
                  <a:pt x="124" y="52"/>
                  <a:pt x="122" y="53"/>
                  <a:pt x="120" y="55"/>
                </a:cubicBezTo>
                <a:cubicBezTo>
                  <a:pt x="120" y="55"/>
                  <a:pt x="120" y="55"/>
                  <a:pt x="120" y="55"/>
                </a:cubicBezTo>
                <a:cubicBezTo>
                  <a:pt x="118" y="56"/>
                  <a:pt x="116" y="57"/>
                  <a:pt x="115" y="58"/>
                </a:cubicBezTo>
                <a:cubicBezTo>
                  <a:pt x="115" y="58"/>
                  <a:pt x="115" y="58"/>
                  <a:pt x="115" y="58"/>
                </a:cubicBezTo>
                <a:cubicBezTo>
                  <a:pt x="111" y="61"/>
                  <a:pt x="108" y="64"/>
                  <a:pt x="104" y="66"/>
                </a:cubicBezTo>
                <a:cubicBezTo>
                  <a:pt x="104" y="66"/>
                  <a:pt x="104" y="66"/>
                  <a:pt x="104" y="66"/>
                </a:cubicBezTo>
                <a:cubicBezTo>
                  <a:pt x="103" y="68"/>
                  <a:pt x="101" y="69"/>
                  <a:pt x="99" y="71"/>
                </a:cubicBezTo>
                <a:cubicBezTo>
                  <a:pt x="99" y="71"/>
                  <a:pt x="99" y="71"/>
                  <a:pt x="99" y="71"/>
                </a:cubicBezTo>
                <a:cubicBezTo>
                  <a:pt x="96" y="73"/>
                  <a:pt x="93" y="76"/>
                  <a:pt x="89" y="80"/>
                </a:cubicBezTo>
                <a:cubicBezTo>
                  <a:pt x="89" y="80"/>
                  <a:pt x="89" y="80"/>
                  <a:pt x="89" y="80"/>
                </a:cubicBezTo>
                <a:cubicBezTo>
                  <a:pt x="88" y="81"/>
                  <a:pt x="86" y="83"/>
                  <a:pt x="85" y="84"/>
                </a:cubicBezTo>
                <a:cubicBezTo>
                  <a:pt x="85" y="84"/>
                  <a:pt x="85" y="84"/>
                  <a:pt x="85" y="84"/>
                </a:cubicBezTo>
                <a:cubicBezTo>
                  <a:pt x="83" y="86"/>
                  <a:pt x="81" y="87"/>
                  <a:pt x="80" y="89"/>
                </a:cubicBezTo>
                <a:cubicBezTo>
                  <a:pt x="80" y="89"/>
                  <a:pt x="80" y="89"/>
                  <a:pt x="80" y="89"/>
                </a:cubicBezTo>
                <a:cubicBezTo>
                  <a:pt x="77" y="92"/>
                  <a:pt x="74" y="96"/>
                  <a:pt x="71" y="99"/>
                </a:cubicBezTo>
                <a:cubicBezTo>
                  <a:pt x="71" y="99"/>
                  <a:pt x="71" y="99"/>
                  <a:pt x="71" y="99"/>
                </a:cubicBezTo>
                <a:cubicBezTo>
                  <a:pt x="70" y="101"/>
                  <a:pt x="68" y="102"/>
                  <a:pt x="67" y="104"/>
                </a:cubicBezTo>
                <a:cubicBezTo>
                  <a:pt x="67" y="104"/>
                  <a:pt x="67" y="104"/>
                  <a:pt x="67" y="104"/>
                </a:cubicBezTo>
                <a:cubicBezTo>
                  <a:pt x="64" y="107"/>
                  <a:pt x="61" y="111"/>
                  <a:pt x="59" y="114"/>
                </a:cubicBezTo>
                <a:cubicBezTo>
                  <a:pt x="59" y="114"/>
                  <a:pt x="59" y="114"/>
                  <a:pt x="59" y="114"/>
                </a:cubicBezTo>
                <a:cubicBezTo>
                  <a:pt x="58" y="116"/>
                  <a:pt x="56" y="118"/>
                  <a:pt x="55" y="119"/>
                </a:cubicBezTo>
                <a:cubicBezTo>
                  <a:pt x="55" y="119"/>
                  <a:pt x="55" y="119"/>
                  <a:pt x="55" y="119"/>
                </a:cubicBezTo>
                <a:cubicBezTo>
                  <a:pt x="54" y="121"/>
                  <a:pt x="53" y="123"/>
                  <a:pt x="52" y="125"/>
                </a:cubicBezTo>
                <a:cubicBezTo>
                  <a:pt x="52" y="125"/>
                  <a:pt x="52" y="125"/>
                  <a:pt x="52" y="125"/>
                </a:cubicBezTo>
                <a:cubicBezTo>
                  <a:pt x="48" y="130"/>
                  <a:pt x="45" y="136"/>
                  <a:pt x="42" y="141"/>
                </a:cubicBezTo>
                <a:cubicBezTo>
                  <a:pt x="42" y="141"/>
                  <a:pt x="42" y="141"/>
                  <a:pt x="42" y="141"/>
                </a:cubicBezTo>
                <a:cubicBezTo>
                  <a:pt x="1" y="215"/>
                  <a:pt x="0" y="304"/>
                  <a:pt x="37" y="377"/>
                </a:cubicBezTo>
                <a:cubicBezTo>
                  <a:pt x="37" y="377"/>
                  <a:pt x="37" y="377"/>
                  <a:pt x="37" y="377"/>
                </a:cubicBezTo>
                <a:cubicBezTo>
                  <a:pt x="39" y="381"/>
                  <a:pt x="41" y="385"/>
                  <a:pt x="43" y="388"/>
                </a:cubicBezTo>
                <a:cubicBezTo>
                  <a:pt x="43" y="388"/>
                  <a:pt x="43" y="388"/>
                  <a:pt x="43" y="388"/>
                </a:cubicBezTo>
                <a:cubicBezTo>
                  <a:pt x="44" y="390"/>
                  <a:pt x="45" y="392"/>
                  <a:pt x="46" y="394"/>
                </a:cubicBezTo>
                <a:cubicBezTo>
                  <a:pt x="46" y="394"/>
                  <a:pt x="46" y="394"/>
                  <a:pt x="46" y="394"/>
                </a:cubicBezTo>
                <a:cubicBezTo>
                  <a:pt x="47" y="395"/>
                  <a:pt x="48" y="397"/>
                  <a:pt x="49" y="399"/>
                </a:cubicBezTo>
                <a:cubicBezTo>
                  <a:pt x="49" y="399"/>
                  <a:pt x="49" y="399"/>
                  <a:pt x="49" y="399"/>
                </a:cubicBezTo>
                <a:cubicBezTo>
                  <a:pt x="50" y="401"/>
                  <a:pt x="51" y="402"/>
                  <a:pt x="53" y="404"/>
                </a:cubicBezTo>
                <a:cubicBezTo>
                  <a:pt x="53" y="404"/>
                  <a:pt x="53" y="404"/>
                  <a:pt x="53" y="404"/>
                </a:cubicBezTo>
                <a:cubicBezTo>
                  <a:pt x="54" y="406"/>
                  <a:pt x="55" y="408"/>
                  <a:pt x="56" y="409"/>
                </a:cubicBezTo>
                <a:cubicBezTo>
                  <a:pt x="56" y="409"/>
                  <a:pt x="56" y="409"/>
                  <a:pt x="56" y="409"/>
                </a:cubicBezTo>
                <a:cubicBezTo>
                  <a:pt x="57" y="411"/>
                  <a:pt x="59" y="413"/>
                  <a:pt x="60" y="414"/>
                </a:cubicBezTo>
                <a:cubicBezTo>
                  <a:pt x="60" y="414"/>
                  <a:pt x="60" y="414"/>
                  <a:pt x="60" y="414"/>
                </a:cubicBezTo>
                <a:cubicBezTo>
                  <a:pt x="61" y="416"/>
                  <a:pt x="62" y="418"/>
                  <a:pt x="64" y="419"/>
                </a:cubicBezTo>
                <a:cubicBezTo>
                  <a:pt x="64" y="419"/>
                  <a:pt x="64" y="419"/>
                  <a:pt x="64" y="419"/>
                </a:cubicBezTo>
                <a:cubicBezTo>
                  <a:pt x="65" y="421"/>
                  <a:pt x="66" y="423"/>
                  <a:pt x="68" y="424"/>
                </a:cubicBezTo>
                <a:cubicBezTo>
                  <a:pt x="68" y="424"/>
                  <a:pt x="68" y="424"/>
                  <a:pt x="68" y="424"/>
                </a:cubicBezTo>
                <a:cubicBezTo>
                  <a:pt x="69" y="426"/>
                  <a:pt x="70" y="428"/>
                  <a:pt x="72" y="429"/>
                </a:cubicBezTo>
                <a:cubicBezTo>
                  <a:pt x="72" y="429"/>
                  <a:pt x="72" y="429"/>
                  <a:pt x="72" y="429"/>
                </a:cubicBezTo>
                <a:cubicBezTo>
                  <a:pt x="73" y="431"/>
                  <a:pt x="74" y="432"/>
                  <a:pt x="76" y="434"/>
                </a:cubicBezTo>
                <a:cubicBezTo>
                  <a:pt x="76" y="434"/>
                  <a:pt x="76" y="434"/>
                  <a:pt x="76" y="434"/>
                </a:cubicBezTo>
                <a:cubicBezTo>
                  <a:pt x="77" y="436"/>
                  <a:pt x="79" y="437"/>
                  <a:pt x="80" y="439"/>
                </a:cubicBezTo>
                <a:cubicBezTo>
                  <a:pt x="80" y="439"/>
                  <a:pt x="80" y="439"/>
                  <a:pt x="80" y="439"/>
                </a:cubicBezTo>
                <a:cubicBezTo>
                  <a:pt x="82" y="440"/>
                  <a:pt x="83" y="442"/>
                  <a:pt x="85" y="443"/>
                </a:cubicBezTo>
                <a:cubicBezTo>
                  <a:pt x="85" y="443"/>
                  <a:pt x="85" y="443"/>
                  <a:pt x="85" y="443"/>
                </a:cubicBezTo>
                <a:cubicBezTo>
                  <a:pt x="86" y="444"/>
                  <a:pt x="86" y="444"/>
                  <a:pt x="86" y="444"/>
                </a:cubicBezTo>
                <a:cubicBezTo>
                  <a:pt x="86" y="445"/>
                  <a:pt x="87" y="445"/>
                  <a:pt x="87" y="446"/>
                </a:cubicBezTo>
                <a:cubicBezTo>
                  <a:pt x="88" y="447"/>
                  <a:pt x="89" y="448"/>
                  <a:pt x="90" y="448"/>
                </a:cubicBezTo>
                <a:cubicBezTo>
                  <a:pt x="90" y="448"/>
                  <a:pt x="90" y="448"/>
                  <a:pt x="90" y="448"/>
                </a:cubicBezTo>
                <a:cubicBezTo>
                  <a:pt x="158" y="513"/>
                  <a:pt x="233" y="516"/>
                  <a:pt x="313" y="547"/>
                </a:cubicBezTo>
                <a:cubicBezTo>
                  <a:pt x="358" y="565"/>
                  <a:pt x="405" y="592"/>
                  <a:pt x="455" y="641"/>
                </a:cubicBezTo>
                <a:cubicBezTo>
                  <a:pt x="502" y="690"/>
                  <a:pt x="529" y="736"/>
                  <a:pt x="547" y="780"/>
                </a:cubicBezTo>
                <a:cubicBezTo>
                  <a:pt x="577" y="859"/>
                  <a:pt x="581" y="931"/>
                  <a:pt x="641" y="999"/>
                </a:cubicBezTo>
                <a:cubicBezTo>
                  <a:pt x="642" y="1000"/>
                  <a:pt x="643" y="1001"/>
                  <a:pt x="644" y="1002"/>
                </a:cubicBezTo>
                <a:cubicBezTo>
                  <a:pt x="645" y="1004"/>
                  <a:pt x="645" y="1004"/>
                  <a:pt x="645" y="1004"/>
                </a:cubicBezTo>
                <a:cubicBezTo>
                  <a:pt x="647" y="1006"/>
                  <a:pt x="649" y="1008"/>
                  <a:pt x="651" y="1010"/>
                </a:cubicBezTo>
                <a:cubicBezTo>
                  <a:pt x="651" y="1010"/>
                  <a:pt x="651" y="1010"/>
                  <a:pt x="651" y="1010"/>
                </a:cubicBezTo>
                <a:cubicBezTo>
                  <a:pt x="651" y="1010"/>
                  <a:pt x="651" y="1010"/>
                  <a:pt x="651" y="1010"/>
                </a:cubicBezTo>
                <a:cubicBezTo>
                  <a:pt x="653" y="1011"/>
                  <a:pt x="654" y="1013"/>
                  <a:pt x="656" y="1014"/>
                </a:cubicBezTo>
                <a:cubicBezTo>
                  <a:pt x="656" y="1014"/>
                  <a:pt x="656" y="1014"/>
                  <a:pt x="656" y="1014"/>
                </a:cubicBezTo>
                <a:cubicBezTo>
                  <a:pt x="657" y="1016"/>
                  <a:pt x="659" y="1017"/>
                  <a:pt x="660" y="1019"/>
                </a:cubicBezTo>
                <a:cubicBezTo>
                  <a:pt x="660" y="1019"/>
                  <a:pt x="660" y="1019"/>
                  <a:pt x="660" y="1019"/>
                </a:cubicBezTo>
                <a:cubicBezTo>
                  <a:pt x="662" y="1020"/>
                  <a:pt x="664" y="1021"/>
                  <a:pt x="665" y="1023"/>
                </a:cubicBezTo>
                <a:cubicBezTo>
                  <a:pt x="665" y="1023"/>
                  <a:pt x="665" y="1023"/>
                  <a:pt x="665" y="1023"/>
                </a:cubicBezTo>
                <a:cubicBezTo>
                  <a:pt x="667" y="1024"/>
                  <a:pt x="668" y="1026"/>
                  <a:pt x="670" y="1027"/>
                </a:cubicBezTo>
                <a:cubicBezTo>
                  <a:pt x="670" y="1027"/>
                  <a:pt x="670" y="1027"/>
                  <a:pt x="670" y="1027"/>
                </a:cubicBezTo>
                <a:cubicBezTo>
                  <a:pt x="672" y="1028"/>
                  <a:pt x="673" y="1030"/>
                  <a:pt x="675" y="1031"/>
                </a:cubicBezTo>
                <a:cubicBezTo>
                  <a:pt x="675" y="1031"/>
                  <a:pt x="675" y="1031"/>
                  <a:pt x="675" y="1031"/>
                </a:cubicBezTo>
                <a:cubicBezTo>
                  <a:pt x="677" y="1032"/>
                  <a:pt x="678" y="1033"/>
                  <a:pt x="680" y="1035"/>
                </a:cubicBezTo>
                <a:cubicBezTo>
                  <a:pt x="680" y="1035"/>
                  <a:pt x="680" y="1035"/>
                  <a:pt x="680" y="1035"/>
                </a:cubicBezTo>
                <a:cubicBezTo>
                  <a:pt x="682" y="1036"/>
                  <a:pt x="683" y="1037"/>
                  <a:pt x="685" y="1038"/>
                </a:cubicBezTo>
                <a:cubicBezTo>
                  <a:pt x="685" y="1038"/>
                  <a:pt x="685" y="1038"/>
                  <a:pt x="685" y="1038"/>
                </a:cubicBezTo>
                <a:cubicBezTo>
                  <a:pt x="687" y="1039"/>
                  <a:pt x="689" y="1041"/>
                  <a:pt x="690" y="1042"/>
                </a:cubicBezTo>
                <a:cubicBezTo>
                  <a:pt x="690" y="1042"/>
                  <a:pt x="690" y="1042"/>
                  <a:pt x="690" y="1042"/>
                </a:cubicBezTo>
                <a:cubicBezTo>
                  <a:pt x="692" y="1043"/>
                  <a:pt x="694" y="1044"/>
                  <a:pt x="695" y="1045"/>
                </a:cubicBezTo>
                <a:cubicBezTo>
                  <a:pt x="695" y="1045"/>
                  <a:pt x="695" y="1045"/>
                  <a:pt x="695" y="1045"/>
                </a:cubicBezTo>
                <a:cubicBezTo>
                  <a:pt x="697" y="1046"/>
                  <a:pt x="699" y="1047"/>
                  <a:pt x="701" y="1048"/>
                </a:cubicBezTo>
                <a:cubicBezTo>
                  <a:pt x="701" y="1048"/>
                  <a:pt x="701" y="1048"/>
                  <a:pt x="701" y="1048"/>
                </a:cubicBezTo>
                <a:cubicBezTo>
                  <a:pt x="703" y="1050"/>
                  <a:pt x="704" y="1051"/>
                  <a:pt x="706" y="1052"/>
                </a:cubicBezTo>
                <a:cubicBezTo>
                  <a:pt x="706" y="1052"/>
                  <a:pt x="706" y="1052"/>
                  <a:pt x="706" y="1052"/>
                </a:cubicBezTo>
                <a:cubicBezTo>
                  <a:pt x="710" y="1054"/>
                  <a:pt x="713" y="1055"/>
                  <a:pt x="717" y="1057"/>
                </a:cubicBezTo>
                <a:cubicBezTo>
                  <a:pt x="717" y="1057"/>
                  <a:pt x="717" y="1057"/>
                  <a:pt x="717" y="1057"/>
                </a:cubicBezTo>
                <a:cubicBezTo>
                  <a:pt x="791" y="1094"/>
                  <a:pt x="879" y="1094"/>
                  <a:pt x="953" y="1053"/>
                </a:cubicBezTo>
                <a:cubicBezTo>
                  <a:pt x="953" y="1053"/>
                  <a:pt x="953" y="1053"/>
                  <a:pt x="953" y="1053"/>
                </a:cubicBezTo>
                <a:cubicBezTo>
                  <a:pt x="959" y="1050"/>
                  <a:pt x="964" y="1046"/>
                  <a:pt x="970" y="1043"/>
                </a:cubicBezTo>
                <a:cubicBezTo>
                  <a:pt x="970" y="1043"/>
                  <a:pt x="970" y="1043"/>
                  <a:pt x="970" y="1043"/>
                </a:cubicBezTo>
                <a:cubicBezTo>
                  <a:pt x="971" y="1042"/>
                  <a:pt x="973" y="1040"/>
                  <a:pt x="975" y="1039"/>
                </a:cubicBezTo>
                <a:cubicBezTo>
                  <a:pt x="975" y="1039"/>
                  <a:pt x="975" y="1039"/>
                  <a:pt x="975" y="1039"/>
                </a:cubicBezTo>
                <a:cubicBezTo>
                  <a:pt x="977" y="1038"/>
                  <a:pt x="978" y="1037"/>
                  <a:pt x="980" y="1035"/>
                </a:cubicBezTo>
                <a:cubicBezTo>
                  <a:pt x="980" y="1035"/>
                  <a:pt x="980" y="1035"/>
                  <a:pt x="980" y="1035"/>
                </a:cubicBezTo>
                <a:cubicBezTo>
                  <a:pt x="984" y="1033"/>
                  <a:pt x="987" y="1030"/>
                  <a:pt x="990" y="1028"/>
                </a:cubicBezTo>
                <a:cubicBezTo>
                  <a:pt x="990" y="1027"/>
                  <a:pt x="990" y="1027"/>
                  <a:pt x="990" y="1027"/>
                </a:cubicBezTo>
                <a:cubicBezTo>
                  <a:pt x="992" y="1026"/>
                  <a:pt x="994" y="1025"/>
                  <a:pt x="995" y="1023"/>
                </a:cubicBezTo>
                <a:cubicBezTo>
                  <a:pt x="995" y="1023"/>
                  <a:pt x="995" y="1023"/>
                  <a:pt x="995" y="1023"/>
                </a:cubicBezTo>
                <a:cubicBezTo>
                  <a:pt x="999" y="1020"/>
                  <a:pt x="1002" y="1018"/>
                  <a:pt x="1005" y="1014"/>
                </a:cubicBezTo>
                <a:cubicBezTo>
                  <a:pt x="1005" y="1014"/>
                  <a:pt x="1005" y="1014"/>
                  <a:pt x="1005" y="1014"/>
                </a:cubicBezTo>
                <a:cubicBezTo>
                  <a:pt x="1007" y="1013"/>
                  <a:pt x="1009" y="1011"/>
                  <a:pt x="1010" y="1010"/>
                </a:cubicBezTo>
                <a:cubicBezTo>
                  <a:pt x="1010" y="1010"/>
                  <a:pt x="1010" y="1010"/>
                  <a:pt x="1010" y="1010"/>
                </a:cubicBezTo>
                <a:cubicBezTo>
                  <a:pt x="1012" y="1008"/>
                  <a:pt x="1013" y="1007"/>
                  <a:pt x="1015" y="1005"/>
                </a:cubicBezTo>
                <a:cubicBezTo>
                  <a:pt x="1015" y="1005"/>
                  <a:pt x="1015" y="1005"/>
                  <a:pt x="1015" y="1005"/>
                </a:cubicBezTo>
                <a:cubicBezTo>
                  <a:pt x="1018" y="1002"/>
                  <a:pt x="1021" y="998"/>
                  <a:pt x="1024" y="995"/>
                </a:cubicBezTo>
                <a:cubicBezTo>
                  <a:pt x="1024" y="995"/>
                  <a:pt x="1024" y="995"/>
                  <a:pt x="1024" y="995"/>
                </a:cubicBezTo>
                <a:cubicBezTo>
                  <a:pt x="1025" y="993"/>
                  <a:pt x="1027" y="992"/>
                  <a:pt x="1028" y="990"/>
                </a:cubicBezTo>
                <a:cubicBezTo>
                  <a:pt x="1028" y="990"/>
                  <a:pt x="1028" y="990"/>
                  <a:pt x="1028" y="990"/>
                </a:cubicBezTo>
                <a:cubicBezTo>
                  <a:pt x="1031" y="987"/>
                  <a:pt x="1033" y="983"/>
                  <a:pt x="1036" y="980"/>
                </a:cubicBezTo>
                <a:cubicBezTo>
                  <a:pt x="1036" y="980"/>
                  <a:pt x="1036" y="980"/>
                  <a:pt x="1036" y="980"/>
                </a:cubicBezTo>
                <a:cubicBezTo>
                  <a:pt x="1037" y="978"/>
                  <a:pt x="1038" y="976"/>
                  <a:pt x="1040" y="974"/>
                </a:cubicBezTo>
                <a:cubicBezTo>
                  <a:pt x="1040" y="974"/>
                  <a:pt x="1040" y="974"/>
                  <a:pt x="1040" y="974"/>
                </a:cubicBezTo>
                <a:cubicBezTo>
                  <a:pt x="1041" y="973"/>
                  <a:pt x="1042" y="971"/>
                  <a:pt x="1043" y="969"/>
                </a:cubicBezTo>
                <a:cubicBezTo>
                  <a:pt x="1043" y="969"/>
                  <a:pt x="1043" y="969"/>
                  <a:pt x="1043" y="969"/>
                </a:cubicBezTo>
                <a:cubicBezTo>
                  <a:pt x="1047" y="964"/>
                  <a:pt x="1050" y="958"/>
                  <a:pt x="1053" y="953"/>
                </a:cubicBezTo>
                <a:cubicBezTo>
                  <a:pt x="1053" y="953"/>
                  <a:pt x="1053" y="953"/>
                  <a:pt x="1053" y="953"/>
                </a:cubicBezTo>
                <a:cubicBezTo>
                  <a:pt x="1094" y="879"/>
                  <a:pt x="1095" y="790"/>
                  <a:pt x="1058" y="717"/>
                </a:cubicBezTo>
                <a:cubicBezTo>
                  <a:pt x="1058" y="717"/>
                  <a:pt x="1058" y="717"/>
                  <a:pt x="1058" y="717"/>
                </a:cubicBezTo>
                <a:cubicBezTo>
                  <a:pt x="1056" y="713"/>
                  <a:pt x="1054" y="709"/>
                  <a:pt x="1052" y="706"/>
                </a:cubicBezTo>
                <a:cubicBezTo>
                  <a:pt x="1052" y="706"/>
                  <a:pt x="1052" y="706"/>
                  <a:pt x="1052" y="706"/>
                </a:cubicBezTo>
                <a:cubicBezTo>
                  <a:pt x="1051" y="704"/>
                  <a:pt x="1050" y="702"/>
                  <a:pt x="1049" y="700"/>
                </a:cubicBezTo>
                <a:cubicBezTo>
                  <a:pt x="1049" y="700"/>
                  <a:pt x="1049" y="700"/>
                  <a:pt x="1049" y="700"/>
                </a:cubicBezTo>
                <a:cubicBezTo>
                  <a:pt x="1048" y="699"/>
                  <a:pt x="1047" y="697"/>
                  <a:pt x="1046" y="695"/>
                </a:cubicBezTo>
                <a:cubicBezTo>
                  <a:pt x="1046" y="695"/>
                  <a:pt x="1046" y="695"/>
                  <a:pt x="1046" y="695"/>
                </a:cubicBezTo>
                <a:cubicBezTo>
                  <a:pt x="1045" y="693"/>
                  <a:pt x="1043" y="692"/>
                  <a:pt x="1042" y="690"/>
                </a:cubicBezTo>
                <a:cubicBezTo>
                  <a:pt x="1042" y="690"/>
                  <a:pt x="1042" y="690"/>
                  <a:pt x="1042" y="690"/>
                </a:cubicBezTo>
                <a:cubicBezTo>
                  <a:pt x="1041" y="688"/>
                  <a:pt x="1040" y="686"/>
                  <a:pt x="1039" y="685"/>
                </a:cubicBezTo>
                <a:cubicBezTo>
                  <a:pt x="1039" y="685"/>
                  <a:pt x="1039" y="685"/>
                  <a:pt x="1039" y="685"/>
                </a:cubicBezTo>
                <a:cubicBezTo>
                  <a:pt x="1037" y="683"/>
                  <a:pt x="1036" y="681"/>
                  <a:pt x="1035" y="680"/>
                </a:cubicBezTo>
                <a:cubicBezTo>
                  <a:pt x="1035" y="680"/>
                  <a:pt x="1035" y="680"/>
                  <a:pt x="1035" y="680"/>
                </a:cubicBezTo>
                <a:cubicBezTo>
                  <a:pt x="1034" y="678"/>
                  <a:pt x="1033" y="676"/>
                  <a:pt x="1031" y="675"/>
                </a:cubicBezTo>
                <a:cubicBezTo>
                  <a:pt x="1031" y="675"/>
                  <a:pt x="1031" y="675"/>
                  <a:pt x="1031" y="675"/>
                </a:cubicBezTo>
                <a:cubicBezTo>
                  <a:pt x="1030" y="673"/>
                  <a:pt x="1029" y="671"/>
                  <a:pt x="1027" y="670"/>
                </a:cubicBezTo>
                <a:cubicBezTo>
                  <a:pt x="1027" y="670"/>
                  <a:pt x="1027" y="670"/>
                  <a:pt x="1027" y="670"/>
                </a:cubicBezTo>
                <a:cubicBezTo>
                  <a:pt x="1026" y="668"/>
                  <a:pt x="1025" y="666"/>
                  <a:pt x="1023" y="665"/>
                </a:cubicBezTo>
                <a:cubicBezTo>
                  <a:pt x="1023" y="665"/>
                  <a:pt x="1023" y="665"/>
                  <a:pt x="1023" y="665"/>
                </a:cubicBezTo>
                <a:cubicBezTo>
                  <a:pt x="1022" y="663"/>
                  <a:pt x="1020" y="662"/>
                  <a:pt x="1019" y="660"/>
                </a:cubicBezTo>
                <a:cubicBezTo>
                  <a:pt x="1019" y="660"/>
                  <a:pt x="1019" y="660"/>
                  <a:pt x="1019" y="660"/>
                </a:cubicBezTo>
                <a:cubicBezTo>
                  <a:pt x="1018" y="658"/>
                  <a:pt x="1016" y="657"/>
                  <a:pt x="1015" y="655"/>
                </a:cubicBezTo>
                <a:cubicBezTo>
                  <a:pt x="1015" y="655"/>
                  <a:pt x="1015" y="655"/>
                  <a:pt x="1015" y="655"/>
                </a:cubicBezTo>
                <a:cubicBezTo>
                  <a:pt x="1013" y="654"/>
                  <a:pt x="1012" y="652"/>
                  <a:pt x="1010" y="651"/>
                </a:cubicBezTo>
                <a:cubicBezTo>
                  <a:pt x="1010" y="651"/>
                  <a:pt x="1010" y="651"/>
                  <a:pt x="1010" y="651"/>
                </a:cubicBezTo>
                <a:cubicBezTo>
                  <a:pt x="1010" y="651"/>
                  <a:pt x="1010" y="651"/>
                  <a:pt x="1010" y="651"/>
                </a:cubicBezTo>
                <a:cubicBezTo>
                  <a:pt x="1008" y="649"/>
                  <a:pt x="1006" y="647"/>
                  <a:pt x="1004" y="645"/>
                </a:cubicBezTo>
                <a:cubicBezTo>
                  <a:pt x="1004" y="644"/>
                  <a:pt x="1003" y="644"/>
                  <a:pt x="1003" y="643"/>
                </a:cubicBezTo>
                <a:cubicBezTo>
                  <a:pt x="1001" y="642"/>
                  <a:pt x="1000" y="641"/>
                  <a:pt x="999" y="640"/>
                </a:cubicBezTo>
                <a:cubicBezTo>
                  <a:pt x="932" y="580"/>
                  <a:pt x="859" y="577"/>
                  <a:pt x="780" y="547"/>
                </a:cubicBezTo>
                <a:close/>
              </a:path>
            </a:pathLst>
          </a:custGeom>
          <a:solidFill>
            <a:schemeClr val="accent2"/>
          </a:solidFill>
          <a:ln>
            <a:noFill/>
          </a:ln>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29" name="Freeform 11">
            <a:extLst>
              <a:ext uri="{FF2B5EF4-FFF2-40B4-BE49-F238E27FC236}">
                <a16:creationId xmlns:a16="http://schemas.microsoft.com/office/drawing/2014/main" id="{F28E8E2C-D6BD-5948-815C-A23480F72CFB}"/>
              </a:ext>
            </a:extLst>
          </p:cNvPr>
          <p:cNvSpPr>
            <a:spLocks/>
          </p:cNvSpPr>
          <p:nvPr/>
        </p:nvSpPr>
        <p:spPr bwMode="auto">
          <a:xfrm>
            <a:off x="4010028" y="4091943"/>
            <a:ext cx="834784" cy="832756"/>
          </a:xfrm>
          <a:custGeom>
            <a:avLst/>
            <a:gdLst>
              <a:gd name="T0" fmla="*/ 397 w 483"/>
              <a:gd name="T1" fmla="*/ 86 h 483"/>
              <a:gd name="T2" fmla="*/ 86 w 483"/>
              <a:gd name="T3" fmla="*/ 86 h 483"/>
              <a:gd name="T4" fmla="*/ 86 w 483"/>
              <a:gd name="T5" fmla="*/ 397 h 483"/>
              <a:gd name="T6" fmla="*/ 397 w 483"/>
              <a:gd name="T7" fmla="*/ 397 h 483"/>
              <a:gd name="T8" fmla="*/ 397 w 483"/>
              <a:gd name="T9" fmla="*/ 86 h 483"/>
            </a:gdLst>
            <a:ahLst/>
            <a:cxnLst>
              <a:cxn ang="0">
                <a:pos x="T0" y="T1"/>
              </a:cxn>
              <a:cxn ang="0">
                <a:pos x="T2" y="T3"/>
              </a:cxn>
              <a:cxn ang="0">
                <a:pos x="T4" y="T5"/>
              </a:cxn>
              <a:cxn ang="0">
                <a:pos x="T6" y="T7"/>
              </a:cxn>
              <a:cxn ang="0">
                <a:pos x="T8" y="T9"/>
              </a:cxn>
            </a:cxnLst>
            <a:rect l="0" t="0" r="r" b="b"/>
            <a:pathLst>
              <a:path w="483" h="483">
                <a:moveTo>
                  <a:pt x="397" y="86"/>
                </a:moveTo>
                <a:cubicBezTo>
                  <a:pt x="311" y="0"/>
                  <a:pt x="172" y="0"/>
                  <a:pt x="86" y="86"/>
                </a:cubicBezTo>
                <a:cubicBezTo>
                  <a:pt x="0" y="172"/>
                  <a:pt x="0" y="311"/>
                  <a:pt x="86" y="397"/>
                </a:cubicBezTo>
                <a:cubicBezTo>
                  <a:pt x="172" y="483"/>
                  <a:pt x="311" y="483"/>
                  <a:pt x="397" y="397"/>
                </a:cubicBezTo>
                <a:cubicBezTo>
                  <a:pt x="483" y="311"/>
                  <a:pt x="483" y="172"/>
                  <a:pt x="397" y="86"/>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30" name="Oval 12">
            <a:extLst>
              <a:ext uri="{FF2B5EF4-FFF2-40B4-BE49-F238E27FC236}">
                <a16:creationId xmlns:a16="http://schemas.microsoft.com/office/drawing/2014/main" id="{8B98C26A-FB7A-8049-B4DD-71BCA60095FB}"/>
              </a:ext>
            </a:extLst>
          </p:cNvPr>
          <p:cNvSpPr>
            <a:spLocks noChangeArrowheads="1"/>
          </p:cNvSpPr>
          <p:nvPr/>
        </p:nvSpPr>
        <p:spPr bwMode="auto">
          <a:xfrm>
            <a:off x="5032292" y="5104274"/>
            <a:ext cx="761765" cy="759742"/>
          </a:xfrm>
          <a:prstGeom prst="ellipse">
            <a:avLst/>
          </a:pr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35" name="Freeform 23">
            <a:extLst>
              <a:ext uri="{FF2B5EF4-FFF2-40B4-BE49-F238E27FC236}">
                <a16:creationId xmlns:a16="http://schemas.microsoft.com/office/drawing/2014/main" id="{A360DCAB-A420-8D43-92C7-8D99BC85F4F8}"/>
              </a:ext>
            </a:extLst>
          </p:cNvPr>
          <p:cNvSpPr>
            <a:spLocks/>
          </p:cNvSpPr>
          <p:nvPr/>
        </p:nvSpPr>
        <p:spPr bwMode="auto">
          <a:xfrm>
            <a:off x="6330844" y="1692343"/>
            <a:ext cx="1890597" cy="1890474"/>
          </a:xfrm>
          <a:custGeom>
            <a:avLst/>
            <a:gdLst>
              <a:gd name="T0" fmla="*/ 548 w 1095"/>
              <a:gd name="T1" fmla="*/ 781 h 1094"/>
              <a:gd name="T2" fmla="*/ 646 w 1095"/>
              <a:gd name="T3" fmla="*/ 1004 h 1094"/>
              <a:gd name="T4" fmla="*/ 651 w 1095"/>
              <a:gd name="T5" fmla="*/ 1010 h 1094"/>
              <a:gd name="T6" fmla="*/ 661 w 1095"/>
              <a:gd name="T7" fmla="*/ 1019 h 1094"/>
              <a:gd name="T8" fmla="*/ 666 w 1095"/>
              <a:gd name="T9" fmla="*/ 1023 h 1094"/>
              <a:gd name="T10" fmla="*/ 675 w 1095"/>
              <a:gd name="T11" fmla="*/ 1031 h 1094"/>
              <a:gd name="T12" fmla="*/ 680 w 1095"/>
              <a:gd name="T13" fmla="*/ 1035 h 1094"/>
              <a:gd name="T14" fmla="*/ 691 w 1095"/>
              <a:gd name="T15" fmla="*/ 1042 h 1094"/>
              <a:gd name="T16" fmla="*/ 696 w 1095"/>
              <a:gd name="T17" fmla="*/ 1045 h 1094"/>
              <a:gd name="T18" fmla="*/ 706 w 1095"/>
              <a:gd name="T19" fmla="*/ 1051 h 1094"/>
              <a:gd name="T20" fmla="*/ 717 w 1095"/>
              <a:gd name="T21" fmla="*/ 1057 h 1094"/>
              <a:gd name="T22" fmla="*/ 970 w 1095"/>
              <a:gd name="T23" fmla="*/ 1043 h 1094"/>
              <a:gd name="T24" fmla="*/ 975 w 1095"/>
              <a:gd name="T25" fmla="*/ 1039 h 1094"/>
              <a:gd name="T26" fmla="*/ 991 w 1095"/>
              <a:gd name="T27" fmla="*/ 1027 h 1094"/>
              <a:gd name="T28" fmla="*/ 996 w 1095"/>
              <a:gd name="T29" fmla="*/ 1023 h 1094"/>
              <a:gd name="T30" fmla="*/ 1010 w 1095"/>
              <a:gd name="T31" fmla="*/ 1010 h 1094"/>
              <a:gd name="T32" fmla="*/ 1015 w 1095"/>
              <a:gd name="T33" fmla="*/ 1005 h 1094"/>
              <a:gd name="T34" fmla="*/ 1028 w 1095"/>
              <a:gd name="T35" fmla="*/ 990 h 1094"/>
              <a:gd name="T36" fmla="*/ 1036 w 1095"/>
              <a:gd name="T37" fmla="*/ 980 h 1094"/>
              <a:gd name="T38" fmla="*/ 1044 w 1095"/>
              <a:gd name="T39" fmla="*/ 969 h 1094"/>
              <a:gd name="T40" fmla="*/ 1054 w 1095"/>
              <a:gd name="T41" fmla="*/ 953 h 1094"/>
              <a:gd name="T42" fmla="*/ 1052 w 1095"/>
              <a:gd name="T43" fmla="*/ 706 h 1094"/>
              <a:gd name="T44" fmla="*/ 1049 w 1095"/>
              <a:gd name="T45" fmla="*/ 700 h 1094"/>
              <a:gd name="T46" fmla="*/ 1043 w 1095"/>
              <a:gd name="T47" fmla="*/ 690 h 1094"/>
              <a:gd name="T48" fmla="*/ 1039 w 1095"/>
              <a:gd name="T49" fmla="*/ 685 h 1094"/>
              <a:gd name="T50" fmla="*/ 1031 w 1095"/>
              <a:gd name="T51" fmla="*/ 675 h 1094"/>
              <a:gd name="T52" fmla="*/ 1028 w 1095"/>
              <a:gd name="T53" fmla="*/ 670 h 1094"/>
              <a:gd name="T54" fmla="*/ 1019 w 1095"/>
              <a:gd name="T55" fmla="*/ 660 h 1094"/>
              <a:gd name="T56" fmla="*/ 1015 w 1095"/>
              <a:gd name="T57" fmla="*/ 655 h 1094"/>
              <a:gd name="T58" fmla="*/ 1010 w 1095"/>
              <a:gd name="T59" fmla="*/ 650 h 1094"/>
              <a:gd name="T60" fmla="*/ 1005 w 1095"/>
              <a:gd name="T61" fmla="*/ 646 h 1094"/>
              <a:gd name="T62" fmla="*/ 548 w 1095"/>
              <a:gd name="T63" fmla="*/ 314 h 1094"/>
              <a:gd name="T64" fmla="*/ 450 w 1095"/>
              <a:gd name="T65" fmla="*/ 90 h 1094"/>
              <a:gd name="T66" fmla="*/ 444 w 1095"/>
              <a:gd name="T67" fmla="*/ 84 h 1094"/>
              <a:gd name="T68" fmla="*/ 435 w 1095"/>
              <a:gd name="T69" fmla="*/ 75 h 1094"/>
              <a:gd name="T70" fmla="*/ 430 w 1095"/>
              <a:gd name="T71" fmla="*/ 71 h 1094"/>
              <a:gd name="T72" fmla="*/ 420 w 1095"/>
              <a:gd name="T73" fmla="*/ 63 h 1094"/>
              <a:gd name="T74" fmla="*/ 415 w 1095"/>
              <a:gd name="T75" fmla="*/ 59 h 1094"/>
              <a:gd name="T76" fmla="*/ 405 w 1095"/>
              <a:gd name="T77" fmla="*/ 52 h 1094"/>
              <a:gd name="T78" fmla="*/ 400 w 1095"/>
              <a:gd name="T79" fmla="*/ 49 h 1094"/>
              <a:gd name="T80" fmla="*/ 389 w 1095"/>
              <a:gd name="T81" fmla="*/ 42 h 1094"/>
              <a:gd name="T82" fmla="*/ 378 w 1095"/>
              <a:gd name="T83" fmla="*/ 37 h 1094"/>
              <a:gd name="T84" fmla="*/ 126 w 1095"/>
              <a:gd name="T85" fmla="*/ 51 h 1094"/>
              <a:gd name="T86" fmla="*/ 120 w 1095"/>
              <a:gd name="T87" fmla="*/ 55 h 1094"/>
              <a:gd name="T88" fmla="*/ 105 w 1095"/>
              <a:gd name="T89" fmla="*/ 66 h 1094"/>
              <a:gd name="T90" fmla="*/ 100 w 1095"/>
              <a:gd name="T91" fmla="*/ 71 h 1094"/>
              <a:gd name="T92" fmla="*/ 85 w 1095"/>
              <a:gd name="T93" fmla="*/ 84 h 1094"/>
              <a:gd name="T94" fmla="*/ 80 w 1095"/>
              <a:gd name="T95" fmla="*/ 89 h 1094"/>
              <a:gd name="T96" fmla="*/ 67 w 1095"/>
              <a:gd name="T97" fmla="*/ 104 h 1094"/>
              <a:gd name="T98" fmla="*/ 59 w 1095"/>
              <a:gd name="T99" fmla="*/ 114 h 1094"/>
              <a:gd name="T100" fmla="*/ 52 w 1095"/>
              <a:gd name="T101" fmla="*/ 125 h 1094"/>
              <a:gd name="T102" fmla="*/ 42 w 1095"/>
              <a:gd name="T103" fmla="*/ 141 h 1094"/>
              <a:gd name="T104" fmla="*/ 43 w 1095"/>
              <a:gd name="T105" fmla="*/ 388 h 1094"/>
              <a:gd name="T106" fmla="*/ 46 w 1095"/>
              <a:gd name="T107" fmla="*/ 393 h 1094"/>
              <a:gd name="T108" fmla="*/ 53 w 1095"/>
              <a:gd name="T109" fmla="*/ 404 h 1094"/>
              <a:gd name="T110" fmla="*/ 56 w 1095"/>
              <a:gd name="T111" fmla="*/ 409 h 1094"/>
              <a:gd name="T112" fmla="*/ 64 w 1095"/>
              <a:gd name="T113" fmla="*/ 419 h 1094"/>
              <a:gd name="T114" fmla="*/ 68 w 1095"/>
              <a:gd name="T115" fmla="*/ 424 h 1094"/>
              <a:gd name="T116" fmla="*/ 76 w 1095"/>
              <a:gd name="T117" fmla="*/ 434 h 1094"/>
              <a:gd name="T118" fmla="*/ 80 w 1095"/>
              <a:gd name="T119" fmla="*/ 439 h 1094"/>
              <a:gd name="T120" fmla="*/ 85 w 1095"/>
              <a:gd name="T121" fmla="*/ 443 h 1094"/>
              <a:gd name="T122" fmla="*/ 96 w 1095"/>
              <a:gd name="T123" fmla="*/ 454 h 1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95" h="1094">
                <a:moveTo>
                  <a:pt x="315" y="547"/>
                </a:moveTo>
                <a:cubicBezTo>
                  <a:pt x="359" y="565"/>
                  <a:pt x="404" y="592"/>
                  <a:pt x="453" y="639"/>
                </a:cubicBezTo>
                <a:cubicBezTo>
                  <a:pt x="502" y="689"/>
                  <a:pt x="529" y="736"/>
                  <a:pt x="548" y="781"/>
                </a:cubicBezTo>
                <a:cubicBezTo>
                  <a:pt x="578" y="860"/>
                  <a:pt x="581" y="932"/>
                  <a:pt x="641" y="999"/>
                </a:cubicBezTo>
                <a:cubicBezTo>
                  <a:pt x="642" y="1000"/>
                  <a:pt x="643" y="1001"/>
                  <a:pt x="644" y="1002"/>
                </a:cubicBezTo>
                <a:cubicBezTo>
                  <a:pt x="646" y="1004"/>
                  <a:pt x="646" y="1004"/>
                  <a:pt x="646" y="1004"/>
                </a:cubicBezTo>
                <a:cubicBezTo>
                  <a:pt x="648" y="1006"/>
                  <a:pt x="649" y="1008"/>
                  <a:pt x="651" y="1010"/>
                </a:cubicBezTo>
                <a:cubicBezTo>
                  <a:pt x="651" y="1010"/>
                  <a:pt x="651" y="1010"/>
                  <a:pt x="651" y="1010"/>
                </a:cubicBezTo>
                <a:cubicBezTo>
                  <a:pt x="651" y="1010"/>
                  <a:pt x="651" y="1010"/>
                  <a:pt x="651" y="1010"/>
                </a:cubicBezTo>
                <a:cubicBezTo>
                  <a:pt x="653" y="1011"/>
                  <a:pt x="654" y="1013"/>
                  <a:pt x="656" y="1014"/>
                </a:cubicBezTo>
                <a:cubicBezTo>
                  <a:pt x="656" y="1014"/>
                  <a:pt x="656" y="1014"/>
                  <a:pt x="656" y="1014"/>
                </a:cubicBezTo>
                <a:cubicBezTo>
                  <a:pt x="658" y="1016"/>
                  <a:pt x="659" y="1017"/>
                  <a:pt x="661" y="1019"/>
                </a:cubicBezTo>
                <a:cubicBezTo>
                  <a:pt x="661" y="1019"/>
                  <a:pt x="661" y="1019"/>
                  <a:pt x="661" y="1019"/>
                </a:cubicBezTo>
                <a:cubicBezTo>
                  <a:pt x="662" y="1020"/>
                  <a:pt x="664" y="1021"/>
                  <a:pt x="666" y="1023"/>
                </a:cubicBezTo>
                <a:cubicBezTo>
                  <a:pt x="666" y="1023"/>
                  <a:pt x="666" y="1023"/>
                  <a:pt x="666" y="1023"/>
                </a:cubicBezTo>
                <a:cubicBezTo>
                  <a:pt x="667" y="1024"/>
                  <a:pt x="669" y="1026"/>
                  <a:pt x="670" y="1027"/>
                </a:cubicBezTo>
                <a:cubicBezTo>
                  <a:pt x="670" y="1027"/>
                  <a:pt x="670" y="1027"/>
                  <a:pt x="670" y="1027"/>
                </a:cubicBezTo>
                <a:cubicBezTo>
                  <a:pt x="672" y="1028"/>
                  <a:pt x="674" y="1029"/>
                  <a:pt x="675" y="1031"/>
                </a:cubicBezTo>
                <a:cubicBezTo>
                  <a:pt x="675" y="1031"/>
                  <a:pt x="675" y="1031"/>
                  <a:pt x="675" y="1031"/>
                </a:cubicBezTo>
                <a:cubicBezTo>
                  <a:pt x="677" y="1032"/>
                  <a:pt x="679" y="1033"/>
                  <a:pt x="680" y="1035"/>
                </a:cubicBezTo>
                <a:cubicBezTo>
                  <a:pt x="680" y="1035"/>
                  <a:pt x="680" y="1035"/>
                  <a:pt x="680" y="1035"/>
                </a:cubicBezTo>
                <a:cubicBezTo>
                  <a:pt x="682" y="1036"/>
                  <a:pt x="684" y="1037"/>
                  <a:pt x="685" y="1038"/>
                </a:cubicBezTo>
                <a:cubicBezTo>
                  <a:pt x="685" y="1038"/>
                  <a:pt x="685" y="1038"/>
                  <a:pt x="685" y="1038"/>
                </a:cubicBezTo>
                <a:cubicBezTo>
                  <a:pt x="687" y="1039"/>
                  <a:pt x="689" y="1041"/>
                  <a:pt x="691" y="1042"/>
                </a:cubicBezTo>
                <a:cubicBezTo>
                  <a:pt x="691" y="1042"/>
                  <a:pt x="691" y="1042"/>
                  <a:pt x="691" y="1042"/>
                </a:cubicBezTo>
                <a:cubicBezTo>
                  <a:pt x="692" y="1043"/>
                  <a:pt x="694" y="1044"/>
                  <a:pt x="696" y="1045"/>
                </a:cubicBezTo>
                <a:cubicBezTo>
                  <a:pt x="696" y="1045"/>
                  <a:pt x="696" y="1045"/>
                  <a:pt x="696" y="1045"/>
                </a:cubicBezTo>
                <a:cubicBezTo>
                  <a:pt x="698" y="1046"/>
                  <a:pt x="699" y="1047"/>
                  <a:pt x="701" y="1048"/>
                </a:cubicBezTo>
                <a:cubicBezTo>
                  <a:pt x="701" y="1048"/>
                  <a:pt x="701" y="1048"/>
                  <a:pt x="701" y="1048"/>
                </a:cubicBezTo>
                <a:cubicBezTo>
                  <a:pt x="703" y="1049"/>
                  <a:pt x="705" y="1050"/>
                  <a:pt x="706" y="1051"/>
                </a:cubicBezTo>
                <a:cubicBezTo>
                  <a:pt x="706" y="1051"/>
                  <a:pt x="706" y="1051"/>
                  <a:pt x="706" y="1051"/>
                </a:cubicBezTo>
                <a:cubicBezTo>
                  <a:pt x="710" y="1054"/>
                  <a:pt x="714" y="1055"/>
                  <a:pt x="717" y="1057"/>
                </a:cubicBezTo>
                <a:cubicBezTo>
                  <a:pt x="717" y="1057"/>
                  <a:pt x="717" y="1057"/>
                  <a:pt x="717" y="1057"/>
                </a:cubicBezTo>
                <a:cubicBezTo>
                  <a:pt x="791" y="1094"/>
                  <a:pt x="880" y="1094"/>
                  <a:pt x="953" y="1053"/>
                </a:cubicBezTo>
                <a:cubicBezTo>
                  <a:pt x="953" y="1053"/>
                  <a:pt x="953" y="1053"/>
                  <a:pt x="953" y="1053"/>
                </a:cubicBezTo>
                <a:cubicBezTo>
                  <a:pt x="959" y="1050"/>
                  <a:pt x="965" y="1046"/>
                  <a:pt x="970" y="1043"/>
                </a:cubicBezTo>
                <a:cubicBezTo>
                  <a:pt x="970" y="1043"/>
                  <a:pt x="970" y="1043"/>
                  <a:pt x="970" y="1043"/>
                </a:cubicBezTo>
                <a:cubicBezTo>
                  <a:pt x="972" y="1042"/>
                  <a:pt x="973" y="1040"/>
                  <a:pt x="975" y="1039"/>
                </a:cubicBezTo>
                <a:cubicBezTo>
                  <a:pt x="975" y="1039"/>
                  <a:pt x="975" y="1039"/>
                  <a:pt x="975" y="1039"/>
                </a:cubicBezTo>
                <a:cubicBezTo>
                  <a:pt x="977" y="1038"/>
                  <a:pt x="979" y="1037"/>
                  <a:pt x="980" y="1035"/>
                </a:cubicBezTo>
                <a:cubicBezTo>
                  <a:pt x="980" y="1035"/>
                  <a:pt x="980" y="1035"/>
                  <a:pt x="980" y="1035"/>
                </a:cubicBezTo>
                <a:cubicBezTo>
                  <a:pt x="984" y="1033"/>
                  <a:pt x="987" y="1030"/>
                  <a:pt x="991" y="1027"/>
                </a:cubicBezTo>
                <a:cubicBezTo>
                  <a:pt x="991" y="1027"/>
                  <a:pt x="991" y="1027"/>
                  <a:pt x="991" y="1027"/>
                </a:cubicBezTo>
                <a:cubicBezTo>
                  <a:pt x="993" y="1026"/>
                  <a:pt x="994" y="1025"/>
                  <a:pt x="996" y="1023"/>
                </a:cubicBezTo>
                <a:cubicBezTo>
                  <a:pt x="996" y="1023"/>
                  <a:pt x="996" y="1023"/>
                  <a:pt x="996" y="1023"/>
                </a:cubicBezTo>
                <a:cubicBezTo>
                  <a:pt x="999" y="1020"/>
                  <a:pt x="1002" y="1017"/>
                  <a:pt x="1006" y="1014"/>
                </a:cubicBezTo>
                <a:cubicBezTo>
                  <a:pt x="1006" y="1014"/>
                  <a:pt x="1006" y="1014"/>
                  <a:pt x="1006" y="1014"/>
                </a:cubicBezTo>
                <a:cubicBezTo>
                  <a:pt x="1007" y="1013"/>
                  <a:pt x="1009" y="1011"/>
                  <a:pt x="1010" y="1010"/>
                </a:cubicBezTo>
                <a:cubicBezTo>
                  <a:pt x="1010" y="1010"/>
                  <a:pt x="1010" y="1010"/>
                  <a:pt x="1010" y="1010"/>
                </a:cubicBezTo>
                <a:cubicBezTo>
                  <a:pt x="1012" y="1008"/>
                  <a:pt x="1014" y="1006"/>
                  <a:pt x="1015" y="1005"/>
                </a:cubicBezTo>
                <a:cubicBezTo>
                  <a:pt x="1015" y="1005"/>
                  <a:pt x="1015" y="1005"/>
                  <a:pt x="1015" y="1005"/>
                </a:cubicBezTo>
                <a:cubicBezTo>
                  <a:pt x="1018" y="1002"/>
                  <a:pt x="1021" y="998"/>
                  <a:pt x="1024" y="995"/>
                </a:cubicBezTo>
                <a:cubicBezTo>
                  <a:pt x="1024" y="995"/>
                  <a:pt x="1024" y="995"/>
                  <a:pt x="1024" y="995"/>
                </a:cubicBezTo>
                <a:cubicBezTo>
                  <a:pt x="1026" y="993"/>
                  <a:pt x="1027" y="992"/>
                  <a:pt x="1028" y="990"/>
                </a:cubicBezTo>
                <a:cubicBezTo>
                  <a:pt x="1028" y="990"/>
                  <a:pt x="1028" y="990"/>
                  <a:pt x="1028" y="990"/>
                </a:cubicBezTo>
                <a:cubicBezTo>
                  <a:pt x="1031" y="987"/>
                  <a:pt x="1034" y="983"/>
                  <a:pt x="1036" y="980"/>
                </a:cubicBezTo>
                <a:cubicBezTo>
                  <a:pt x="1036" y="980"/>
                  <a:pt x="1036" y="980"/>
                  <a:pt x="1036" y="980"/>
                </a:cubicBezTo>
                <a:cubicBezTo>
                  <a:pt x="1038" y="978"/>
                  <a:pt x="1039" y="976"/>
                  <a:pt x="1040" y="974"/>
                </a:cubicBezTo>
                <a:cubicBezTo>
                  <a:pt x="1040" y="974"/>
                  <a:pt x="1040" y="974"/>
                  <a:pt x="1040" y="974"/>
                </a:cubicBezTo>
                <a:cubicBezTo>
                  <a:pt x="1041" y="973"/>
                  <a:pt x="1042" y="971"/>
                  <a:pt x="1044" y="969"/>
                </a:cubicBezTo>
                <a:cubicBezTo>
                  <a:pt x="1044" y="969"/>
                  <a:pt x="1044" y="969"/>
                  <a:pt x="1044" y="969"/>
                </a:cubicBezTo>
                <a:cubicBezTo>
                  <a:pt x="1047" y="964"/>
                  <a:pt x="1050" y="958"/>
                  <a:pt x="1054" y="953"/>
                </a:cubicBezTo>
                <a:cubicBezTo>
                  <a:pt x="1054" y="953"/>
                  <a:pt x="1054" y="953"/>
                  <a:pt x="1054" y="953"/>
                </a:cubicBezTo>
                <a:cubicBezTo>
                  <a:pt x="1095" y="879"/>
                  <a:pt x="1095" y="790"/>
                  <a:pt x="1058" y="717"/>
                </a:cubicBezTo>
                <a:cubicBezTo>
                  <a:pt x="1058" y="717"/>
                  <a:pt x="1058" y="717"/>
                  <a:pt x="1058" y="717"/>
                </a:cubicBezTo>
                <a:cubicBezTo>
                  <a:pt x="1056" y="713"/>
                  <a:pt x="1054" y="709"/>
                  <a:pt x="1052" y="706"/>
                </a:cubicBezTo>
                <a:cubicBezTo>
                  <a:pt x="1052" y="706"/>
                  <a:pt x="1052" y="706"/>
                  <a:pt x="1052" y="706"/>
                </a:cubicBezTo>
                <a:cubicBezTo>
                  <a:pt x="1051" y="704"/>
                  <a:pt x="1050" y="702"/>
                  <a:pt x="1049" y="700"/>
                </a:cubicBezTo>
                <a:cubicBezTo>
                  <a:pt x="1049" y="700"/>
                  <a:pt x="1049" y="700"/>
                  <a:pt x="1049" y="700"/>
                </a:cubicBezTo>
                <a:cubicBezTo>
                  <a:pt x="1048" y="699"/>
                  <a:pt x="1047" y="697"/>
                  <a:pt x="1046" y="695"/>
                </a:cubicBezTo>
                <a:cubicBezTo>
                  <a:pt x="1046" y="695"/>
                  <a:pt x="1046" y="695"/>
                  <a:pt x="1046" y="695"/>
                </a:cubicBezTo>
                <a:cubicBezTo>
                  <a:pt x="1045" y="693"/>
                  <a:pt x="1044" y="691"/>
                  <a:pt x="1043" y="690"/>
                </a:cubicBezTo>
                <a:cubicBezTo>
                  <a:pt x="1043" y="690"/>
                  <a:pt x="1043" y="690"/>
                  <a:pt x="1043" y="690"/>
                </a:cubicBezTo>
                <a:cubicBezTo>
                  <a:pt x="1041" y="688"/>
                  <a:pt x="1040" y="686"/>
                  <a:pt x="1039" y="685"/>
                </a:cubicBezTo>
                <a:cubicBezTo>
                  <a:pt x="1039" y="685"/>
                  <a:pt x="1039" y="685"/>
                  <a:pt x="1039" y="685"/>
                </a:cubicBezTo>
                <a:cubicBezTo>
                  <a:pt x="1038" y="683"/>
                  <a:pt x="1037" y="681"/>
                  <a:pt x="1035" y="679"/>
                </a:cubicBezTo>
                <a:cubicBezTo>
                  <a:pt x="1035" y="679"/>
                  <a:pt x="1035" y="679"/>
                  <a:pt x="1035" y="679"/>
                </a:cubicBezTo>
                <a:cubicBezTo>
                  <a:pt x="1034" y="678"/>
                  <a:pt x="1033" y="676"/>
                  <a:pt x="1031" y="675"/>
                </a:cubicBezTo>
                <a:cubicBezTo>
                  <a:pt x="1031" y="675"/>
                  <a:pt x="1031" y="675"/>
                  <a:pt x="1031" y="675"/>
                </a:cubicBezTo>
                <a:cubicBezTo>
                  <a:pt x="1030" y="673"/>
                  <a:pt x="1029" y="671"/>
                  <a:pt x="1028" y="670"/>
                </a:cubicBezTo>
                <a:cubicBezTo>
                  <a:pt x="1028" y="670"/>
                  <a:pt x="1028" y="670"/>
                  <a:pt x="1028" y="670"/>
                </a:cubicBezTo>
                <a:cubicBezTo>
                  <a:pt x="1026" y="668"/>
                  <a:pt x="1025" y="666"/>
                  <a:pt x="1023" y="665"/>
                </a:cubicBezTo>
                <a:cubicBezTo>
                  <a:pt x="1023" y="665"/>
                  <a:pt x="1023" y="665"/>
                  <a:pt x="1023" y="665"/>
                </a:cubicBezTo>
                <a:cubicBezTo>
                  <a:pt x="1022" y="663"/>
                  <a:pt x="1021" y="662"/>
                  <a:pt x="1019" y="660"/>
                </a:cubicBezTo>
                <a:cubicBezTo>
                  <a:pt x="1019" y="660"/>
                  <a:pt x="1019" y="660"/>
                  <a:pt x="1019" y="660"/>
                </a:cubicBezTo>
                <a:cubicBezTo>
                  <a:pt x="1018" y="658"/>
                  <a:pt x="1016" y="657"/>
                  <a:pt x="1015" y="655"/>
                </a:cubicBezTo>
                <a:cubicBezTo>
                  <a:pt x="1015" y="655"/>
                  <a:pt x="1015" y="655"/>
                  <a:pt x="1015" y="655"/>
                </a:cubicBezTo>
                <a:cubicBezTo>
                  <a:pt x="1013" y="654"/>
                  <a:pt x="1012" y="652"/>
                  <a:pt x="1010" y="651"/>
                </a:cubicBezTo>
                <a:cubicBezTo>
                  <a:pt x="1010" y="651"/>
                  <a:pt x="1010" y="651"/>
                  <a:pt x="1010" y="651"/>
                </a:cubicBezTo>
                <a:cubicBezTo>
                  <a:pt x="1010" y="650"/>
                  <a:pt x="1010" y="650"/>
                  <a:pt x="1010" y="650"/>
                </a:cubicBezTo>
                <a:cubicBezTo>
                  <a:pt x="1009" y="649"/>
                  <a:pt x="1008" y="648"/>
                  <a:pt x="1008" y="648"/>
                </a:cubicBezTo>
                <a:cubicBezTo>
                  <a:pt x="1007" y="647"/>
                  <a:pt x="1006" y="646"/>
                  <a:pt x="1005" y="646"/>
                </a:cubicBezTo>
                <a:cubicBezTo>
                  <a:pt x="1005" y="646"/>
                  <a:pt x="1005" y="646"/>
                  <a:pt x="1005" y="646"/>
                </a:cubicBezTo>
                <a:cubicBezTo>
                  <a:pt x="937" y="581"/>
                  <a:pt x="863" y="578"/>
                  <a:pt x="782" y="547"/>
                </a:cubicBezTo>
                <a:cubicBezTo>
                  <a:pt x="737" y="529"/>
                  <a:pt x="690" y="502"/>
                  <a:pt x="640" y="453"/>
                </a:cubicBezTo>
                <a:cubicBezTo>
                  <a:pt x="593" y="404"/>
                  <a:pt x="566" y="358"/>
                  <a:pt x="548" y="314"/>
                </a:cubicBezTo>
                <a:cubicBezTo>
                  <a:pt x="518" y="235"/>
                  <a:pt x="515" y="162"/>
                  <a:pt x="454" y="95"/>
                </a:cubicBezTo>
                <a:cubicBezTo>
                  <a:pt x="453" y="94"/>
                  <a:pt x="452" y="93"/>
                  <a:pt x="451" y="92"/>
                </a:cubicBezTo>
                <a:cubicBezTo>
                  <a:pt x="450" y="90"/>
                  <a:pt x="450" y="90"/>
                  <a:pt x="450" y="90"/>
                </a:cubicBezTo>
                <a:cubicBezTo>
                  <a:pt x="448" y="88"/>
                  <a:pt x="446" y="86"/>
                  <a:pt x="444" y="84"/>
                </a:cubicBezTo>
                <a:cubicBezTo>
                  <a:pt x="444" y="84"/>
                  <a:pt x="444" y="84"/>
                  <a:pt x="444" y="84"/>
                </a:cubicBezTo>
                <a:cubicBezTo>
                  <a:pt x="444" y="84"/>
                  <a:pt x="444" y="84"/>
                  <a:pt x="444" y="84"/>
                </a:cubicBezTo>
                <a:cubicBezTo>
                  <a:pt x="443" y="83"/>
                  <a:pt x="441" y="81"/>
                  <a:pt x="439" y="80"/>
                </a:cubicBezTo>
                <a:cubicBezTo>
                  <a:pt x="439" y="80"/>
                  <a:pt x="439" y="80"/>
                  <a:pt x="439" y="80"/>
                </a:cubicBezTo>
                <a:cubicBezTo>
                  <a:pt x="438" y="78"/>
                  <a:pt x="436" y="77"/>
                  <a:pt x="435" y="75"/>
                </a:cubicBezTo>
                <a:cubicBezTo>
                  <a:pt x="435" y="75"/>
                  <a:pt x="435" y="75"/>
                  <a:pt x="435" y="75"/>
                </a:cubicBezTo>
                <a:cubicBezTo>
                  <a:pt x="433" y="74"/>
                  <a:pt x="432" y="73"/>
                  <a:pt x="430" y="71"/>
                </a:cubicBezTo>
                <a:cubicBezTo>
                  <a:pt x="430" y="71"/>
                  <a:pt x="430" y="71"/>
                  <a:pt x="430" y="71"/>
                </a:cubicBezTo>
                <a:cubicBezTo>
                  <a:pt x="428" y="70"/>
                  <a:pt x="427" y="68"/>
                  <a:pt x="425" y="67"/>
                </a:cubicBezTo>
                <a:cubicBezTo>
                  <a:pt x="425" y="67"/>
                  <a:pt x="425" y="67"/>
                  <a:pt x="425" y="67"/>
                </a:cubicBezTo>
                <a:cubicBezTo>
                  <a:pt x="423" y="66"/>
                  <a:pt x="422" y="64"/>
                  <a:pt x="420" y="63"/>
                </a:cubicBezTo>
                <a:cubicBezTo>
                  <a:pt x="420" y="63"/>
                  <a:pt x="420" y="63"/>
                  <a:pt x="420" y="63"/>
                </a:cubicBezTo>
                <a:cubicBezTo>
                  <a:pt x="419" y="62"/>
                  <a:pt x="417" y="61"/>
                  <a:pt x="415" y="59"/>
                </a:cubicBezTo>
                <a:cubicBezTo>
                  <a:pt x="415" y="59"/>
                  <a:pt x="415" y="59"/>
                  <a:pt x="415" y="59"/>
                </a:cubicBezTo>
                <a:cubicBezTo>
                  <a:pt x="414" y="58"/>
                  <a:pt x="412" y="57"/>
                  <a:pt x="410" y="56"/>
                </a:cubicBezTo>
                <a:cubicBezTo>
                  <a:pt x="410" y="56"/>
                  <a:pt x="410" y="56"/>
                  <a:pt x="410" y="56"/>
                </a:cubicBezTo>
                <a:cubicBezTo>
                  <a:pt x="408" y="55"/>
                  <a:pt x="407" y="53"/>
                  <a:pt x="405" y="52"/>
                </a:cubicBezTo>
                <a:cubicBezTo>
                  <a:pt x="405" y="52"/>
                  <a:pt x="405" y="52"/>
                  <a:pt x="405" y="52"/>
                </a:cubicBezTo>
                <a:cubicBezTo>
                  <a:pt x="403" y="51"/>
                  <a:pt x="401" y="50"/>
                  <a:pt x="400" y="49"/>
                </a:cubicBezTo>
                <a:cubicBezTo>
                  <a:pt x="400" y="49"/>
                  <a:pt x="400" y="49"/>
                  <a:pt x="400" y="49"/>
                </a:cubicBezTo>
                <a:cubicBezTo>
                  <a:pt x="398" y="48"/>
                  <a:pt x="396" y="47"/>
                  <a:pt x="394" y="45"/>
                </a:cubicBezTo>
                <a:cubicBezTo>
                  <a:pt x="394" y="45"/>
                  <a:pt x="394" y="45"/>
                  <a:pt x="394" y="45"/>
                </a:cubicBezTo>
                <a:cubicBezTo>
                  <a:pt x="393" y="44"/>
                  <a:pt x="391" y="43"/>
                  <a:pt x="389" y="42"/>
                </a:cubicBezTo>
                <a:cubicBezTo>
                  <a:pt x="389" y="42"/>
                  <a:pt x="389" y="42"/>
                  <a:pt x="389" y="42"/>
                </a:cubicBezTo>
                <a:cubicBezTo>
                  <a:pt x="385" y="40"/>
                  <a:pt x="382" y="38"/>
                  <a:pt x="378" y="37"/>
                </a:cubicBezTo>
                <a:cubicBezTo>
                  <a:pt x="378" y="37"/>
                  <a:pt x="378" y="37"/>
                  <a:pt x="378" y="37"/>
                </a:cubicBezTo>
                <a:cubicBezTo>
                  <a:pt x="305" y="0"/>
                  <a:pt x="216" y="0"/>
                  <a:pt x="142" y="41"/>
                </a:cubicBezTo>
                <a:cubicBezTo>
                  <a:pt x="142" y="41"/>
                  <a:pt x="142" y="41"/>
                  <a:pt x="142" y="41"/>
                </a:cubicBezTo>
                <a:cubicBezTo>
                  <a:pt x="136" y="44"/>
                  <a:pt x="131" y="48"/>
                  <a:pt x="126" y="51"/>
                </a:cubicBezTo>
                <a:cubicBezTo>
                  <a:pt x="126" y="51"/>
                  <a:pt x="126" y="51"/>
                  <a:pt x="126" y="51"/>
                </a:cubicBezTo>
                <a:cubicBezTo>
                  <a:pt x="124" y="52"/>
                  <a:pt x="122" y="53"/>
                  <a:pt x="120" y="55"/>
                </a:cubicBezTo>
                <a:cubicBezTo>
                  <a:pt x="120" y="55"/>
                  <a:pt x="120" y="55"/>
                  <a:pt x="120" y="55"/>
                </a:cubicBezTo>
                <a:cubicBezTo>
                  <a:pt x="119" y="56"/>
                  <a:pt x="117" y="57"/>
                  <a:pt x="115" y="58"/>
                </a:cubicBezTo>
                <a:cubicBezTo>
                  <a:pt x="115" y="58"/>
                  <a:pt x="115" y="58"/>
                  <a:pt x="115" y="58"/>
                </a:cubicBezTo>
                <a:cubicBezTo>
                  <a:pt x="112" y="61"/>
                  <a:pt x="108" y="64"/>
                  <a:pt x="105" y="66"/>
                </a:cubicBezTo>
                <a:cubicBezTo>
                  <a:pt x="105" y="66"/>
                  <a:pt x="105" y="66"/>
                  <a:pt x="105" y="66"/>
                </a:cubicBezTo>
                <a:cubicBezTo>
                  <a:pt x="103" y="68"/>
                  <a:pt x="101" y="69"/>
                  <a:pt x="100" y="71"/>
                </a:cubicBezTo>
                <a:cubicBezTo>
                  <a:pt x="100" y="71"/>
                  <a:pt x="100" y="71"/>
                  <a:pt x="100" y="71"/>
                </a:cubicBezTo>
                <a:cubicBezTo>
                  <a:pt x="96" y="73"/>
                  <a:pt x="93" y="76"/>
                  <a:pt x="90" y="80"/>
                </a:cubicBezTo>
                <a:cubicBezTo>
                  <a:pt x="90" y="80"/>
                  <a:pt x="90" y="80"/>
                  <a:pt x="90" y="80"/>
                </a:cubicBezTo>
                <a:cubicBezTo>
                  <a:pt x="88" y="81"/>
                  <a:pt x="87" y="83"/>
                  <a:pt x="85" y="84"/>
                </a:cubicBezTo>
                <a:cubicBezTo>
                  <a:pt x="85" y="84"/>
                  <a:pt x="85" y="84"/>
                  <a:pt x="85" y="84"/>
                </a:cubicBezTo>
                <a:cubicBezTo>
                  <a:pt x="83" y="86"/>
                  <a:pt x="82" y="87"/>
                  <a:pt x="80" y="89"/>
                </a:cubicBezTo>
                <a:cubicBezTo>
                  <a:pt x="80" y="89"/>
                  <a:pt x="80" y="89"/>
                  <a:pt x="80" y="89"/>
                </a:cubicBezTo>
                <a:cubicBezTo>
                  <a:pt x="77" y="92"/>
                  <a:pt x="74" y="96"/>
                  <a:pt x="71" y="99"/>
                </a:cubicBezTo>
                <a:cubicBezTo>
                  <a:pt x="71" y="99"/>
                  <a:pt x="71" y="99"/>
                  <a:pt x="71" y="99"/>
                </a:cubicBezTo>
                <a:cubicBezTo>
                  <a:pt x="70" y="101"/>
                  <a:pt x="69" y="102"/>
                  <a:pt x="67" y="104"/>
                </a:cubicBezTo>
                <a:cubicBezTo>
                  <a:pt x="67" y="104"/>
                  <a:pt x="67" y="104"/>
                  <a:pt x="67" y="104"/>
                </a:cubicBezTo>
                <a:cubicBezTo>
                  <a:pt x="64" y="107"/>
                  <a:pt x="62" y="111"/>
                  <a:pt x="59" y="114"/>
                </a:cubicBezTo>
                <a:cubicBezTo>
                  <a:pt x="59" y="114"/>
                  <a:pt x="59" y="114"/>
                  <a:pt x="59" y="114"/>
                </a:cubicBezTo>
                <a:cubicBezTo>
                  <a:pt x="58" y="116"/>
                  <a:pt x="57" y="118"/>
                  <a:pt x="55" y="120"/>
                </a:cubicBezTo>
                <a:cubicBezTo>
                  <a:pt x="55" y="120"/>
                  <a:pt x="55" y="120"/>
                  <a:pt x="55" y="120"/>
                </a:cubicBezTo>
                <a:cubicBezTo>
                  <a:pt x="54" y="121"/>
                  <a:pt x="53" y="123"/>
                  <a:pt x="52" y="125"/>
                </a:cubicBezTo>
                <a:cubicBezTo>
                  <a:pt x="52" y="125"/>
                  <a:pt x="52" y="125"/>
                  <a:pt x="52" y="125"/>
                </a:cubicBezTo>
                <a:cubicBezTo>
                  <a:pt x="48" y="130"/>
                  <a:pt x="45" y="136"/>
                  <a:pt x="42" y="141"/>
                </a:cubicBezTo>
                <a:cubicBezTo>
                  <a:pt x="42" y="141"/>
                  <a:pt x="42" y="141"/>
                  <a:pt x="42" y="141"/>
                </a:cubicBezTo>
                <a:cubicBezTo>
                  <a:pt x="1" y="215"/>
                  <a:pt x="0" y="304"/>
                  <a:pt x="37" y="377"/>
                </a:cubicBezTo>
                <a:cubicBezTo>
                  <a:pt x="37" y="377"/>
                  <a:pt x="37" y="377"/>
                  <a:pt x="37" y="377"/>
                </a:cubicBezTo>
                <a:cubicBezTo>
                  <a:pt x="39" y="381"/>
                  <a:pt x="41" y="385"/>
                  <a:pt x="43" y="388"/>
                </a:cubicBezTo>
                <a:cubicBezTo>
                  <a:pt x="43" y="388"/>
                  <a:pt x="43" y="388"/>
                  <a:pt x="43" y="388"/>
                </a:cubicBezTo>
                <a:cubicBezTo>
                  <a:pt x="44" y="390"/>
                  <a:pt x="45" y="392"/>
                  <a:pt x="46" y="393"/>
                </a:cubicBezTo>
                <a:cubicBezTo>
                  <a:pt x="46" y="393"/>
                  <a:pt x="46" y="393"/>
                  <a:pt x="46" y="393"/>
                </a:cubicBezTo>
                <a:cubicBezTo>
                  <a:pt x="47" y="395"/>
                  <a:pt x="48" y="397"/>
                  <a:pt x="50" y="399"/>
                </a:cubicBezTo>
                <a:cubicBezTo>
                  <a:pt x="50" y="399"/>
                  <a:pt x="50" y="399"/>
                  <a:pt x="50" y="399"/>
                </a:cubicBezTo>
                <a:cubicBezTo>
                  <a:pt x="51" y="401"/>
                  <a:pt x="52" y="402"/>
                  <a:pt x="53" y="404"/>
                </a:cubicBezTo>
                <a:cubicBezTo>
                  <a:pt x="53" y="404"/>
                  <a:pt x="53" y="404"/>
                  <a:pt x="53" y="404"/>
                </a:cubicBezTo>
                <a:cubicBezTo>
                  <a:pt x="54" y="406"/>
                  <a:pt x="55" y="408"/>
                  <a:pt x="56" y="409"/>
                </a:cubicBezTo>
                <a:cubicBezTo>
                  <a:pt x="56" y="409"/>
                  <a:pt x="56" y="409"/>
                  <a:pt x="56" y="409"/>
                </a:cubicBezTo>
                <a:cubicBezTo>
                  <a:pt x="58" y="411"/>
                  <a:pt x="59" y="413"/>
                  <a:pt x="60" y="414"/>
                </a:cubicBezTo>
                <a:cubicBezTo>
                  <a:pt x="60" y="414"/>
                  <a:pt x="60" y="414"/>
                  <a:pt x="60" y="414"/>
                </a:cubicBezTo>
                <a:cubicBezTo>
                  <a:pt x="61" y="416"/>
                  <a:pt x="63" y="418"/>
                  <a:pt x="64" y="419"/>
                </a:cubicBezTo>
                <a:cubicBezTo>
                  <a:pt x="64" y="419"/>
                  <a:pt x="64" y="419"/>
                  <a:pt x="64" y="419"/>
                </a:cubicBezTo>
                <a:cubicBezTo>
                  <a:pt x="65" y="421"/>
                  <a:pt x="67" y="423"/>
                  <a:pt x="68" y="424"/>
                </a:cubicBezTo>
                <a:cubicBezTo>
                  <a:pt x="68" y="424"/>
                  <a:pt x="68" y="424"/>
                  <a:pt x="68" y="424"/>
                </a:cubicBezTo>
                <a:cubicBezTo>
                  <a:pt x="69" y="426"/>
                  <a:pt x="71" y="428"/>
                  <a:pt x="72" y="429"/>
                </a:cubicBezTo>
                <a:cubicBezTo>
                  <a:pt x="72" y="429"/>
                  <a:pt x="72" y="429"/>
                  <a:pt x="72" y="429"/>
                </a:cubicBezTo>
                <a:cubicBezTo>
                  <a:pt x="73" y="431"/>
                  <a:pt x="75" y="432"/>
                  <a:pt x="76" y="434"/>
                </a:cubicBezTo>
                <a:cubicBezTo>
                  <a:pt x="76" y="434"/>
                  <a:pt x="76" y="434"/>
                  <a:pt x="76" y="434"/>
                </a:cubicBezTo>
                <a:cubicBezTo>
                  <a:pt x="78" y="436"/>
                  <a:pt x="79" y="437"/>
                  <a:pt x="80" y="439"/>
                </a:cubicBezTo>
                <a:cubicBezTo>
                  <a:pt x="80" y="439"/>
                  <a:pt x="80" y="439"/>
                  <a:pt x="80" y="439"/>
                </a:cubicBezTo>
                <a:cubicBezTo>
                  <a:pt x="82" y="440"/>
                  <a:pt x="83" y="442"/>
                  <a:pt x="85" y="443"/>
                </a:cubicBezTo>
                <a:cubicBezTo>
                  <a:pt x="85" y="443"/>
                  <a:pt x="85" y="443"/>
                  <a:pt x="85" y="443"/>
                </a:cubicBezTo>
                <a:cubicBezTo>
                  <a:pt x="85" y="443"/>
                  <a:pt x="85" y="443"/>
                  <a:pt x="85" y="443"/>
                </a:cubicBezTo>
                <a:cubicBezTo>
                  <a:pt x="87" y="445"/>
                  <a:pt x="89" y="447"/>
                  <a:pt x="91" y="449"/>
                </a:cubicBezTo>
                <a:cubicBezTo>
                  <a:pt x="91" y="449"/>
                  <a:pt x="92" y="450"/>
                  <a:pt x="92" y="450"/>
                </a:cubicBezTo>
                <a:cubicBezTo>
                  <a:pt x="94" y="452"/>
                  <a:pt x="95" y="453"/>
                  <a:pt x="96" y="454"/>
                </a:cubicBezTo>
                <a:cubicBezTo>
                  <a:pt x="163" y="514"/>
                  <a:pt x="236" y="517"/>
                  <a:pt x="315" y="547"/>
                </a:cubicBezTo>
                <a:close/>
              </a:path>
            </a:pathLst>
          </a:custGeom>
          <a:solidFill>
            <a:schemeClr val="accent2"/>
          </a:solidFill>
          <a:ln>
            <a:noFill/>
          </a:ln>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37" name="Oval 24">
            <a:extLst>
              <a:ext uri="{FF2B5EF4-FFF2-40B4-BE49-F238E27FC236}">
                <a16:creationId xmlns:a16="http://schemas.microsoft.com/office/drawing/2014/main" id="{DE734E40-7337-2143-A9FE-CE1F1C3126AF}"/>
              </a:ext>
            </a:extLst>
          </p:cNvPr>
          <p:cNvSpPr>
            <a:spLocks noChangeArrowheads="1"/>
          </p:cNvSpPr>
          <p:nvPr/>
        </p:nvSpPr>
        <p:spPr bwMode="auto">
          <a:xfrm>
            <a:off x="6405837" y="1769305"/>
            <a:ext cx="759792" cy="759743"/>
          </a:xfrm>
          <a:prstGeom prst="ellipse">
            <a:avLst/>
          </a:pr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38" name="Oval 25">
            <a:extLst>
              <a:ext uri="{FF2B5EF4-FFF2-40B4-BE49-F238E27FC236}">
                <a16:creationId xmlns:a16="http://schemas.microsoft.com/office/drawing/2014/main" id="{4676002F-0391-174F-99D4-61E36E901DD4}"/>
              </a:ext>
            </a:extLst>
          </p:cNvPr>
          <p:cNvSpPr>
            <a:spLocks noChangeArrowheads="1"/>
          </p:cNvSpPr>
          <p:nvPr/>
        </p:nvSpPr>
        <p:spPr bwMode="auto">
          <a:xfrm>
            <a:off x="7384684" y="2744142"/>
            <a:ext cx="759792" cy="761715"/>
          </a:xfrm>
          <a:prstGeom prst="ellipse">
            <a:avLst/>
          </a:pr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44" name="Freeform 18">
            <a:extLst>
              <a:ext uri="{FF2B5EF4-FFF2-40B4-BE49-F238E27FC236}">
                <a16:creationId xmlns:a16="http://schemas.microsoft.com/office/drawing/2014/main" id="{0DAF2DD2-DFD3-2D4D-B447-B3F7EC5F1CA9}"/>
              </a:ext>
            </a:extLst>
          </p:cNvPr>
          <p:cNvSpPr>
            <a:spLocks/>
          </p:cNvSpPr>
          <p:nvPr/>
        </p:nvSpPr>
        <p:spPr bwMode="auto">
          <a:xfrm>
            <a:off x="6330844" y="4052476"/>
            <a:ext cx="1890597" cy="1888501"/>
          </a:xfrm>
          <a:custGeom>
            <a:avLst/>
            <a:gdLst>
              <a:gd name="T0" fmla="*/ 548 w 1095"/>
              <a:gd name="T1" fmla="*/ 313 h 1094"/>
              <a:gd name="T2" fmla="*/ 646 w 1095"/>
              <a:gd name="T3" fmla="*/ 90 h 1094"/>
              <a:gd name="T4" fmla="*/ 651 w 1095"/>
              <a:gd name="T5" fmla="*/ 84 h 1094"/>
              <a:gd name="T6" fmla="*/ 661 w 1095"/>
              <a:gd name="T7" fmla="*/ 75 h 1094"/>
              <a:gd name="T8" fmla="*/ 666 w 1095"/>
              <a:gd name="T9" fmla="*/ 71 h 1094"/>
              <a:gd name="T10" fmla="*/ 675 w 1095"/>
              <a:gd name="T11" fmla="*/ 63 h 1094"/>
              <a:gd name="T12" fmla="*/ 680 w 1095"/>
              <a:gd name="T13" fmla="*/ 59 h 1094"/>
              <a:gd name="T14" fmla="*/ 691 w 1095"/>
              <a:gd name="T15" fmla="*/ 52 h 1094"/>
              <a:gd name="T16" fmla="*/ 696 w 1095"/>
              <a:gd name="T17" fmla="*/ 49 h 1094"/>
              <a:gd name="T18" fmla="*/ 706 w 1095"/>
              <a:gd name="T19" fmla="*/ 42 h 1094"/>
              <a:gd name="T20" fmla="*/ 717 w 1095"/>
              <a:gd name="T21" fmla="*/ 37 h 1094"/>
              <a:gd name="T22" fmla="*/ 970 w 1095"/>
              <a:gd name="T23" fmla="*/ 51 h 1094"/>
              <a:gd name="T24" fmla="*/ 975 w 1095"/>
              <a:gd name="T25" fmla="*/ 55 h 1094"/>
              <a:gd name="T26" fmla="*/ 991 w 1095"/>
              <a:gd name="T27" fmla="*/ 66 h 1094"/>
              <a:gd name="T28" fmla="*/ 996 w 1095"/>
              <a:gd name="T29" fmla="*/ 71 h 1094"/>
              <a:gd name="T30" fmla="*/ 1010 w 1095"/>
              <a:gd name="T31" fmla="*/ 84 h 1094"/>
              <a:gd name="T32" fmla="*/ 1015 w 1095"/>
              <a:gd name="T33" fmla="*/ 89 h 1094"/>
              <a:gd name="T34" fmla="*/ 1028 w 1095"/>
              <a:gd name="T35" fmla="*/ 104 h 1094"/>
              <a:gd name="T36" fmla="*/ 1036 w 1095"/>
              <a:gd name="T37" fmla="*/ 114 h 1094"/>
              <a:gd name="T38" fmla="*/ 1044 w 1095"/>
              <a:gd name="T39" fmla="*/ 125 h 1094"/>
              <a:gd name="T40" fmla="*/ 1054 w 1095"/>
              <a:gd name="T41" fmla="*/ 141 h 1094"/>
              <a:gd name="T42" fmla="*/ 1052 w 1095"/>
              <a:gd name="T43" fmla="*/ 388 h 1094"/>
              <a:gd name="T44" fmla="*/ 1049 w 1095"/>
              <a:gd name="T45" fmla="*/ 394 h 1094"/>
              <a:gd name="T46" fmla="*/ 1043 w 1095"/>
              <a:gd name="T47" fmla="*/ 404 h 1094"/>
              <a:gd name="T48" fmla="*/ 1039 w 1095"/>
              <a:gd name="T49" fmla="*/ 409 h 1094"/>
              <a:gd name="T50" fmla="*/ 1031 w 1095"/>
              <a:gd name="T51" fmla="*/ 419 h 1094"/>
              <a:gd name="T52" fmla="*/ 1028 w 1095"/>
              <a:gd name="T53" fmla="*/ 424 h 1094"/>
              <a:gd name="T54" fmla="*/ 1019 w 1095"/>
              <a:gd name="T55" fmla="*/ 434 h 1094"/>
              <a:gd name="T56" fmla="*/ 1015 w 1095"/>
              <a:gd name="T57" fmla="*/ 439 h 1094"/>
              <a:gd name="T58" fmla="*/ 1010 w 1095"/>
              <a:gd name="T59" fmla="*/ 444 h 1094"/>
              <a:gd name="T60" fmla="*/ 1005 w 1095"/>
              <a:gd name="T61" fmla="*/ 448 h 1094"/>
              <a:gd name="T62" fmla="*/ 548 w 1095"/>
              <a:gd name="T63" fmla="*/ 780 h 1094"/>
              <a:gd name="T64" fmla="*/ 450 w 1095"/>
              <a:gd name="T65" fmla="*/ 1004 h 1094"/>
              <a:gd name="T66" fmla="*/ 444 w 1095"/>
              <a:gd name="T67" fmla="*/ 1010 h 1094"/>
              <a:gd name="T68" fmla="*/ 435 w 1095"/>
              <a:gd name="T69" fmla="*/ 1019 h 1094"/>
              <a:gd name="T70" fmla="*/ 430 w 1095"/>
              <a:gd name="T71" fmla="*/ 1023 h 1094"/>
              <a:gd name="T72" fmla="*/ 420 w 1095"/>
              <a:gd name="T73" fmla="*/ 1031 h 1094"/>
              <a:gd name="T74" fmla="*/ 415 w 1095"/>
              <a:gd name="T75" fmla="*/ 1035 h 1094"/>
              <a:gd name="T76" fmla="*/ 405 w 1095"/>
              <a:gd name="T77" fmla="*/ 1042 h 1094"/>
              <a:gd name="T78" fmla="*/ 400 w 1095"/>
              <a:gd name="T79" fmla="*/ 1045 h 1094"/>
              <a:gd name="T80" fmla="*/ 389 w 1095"/>
              <a:gd name="T81" fmla="*/ 1052 h 1094"/>
              <a:gd name="T82" fmla="*/ 378 w 1095"/>
              <a:gd name="T83" fmla="*/ 1057 h 1094"/>
              <a:gd name="T84" fmla="*/ 126 w 1095"/>
              <a:gd name="T85" fmla="*/ 1043 h 1094"/>
              <a:gd name="T86" fmla="*/ 120 w 1095"/>
              <a:gd name="T87" fmla="*/ 1039 h 1094"/>
              <a:gd name="T88" fmla="*/ 105 w 1095"/>
              <a:gd name="T89" fmla="*/ 1028 h 1094"/>
              <a:gd name="T90" fmla="*/ 100 w 1095"/>
              <a:gd name="T91" fmla="*/ 1023 h 1094"/>
              <a:gd name="T92" fmla="*/ 85 w 1095"/>
              <a:gd name="T93" fmla="*/ 1010 h 1094"/>
              <a:gd name="T94" fmla="*/ 80 w 1095"/>
              <a:gd name="T95" fmla="*/ 1005 h 1094"/>
              <a:gd name="T96" fmla="*/ 67 w 1095"/>
              <a:gd name="T97" fmla="*/ 990 h 1094"/>
              <a:gd name="T98" fmla="*/ 59 w 1095"/>
              <a:gd name="T99" fmla="*/ 980 h 1094"/>
              <a:gd name="T100" fmla="*/ 52 w 1095"/>
              <a:gd name="T101" fmla="*/ 969 h 1094"/>
              <a:gd name="T102" fmla="*/ 42 w 1095"/>
              <a:gd name="T103" fmla="*/ 953 h 1094"/>
              <a:gd name="T104" fmla="*/ 43 w 1095"/>
              <a:gd name="T105" fmla="*/ 706 h 1094"/>
              <a:gd name="T106" fmla="*/ 46 w 1095"/>
              <a:gd name="T107" fmla="*/ 700 h 1094"/>
              <a:gd name="T108" fmla="*/ 53 w 1095"/>
              <a:gd name="T109" fmla="*/ 690 h 1094"/>
              <a:gd name="T110" fmla="*/ 56 w 1095"/>
              <a:gd name="T111" fmla="*/ 685 h 1094"/>
              <a:gd name="T112" fmla="*/ 64 w 1095"/>
              <a:gd name="T113" fmla="*/ 675 h 1094"/>
              <a:gd name="T114" fmla="*/ 68 w 1095"/>
              <a:gd name="T115" fmla="*/ 670 h 1094"/>
              <a:gd name="T116" fmla="*/ 76 w 1095"/>
              <a:gd name="T117" fmla="*/ 660 h 1094"/>
              <a:gd name="T118" fmla="*/ 80 w 1095"/>
              <a:gd name="T119" fmla="*/ 655 h 1094"/>
              <a:gd name="T120" fmla="*/ 85 w 1095"/>
              <a:gd name="T121" fmla="*/ 651 h 1094"/>
              <a:gd name="T122" fmla="*/ 96 w 1095"/>
              <a:gd name="T123" fmla="*/ 640 h 1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95" h="1094">
                <a:moveTo>
                  <a:pt x="315" y="547"/>
                </a:moveTo>
                <a:cubicBezTo>
                  <a:pt x="359" y="529"/>
                  <a:pt x="404" y="502"/>
                  <a:pt x="453" y="455"/>
                </a:cubicBezTo>
                <a:cubicBezTo>
                  <a:pt x="502" y="405"/>
                  <a:pt x="529" y="358"/>
                  <a:pt x="548" y="313"/>
                </a:cubicBezTo>
                <a:cubicBezTo>
                  <a:pt x="578" y="234"/>
                  <a:pt x="581" y="162"/>
                  <a:pt x="641" y="95"/>
                </a:cubicBezTo>
                <a:cubicBezTo>
                  <a:pt x="642" y="94"/>
                  <a:pt x="643" y="93"/>
                  <a:pt x="644" y="92"/>
                </a:cubicBezTo>
                <a:cubicBezTo>
                  <a:pt x="646" y="90"/>
                  <a:pt x="646" y="90"/>
                  <a:pt x="646" y="90"/>
                </a:cubicBezTo>
                <a:cubicBezTo>
                  <a:pt x="648" y="88"/>
                  <a:pt x="649" y="86"/>
                  <a:pt x="651" y="84"/>
                </a:cubicBezTo>
                <a:cubicBezTo>
                  <a:pt x="651" y="84"/>
                  <a:pt x="651" y="84"/>
                  <a:pt x="651" y="84"/>
                </a:cubicBezTo>
                <a:cubicBezTo>
                  <a:pt x="651" y="84"/>
                  <a:pt x="651" y="84"/>
                  <a:pt x="651" y="84"/>
                </a:cubicBezTo>
                <a:cubicBezTo>
                  <a:pt x="653" y="83"/>
                  <a:pt x="654" y="81"/>
                  <a:pt x="656" y="80"/>
                </a:cubicBezTo>
                <a:cubicBezTo>
                  <a:pt x="656" y="80"/>
                  <a:pt x="656" y="80"/>
                  <a:pt x="656" y="80"/>
                </a:cubicBezTo>
                <a:cubicBezTo>
                  <a:pt x="658" y="78"/>
                  <a:pt x="659" y="77"/>
                  <a:pt x="661" y="75"/>
                </a:cubicBezTo>
                <a:cubicBezTo>
                  <a:pt x="661" y="75"/>
                  <a:pt x="661" y="75"/>
                  <a:pt x="661" y="75"/>
                </a:cubicBezTo>
                <a:cubicBezTo>
                  <a:pt x="662" y="74"/>
                  <a:pt x="664" y="73"/>
                  <a:pt x="666" y="71"/>
                </a:cubicBezTo>
                <a:cubicBezTo>
                  <a:pt x="666" y="71"/>
                  <a:pt x="666" y="71"/>
                  <a:pt x="666" y="71"/>
                </a:cubicBezTo>
                <a:cubicBezTo>
                  <a:pt x="667" y="70"/>
                  <a:pt x="669" y="68"/>
                  <a:pt x="670" y="67"/>
                </a:cubicBezTo>
                <a:cubicBezTo>
                  <a:pt x="670" y="67"/>
                  <a:pt x="670" y="67"/>
                  <a:pt x="670" y="67"/>
                </a:cubicBezTo>
                <a:cubicBezTo>
                  <a:pt x="672" y="66"/>
                  <a:pt x="674" y="64"/>
                  <a:pt x="675" y="63"/>
                </a:cubicBezTo>
                <a:cubicBezTo>
                  <a:pt x="675" y="63"/>
                  <a:pt x="675" y="63"/>
                  <a:pt x="675" y="63"/>
                </a:cubicBezTo>
                <a:cubicBezTo>
                  <a:pt x="677" y="62"/>
                  <a:pt x="679" y="61"/>
                  <a:pt x="680" y="59"/>
                </a:cubicBezTo>
                <a:cubicBezTo>
                  <a:pt x="680" y="59"/>
                  <a:pt x="680" y="59"/>
                  <a:pt x="680" y="59"/>
                </a:cubicBezTo>
                <a:cubicBezTo>
                  <a:pt x="682" y="58"/>
                  <a:pt x="684" y="57"/>
                  <a:pt x="685" y="56"/>
                </a:cubicBezTo>
                <a:cubicBezTo>
                  <a:pt x="685" y="56"/>
                  <a:pt x="685" y="56"/>
                  <a:pt x="685" y="56"/>
                </a:cubicBezTo>
                <a:cubicBezTo>
                  <a:pt x="687" y="54"/>
                  <a:pt x="689" y="53"/>
                  <a:pt x="691" y="52"/>
                </a:cubicBezTo>
                <a:cubicBezTo>
                  <a:pt x="691" y="52"/>
                  <a:pt x="691" y="52"/>
                  <a:pt x="691" y="52"/>
                </a:cubicBezTo>
                <a:cubicBezTo>
                  <a:pt x="692" y="51"/>
                  <a:pt x="694" y="50"/>
                  <a:pt x="696" y="49"/>
                </a:cubicBezTo>
                <a:cubicBezTo>
                  <a:pt x="696" y="49"/>
                  <a:pt x="696" y="49"/>
                  <a:pt x="696" y="49"/>
                </a:cubicBezTo>
                <a:cubicBezTo>
                  <a:pt x="698" y="48"/>
                  <a:pt x="699" y="47"/>
                  <a:pt x="701" y="45"/>
                </a:cubicBezTo>
                <a:cubicBezTo>
                  <a:pt x="701" y="45"/>
                  <a:pt x="701" y="45"/>
                  <a:pt x="701" y="45"/>
                </a:cubicBezTo>
                <a:cubicBezTo>
                  <a:pt x="703" y="44"/>
                  <a:pt x="705" y="43"/>
                  <a:pt x="706" y="42"/>
                </a:cubicBezTo>
                <a:cubicBezTo>
                  <a:pt x="706" y="42"/>
                  <a:pt x="706" y="42"/>
                  <a:pt x="706" y="42"/>
                </a:cubicBezTo>
                <a:cubicBezTo>
                  <a:pt x="710" y="40"/>
                  <a:pt x="714" y="38"/>
                  <a:pt x="717" y="37"/>
                </a:cubicBezTo>
                <a:cubicBezTo>
                  <a:pt x="717" y="37"/>
                  <a:pt x="717" y="37"/>
                  <a:pt x="717" y="37"/>
                </a:cubicBezTo>
                <a:cubicBezTo>
                  <a:pt x="791" y="0"/>
                  <a:pt x="880" y="0"/>
                  <a:pt x="953" y="41"/>
                </a:cubicBezTo>
                <a:cubicBezTo>
                  <a:pt x="953" y="41"/>
                  <a:pt x="953" y="41"/>
                  <a:pt x="953" y="41"/>
                </a:cubicBezTo>
                <a:cubicBezTo>
                  <a:pt x="959" y="44"/>
                  <a:pt x="965" y="48"/>
                  <a:pt x="970" y="51"/>
                </a:cubicBezTo>
                <a:cubicBezTo>
                  <a:pt x="970" y="51"/>
                  <a:pt x="970" y="51"/>
                  <a:pt x="970" y="51"/>
                </a:cubicBezTo>
                <a:cubicBezTo>
                  <a:pt x="972" y="52"/>
                  <a:pt x="973" y="53"/>
                  <a:pt x="975" y="55"/>
                </a:cubicBezTo>
                <a:cubicBezTo>
                  <a:pt x="975" y="55"/>
                  <a:pt x="975" y="55"/>
                  <a:pt x="975" y="55"/>
                </a:cubicBezTo>
                <a:cubicBezTo>
                  <a:pt x="977" y="56"/>
                  <a:pt x="979" y="57"/>
                  <a:pt x="980" y="58"/>
                </a:cubicBezTo>
                <a:cubicBezTo>
                  <a:pt x="980" y="58"/>
                  <a:pt x="980" y="58"/>
                  <a:pt x="980" y="58"/>
                </a:cubicBezTo>
                <a:cubicBezTo>
                  <a:pt x="984" y="61"/>
                  <a:pt x="987" y="64"/>
                  <a:pt x="991" y="66"/>
                </a:cubicBezTo>
                <a:cubicBezTo>
                  <a:pt x="991" y="66"/>
                  <a:pt x="991" y="66"/>
                  <a:pt x="991" y="66"/>
                </a:cubicBezTo>
                <a:cubicBezTo>
                  <a:pt x="993" y="68"/>
                  <a:pt x="994" y="69"/>
                  <a:pt x="996" y="71"/>
                </a:cubicBezTo>
                <a:cubicBezTo>
                  <a:pt x="996" y="71"/>
                  <a:pt x="996" y="71"/>
                  <a:pt x="996" y="71"/>
                </a:cubicBezTo>
                <a:cubicBezTo>
                  <a:pt x="999" y="73"/>
                  <a:pt x="1002" y="76"/>
                  <a:pt x="1006" y="80"/>
                </a:cubicBezTo>
                <a:cubicBezTo>
                  <a:pt x="1006" y="80"/>
                  <a:pt x="1006" y="80"/>
                  <a:pt x="1006" y="80"/>
                </a:cubicBezTo>
                <a:cubicBezTo>
                  <a:pt x="1007" y="81"/>
                  <a:pt x="1009" y="83"/>
                  <a:pt x="1010" y="84"/>
                </a:cubicBezTo>
                <a:cubicBezTo>
                  <a:pt x="1010" y="84"/>
                  <a:pt x="1010" y="84"/>
                  <a:pt x="1010" y="84"/>
                </a:cubicBezTo>
                <a:cubicBezTo>
                  <a:pt x="1012" y="86"/>
                  <a:pt x="1014" y="87"/>
                  <a:pt x="1015" y="89"/>
                </a:cubicBezTo>
                <a:cubicBezTo>
                  <a:pt x="1015" y="89"/>
                  <a:pt x="1015" y="89"/>
                  <a:pt x="1015" y="89"/>
                </a:cubicBezTo>
                <a:cubicBezTo>
                  <a:pt x="1018" y="92"/>
                  <a:pt x="1021" y="96"/>
                  <a:pt x="1024" y="99"/>
                </a:cubicBezTo>
                <a:cubicBezTo>
                  <a:pt x="1024" y="99"/>
                  <a:pt x="1024" y="99"/>
                  <a:pt x="1024" y="99"/>
                </a:cubicBezTo>
                <a:cubicBezTo>
                  <a:pt x="1026" y="101"/>
                  <a:pt x="1027" y="102"/>
                  <a:pt x="1028" y="104"/>
                </a:cubicBezTo>
                <a:cubicBezTo>
                  <a:pt x="1028" y="104"/>
                  <a:pt x="1028" y="104"/>
                  <a:pt x="1028" y="104"/>
                </a:cubicBezTo>
                <a:cubicBezTo>
                  <a:pt x="1031" y="107"/>
                  <a:pt x="1034" y="111"/>
                  <a:pt x="1036" y="114"/>
                </a:cubicBezTo>
                <a:cubicBezTo>
                  <a:pt x="1036" y="114"/>
                  <a:pt x="1036" y="114"/>
                  <a:pt x="1036" y="114"/>
                </a:cubicBezTo>
                <a:cubicBezTo>
                  <a:pt x="1038" y="116"/>
                  <a:pt x="1039" y="118"/>
                  <a:pt x="1040" y="119"/>
                </a:cubicBezTo>
                <a:cubicBezTo>
                  <a:pt x="1040" y="119"/>
                  <a:pt x="1040" y="119"/>
                  <a:pt x="1040" y="119"/>
                </a:cubicBezTo>
                <a:cubicBezTo>
                  <a:pt x="1041" y="121"/>
                  <a:pt x="1042" y="123"/>
                  <a:pt x="1044" y="125"/>
                </a:cubicBezTo>
                <a:cubicBezTo>
                  <a:pt x="1044" y="125"/>
                  <a:pt x="1044" y="125"/>
                  <a:pt x="1044" y="125"/>
                </a:cubicBezTo>
                <a:cubicBezTo>
                  <a:pt x="1047" y="130"/>
                  <a:pt x="1050" y="136"/>
                  <a:pt x="1054" y="141"/>
                </a:cubicBezTo>
                <a:cubicBezTo>
                  <a:pt x="1054" y="141"/>
                  <a:pt x="1054" y="141"/>
                  <a:pt x="1054" y="141"/>
                </a:cubicBezTo>
                <a:cubicBezTo>
                  <a:pt x="1095" y="215"/>
                  <a:pt x="1095" y="304"/>
                  <a:pt x="1058" y="377"/>
                </a:cubicBezTo>
                <a:cubicBezTo>
                  <a:pt x="1058" y="377"/>
                  <a:pt x="1058" y="377"/>
                  <a:pt x="1058" y="377"/>
                </a:cubicBezTo>
                <a:cubicBezTo>
                  <a:pt x="1056" y="381"/>
                  <a:pt x="1054" y="385"/>
                  <a:pt x="1052" y="388"/>
                </a:cubicBezTo>
                <a:cubicBezTo>
                  <a:pt x="1052" y="388"/>
                  <a:pt x="1052" y="388"/>
                  <a:pt x="1052" y="388"/>
                </a:cubicBezTo>
                <a:cubicBezTo>
                  <a:pt x="1051" y="390"/>
                  <a:pt x="1050" y="392"/>
                  <a:pt x="1049" y="394"/>
                </a:cubicBezTo>
                <a:cubicBezTo>
                  <a:pt x="1049" y="394"/>
                  <a:pt x="1049" y="394"/>
                  <a:pt x="1049" y="394"/>
                </a:cubicBezTo>
                <a:cubicBezTo>
                  <a:pt x="1048" y="395"/>
                  <a:pt x="1047" y="397"/>
                  <a:pt x="1046" y="399"/>
                </a:cubicBezTo>
                <a:cubicBezTo>
                  <a:pt x="1046" y="399"/>
                  <a:pt x="1046" y="399"/>
                  <a:pt x="1046" y="399"/>
                </a:cubicBezTo>
                <a:cubicBezTo>
                  <a:pt x="1045" y="401"/>
                  <a:pt x="1044" y="402"/>
                  <a:pt x="1043" y="404"/>
                </a:cubicBezTo>
                <a:cubicBezTo>
                  <a:pt x="1043" y="404"/>
                  <a:pt x="1043" y="404"/>
                  <a:pt x="1043" y="404"/>
                </a:cubicBezTo>
                <a:cubicBezTo>
                  <a:pt x="1041" y="406"/>
                  <a:pt x="1040" y="408"/>
                  <a:pt x="1039" y="409"/>
                </a:cubicBezTo>
                <a:cubicBezTo>
                  <a:pt x="1039" y="409"/>
                  <a:pt x="1039" y="409"/>
                  <a:pt x="1039" y="409"/>
                </a:cubicBezTo>
                <a:cubicBezTo>
                  <a:pt x="1038" y="411"/>
                  <a:pt x="1037" y="413"/>
                  <a:pt x="1035" y="414"/>
                </a:cubicBezTo>
                <a:cubicBezTo>
                  <a:pt x="1035" y="414"/>
                  <a:pt x="1035" y="414"/>
                  <a:pt x="1035" y="414"/>
                </a:cubicBezTo>
                <a:cubicBezTo>
                  <a:pt x="1034" y="416"/>
                  <a:pt x="1033" y="418"/>
                  <a:pt x="1031" y="419"/>
                </a:cubicBezTo>
                <a:cubicBezTo>
                  <a:pt x="1031" y="419"/>
                  <a:pt x="1031" y="419"/>
                  <a:pt x="1031" y="419"/>
                </a:cubicBezTo>
                <a:cubicBezTo>
                  <a:pt x="1030" y="421"/>
                  <a:pt x="1029" y="423"/>
                  <a:pt x="1028" y="424"/>
                </a:cubicBezTo>
                <a:cubicBezTo>
                  <a:pt x="1028" y="424"/>
                  <a:pt x="1028" y="424"/>
                  <a:pt x="1028" y="424"/>
                </a:cubicBezTo>
                <a:cubicBezTo>
                  <a:pt x="1026" y="426"/>
                  <a:pt x="1025" y="428"/>
                  <a:pt x="1023" y="429"/>
                </a:cubicBezTo>
                <a:cubicBezTo>
                  <a:pt x="1023" y="429"/>
                  <a:pt x="1023" y="429"/>
                  <a:pt x="1023" y="429"/>
                </a:cubicBezTo>
                <a:cubicBezTo>
                  <a:pt x="1022" y="431"/>
                  <a:pt x="1021" y="432"/>
                  <a:pt x="1019" y="434"/>
                </a:cubicBezTo>
                <a:cubicBezTo>
                  <a:pt x="1019" y="434"/>
                  <a:pt x="1019" y="434"/>
                  <a:pt x="1019" y="434"/>
                </a:cubicBezTo>
                <a:cubicBezTo>
                  <a:pt x="1018" y="436"/>
                  <a:pt x="1016" y="437"/>
                  <a:pt x="1015" y="439"/>
                </a:cubicBezTo>
                <a:cubicBezTo>
                  <a:pt x="1015" y="439"/>
                  <a:pt x="1015" y="439"/>
                  <a:pt x="1015" y="439"/>
                </a:cubicBezTo>
                <a:cubicBezTo>
                  <a:pt x="1013" y="440"/>
                  <a:pt x="1012" y="442"/>
                  <a:pt x="1010" y="443"/>
                </a:cubicBezTo>
                <a:cubicBezTo>
                  <a:pt x="1010" y="443"/>
                  <a:pt x="1010" y="443"/>
                  <a:pt x="1010" y="443"/>
                </a:cubicBezTo>
                <a:cubicBezTo>
                  <a:pt x="1010" y="444"/>
                  <a:pt x="1010" y="444"/>
                  <a:pt x="1010" y="444"/>
                </a:cubicBezTo>
                <a:cubicBezTo>
                  <a:pt x="1009" y="445"/>
                  <a:pt x="1008" y="445"/>
                  <a:pt x="1008" y="446"/>
                </a:cubicBezTo>
                <a:cubicBezTo>
                  <a:pt x="1007" y="447"/>
                  <a:pt x="1006" y="448"/>
                  <a:pt x="1005" y="448"/>
                </a:cubicBezTo>
                <a:cubicBezTo>
                  <a:pt x="1005" y="448"/>
                  <a:pt x="1005" y="448"/>
                  <a:pt x="1005" y="448"/>
                </a:cubicBezTo>
                <a:cubicBezTo>
                  <a:pt x="937" y="513"/>
                  <a:pt x="863" y="516"/>
                  <a:pt x="782" y="547"/>
                </a:cubicBezTo>
                <a:cubicBezTo>
                  <a:pt x="737" y="565"/>
                  <a:pt x="690" y="592"/>
                  <a:pt x="640" y="641"/>
                </a:cubicBezTo>
                <a:cubicBezTo>
                  <a:pt x="593" y="690"/>
                  <a:pt x="566" y="736"/>
                  <a:pt x="548" y="780"/>
                </a:cubicBezTo>
                <a:cubicBezTo>
                  <a:pt x="518" y="859"/>
                  <a:pt x="515" y="931"/>
                  <a:pt x="454" y="999"/>
                </a:cubicBezTo>
                <a:cubicBezTo>
                  <a:pt x="453" y="1000"/>
                  <a:pt x="452" y="1001"/>
                  <a:pt x="451" y="1002"/>
                </a:cubicBezTo>
                <a:cubicBezTo>
                  <a:pt x="450" y="1004"/>
                  <a:pt x="450" y="1004"/>
                  <a:pt x="450" y="1004"/>
                </a:cubicBezTo>
                <a:cubicBezTo>
                  <a:pt x="448" y="1006"/>
                  <a:pt x="446" y="1008"/>
                  <a:pt x="444" y="1010"/>
                </a:cubicBezTo>
                <a:cubicBezTo>
                  <a:pt x="444" y="1010"/>
                  <a:pt x="444" y="1010"/>
                  <a:pt x="444" y="1010"/>
                </a:cubicBezTo>
                <a:cubicBezTo>
                  <a:pt x="444" y="1010"/>
                  <a:pt x="444" y="1010"/>
                  <a:pt x="444" y="1010"/>
                </a:cubicBezTo>
                <a:cubicBezTo>
                  <a:pt x="443" y="1011"/>
                  <a:pt x="441" y="1013"/>
                  <a:pt x="439" y="1014"/>
                </a:cubicBezTo>
                <a:cubicBezTo>
                  <a:pt x="439" y="1014"/>
                  <a:pt x="439" y="1014"/>
                  <a:pt x="439" y="1014"/>
                </a:cubicBezTo>
                <a:cubicBezTo>
                  <a:pt x="438" y="1016"/>
                  <a:pt x="436" y="1017"/>
                  <a:pt x="435" y="1019"/>
                </a:cubicBezTo>
                <a:cubicBezTo>
                  <a:pt x="435" y="1019"/>
                  <a:pt x="435" y="1019"/>
                  <a:pt x="435" y="1019"/>
                </a:cubicBezTo>
                <a:cubicBezTo>
                  <a:pt x="433" y="1020"/>
                  <a:pt x="432" y="1021"/>
                  <a:pt x="430" y="1023"/>
                </a:cubicBezTo>
                <a:cubicBezTo>
                  <a:pt x="430" y="1023"/>
                  <a:pt x="430" y="1023"/>
                  <a:pt x="430" y="1023"/>
                </a:cubicBezTo>
                <a:cubicBezTo>
                  <a:pt x="428" y="1024"/>
                  <a:pt x="427" y="1026"/>
                  <a:pt x="425" y="1027"/>
                </a:cubicBezTo>
                <a:cubicBezTo>
                  <a:pt x="425" y="1027"/>
                  <a:pt x="425" y="1027"/>
                  <a:pt x="425" y="1027"/>
                </a:cubicBezTo>
                <a:cubicBezTo>
                  <a:pt x="423" y="1028"/>
                  <a:pt x="422" y="1030"/>
                  <a:pt x="420" y="1031"/>
                </a:cubicBezTo>
                <a:cubicBezTo>
                  <a:pt x="420" y="1031"/>
                  <a:pt x="420" y="1031"/>
                  <a:pt x="420" y="1031"/>
                </a:cubicBezTo>
                <a:cubicBezTo>
                  <a:pt x="419" y="1032"/>
                  <a:pt x="417" y="1033"/>
                  <a:pt x="415" y="1035"/>
                </a:cubicBezTo>
                <a:cubicBezTo>
                  <a:pt x="415" y="1035"/>
                  <a:pt x="415" y="1035"/>
                  <a:pt x="415" y="1035"/>
                </a:cubicBezTo>
                <a:cubicBezTo>
                  <a:pt x="414" y="1036"/>
                  <a:pt x="412" y="1037"/>
                  <a:pt x="410" y="1038"/>
                </a:cubicBezTo>
                <a:cubicBezTo>
                  <a:pt x="410" y="1038"/>
                  <a:pt x="410" y="1038"/>
                  <a:pt x="410" y="1038"/>
                </a:cubicBezTo>
                <a:cubicBezTo>
                  <a:pt x="408" y="1039"/>
                  <a:pt x="407" y="1041"/>
                  <a:pt x="405" y="1042"/>
                </a:cubicBezTo>
                <a:cubicBezTo>
                  <a:pt x="405" y="1042"/>
                  <a:pt x="405" y="1042"/>
                  <a:pt x="405" y="1042"/>
                </a:cubicBezTo>
                <a:cubicBezTo>
                  <a:pt x="403" y="1043"/>
                  <a:pt x="401" y="1044"/>
                  <a:pt x="400" y="1045"/>
                </a:cubicBezTo>
                <a:cubicBezTo>
                  <a:pt x="400" y="1045"/>
                  <a:pt x="400" y="1045"/>
                  <a:pt x="400" y="1045"/>
                </a:cubicBezTo>
                <a:cubicBezTo>
                  <a:pt x="398" y="1046"/>
                  <a:pt x="396" y="1047"/>
                  <a:pt x="394" y="1048"/>
                </a:cubicBezTo>
                <a:cubicBezTo>
                  <a:pt x="394" y="1048"/>
                  <a:pt x="394" y="1048"/>
                  <a:pt x="394" y="1048"/>
                </a:cubicBezTo>
                <a:cubicBezTo>
                  <a:pt x="393" y="1050"/>
                  <a:pt x="391" y="1051"/>
                  <a:pt x="389" y="1052"/>
                </a:cubicBezTo>
                <a:cubicBezTo>
                  <a:pt x="389" y="1052"/>
                  <a:pt x="389" y="1052"/>
                  <a:pt x="389" y="1052"/>
                </a:cubicBezTo>
                <a:cubicBezTo>
                  <a:pt x="385" y="1054"/>
                  <a:pt x="382" y="1055"/>
                  <a:pt x="378" y="1057"/>
                </a:cubicBezTo>
                <a:cubicBezTo>
                  <a:pt x="378" y="1057"/>
                  <a:pt x="378" y="1057"/>
                  <a:pt x="378" y="1057"/>
                </a:cubicBezTo>
                <a:cubicBezTo>
                  <a:pt x="305" y="1094"/>
                  <a:pt x="216" y="1094"/>
                  <a:pt x="142" y="1053"/>
                </a:cubicBezTo>
                <a:cubicBezTo>
                  <a:pt x="142" y="1053"/>
                  <a:pt x="142" y="1053"/>
                  <a:pt x="142" y="1053"/>
                </a:cubicBezTo>
                <a:cubicBezTo>
                  <a:pt x="136" y="1050"/>
                  <a:pt x="131" y="1046"/>
                  <a:pt x="126" y="1043"/>
                </a:cubicBezTo>
                <a:cubicBezTo>
                  <a:pt x="126" y="1043"/>
                  <a:pt x="126" y="1043"/>
                  <a:pt x="126" y="1043"/>
                </a:cubicBezTo>
                <a:cubicBezTo>
                  <a:pt x="124" y="1042"/>
                  <a:pt x="122" y="1040"/>
                  <a:pt x="120" y="1039"/>
                </a:cubicBezTo>
                <a:cubicBezTo>
                  <a:pt x="120" y="1039"/>
                  <a:pt x="120" y="1039"/>
                  <a:pt x="120" y="1039"/>
                </a:cubicBezTo>
                <a:cubicBezTo>
                  <a:pt x="119" y="1038"/>
                  <a:pt x="117" y="1037"/>
                  <a:pt x="115" y="1035"/>
                </a:cubicBezTo>
                <a:cubicBezTo>
                  <a:pt x="115" y="1035"/>
                  <a:pt x="115" y="1035"/>
                  <a:pt x="115" y="1035"/>
                </a:cubicBezTo>
                <a:cubicBezTo>
                  <a:pt x="112" y="1033"/>
                  <a:pt x="108" y="1030"/>
                  <a:pt x="105" y="1028"/>
                </a:cubicBezTo>
                <a:cubicBezTo>
                  <a:pt x="105" y="1027"/>
                  <a:pt x="105" y="1027"/>
                  <a:pt x="105" y="1027"/>
                </a:cubicBezTo>
                <a:cubicBezTo>
                  <a:pt x="103" y="1026"/>
                  <a:pt x="101" y="1025"/>
                  <a:pt x="100" y="1023"/>
                </a:cubicBezTo>
                <a:cubicBezTo>
                  <a:pt x="100" y="1023"/>
                  <a:pt x="100" y="1023"/>
                  <a:pt x="100" y="1023"/>
                </a:cubicBezTo>
                <a:cubicBezTo>
                  <a:pt x="96" y="1020"/>
                  <a:pt x="93" y="1018"/>
                  <a:pt x="90" y="1014"/>
                </a:cubicBezTo>
                <a:cubicBezTo>
                  <a:pt x="90" y="1014"/>
                  <a:pt x="90" y="1014"/>
                  <a:pt x="90" y="1014"/>
                </a:cubicBezTo>
                <a:cubicBezTo>
                  <a:pt x="88" y="1013"/>
                  <a:pt x="87" y="1011"/>
                  <a:pt x="85" y="1010"/>
                </a:cubicBezTo>
                <a:cubicBezTo>
                  <a:pt x="85" y="1010"/>
                  <a:pt x="85" y="1010"/>
                  <a:pt x="85" y="1010"/>
                </a:cubicBezTo>
                <a:cubicBezTo>
                  <a:pt x="83" y="1008"/>
                  <a:pt x="82" y="1007"/>
                  <a:pt x="80" y="1005"/>
                </a:cubicBezTo>
                <a:cubicBezTo>
                  <a:pt x="80" y="1005"/>
                  <a:pt x="80" y="1005"/>
                  <a:pt x="80" y="1005"/>
                </a:cubicBezTo>
                <a:cubicBezTo>
                  <a:pt x="77" y="1002"/>
                  <a:pt x="74" y="998"/>
                  <a:pt x="71" y="995"/>
                </a:cubicBezTo>
                <a:cubicBezTo>
                  <a:pt x="71" y="995"/>
                  <a:pt x="71" y="995"/>
                  <a:pt x="71" y="995"/>
                </a:cubicBezTo>
                <a:cubicBezTo>
                  <a:pt x="70" y="993"/>
                  <a:pt x="69" y="992"/>
                  <a:pt x="67" y="990"/>
                </a:cubicBezTo>
                <a:cubicBezTo>
                  <a:pt x="67" y="990"/>
                  <a:pt x="67" y="990"/>
                  <a:pt x="67" y="990"/>
                </a:cubicBezTo>
                <a:cubicBezTo>
                  <a:pt x="64" y="987"/>
                  <a:pt x="62" y="983"/>
                  <a:pt x="59" y="980"/>
                </a:cubicBezTo>
                <a:cubicBezTo>
                  <a:pt x="59" y="980"/>
                  <a:pt x="59" y="980"/>
                  <a:pt x="59" y="980"/>
                </a:cubicBezTo>
                <a:cubicBezTo>
                  <a:pt x="58" y="978"/>
                  <a:pt x="57" y="976"/>
                  <a:pt x="55" y="974"/>
                </a:cubicBezTo>
                <a:cubicBezTo>
                  <a:pt x="55" y="974"/>
                  <a:pt x="55" y="974"/>
                  <a:pt x="55" y="974"/>
                </a:cubicBezTo>
                <a:cubicBezTo>
                  <a:pt x="54" y="973"/>
                  <a:pt x="53" y="971"/>
                  <a:pt x="52" y="969"/>
                </a:cubicBezTo>
                <a:cubicBezTo>
                  <a:pt x="52" y="969"/>
                  <a:pt x="52" y="969"/>
                  <a:pt x="52" y="969"/>
                </a:cubicBezTo>
                <a:cubicBezTo>
                  <a:pt x="48" y="964"/>
                  <a:pt x="45" y="958"/>
                  <a:pt x="42" y="953"/>
                </a:cubicBezTo>
                <a:cubicBezTo>
                  <a:pt x="42" y="953"/>
                  <a:pt x="42" y="953"/>
                  <a:pt x="42" y="953"/>
                </a:cubicBezTo>
                <a:cubicBezTo>
                  <a:pt x="1" y="879"/>
                  <a:pt x="0" y="790"/>
                  <a:pt x="37" y="717"/>
                </a:cubicBezTo>
                <a:cubicBezTo>
                  <a:pt x="37" y="717"/>
                  <a:pt x="37" y="717"/>
                  <a:pt x="37" y="717"/>
                </a:cubicBezTo>
                <a:cubicBezTo>
                  <a:pt x="39" y="713"/>
                  <a:pt x="41" y="709"/>
                  <a:pt x="43" y="706"/>
                </a:cubicBezTo>
                <a:cubicBezTo>
                  <a:pt x="43" y="706"/>
                  <a:pt x="43" y="706"/>
                  <a:pt x="43" y="706"/>
                </a:cubicBezTo>
                <a:cubicBezTo>
                  <a:pt x="44" y="704"/>
                  <a:pt x="45" y="702"/>
                  <a:pt x="46" y="700"/>
                </a:cubicBezTo>
                <a:cubicBezTo>
                  <a:pt x="46" y="700"/>
                  <a:pt x="46" y="700"/>
                  <a:pt x="46" y="700"/>
                </a:cubicBezTo>
                <a:cubicBezTo>
                  <a:pt x="47" y="699"/>
                  <a:pt x="48" y="697"/>
                  <a:pt x="50" y="695"/>
                </a:cubicBezTo>
                <a:cubicBezTo>
                  <a:pt x="50" y="695"/>
                  <a:pt x="50" y="695"/>
                  <a:pt x="50" y="695"/>
                </a:cubicBezTo>
                <a:cubicBezTo>
                  <a:pt x="51" y="693"/>
                  <a:pt x="52" y="692"/>
                  <a:pt x="53" y="690"/>
                </a:cubicBezTo>
                <a:cubicBezTo>
                  <a:pt x="53" y="690"/>
                  <a:pt x="53" y="690"/>
                  <a:pt x="53" y="690"/>
                </a:cubicBezTo>
                <a:cubicBezTo>
                  <a:pt x="54" y="688"/>
                  <a:pt x="55" y="686"/>
                  <a:pt x="56" y="685"/>
                </a:cubicBezTo>
                <a:cubicBezTo>
                  <a:pt x="56" y="685"/>
                  <a:pt x="56" y="685"/>
                  <a:pt x="56" y="685"/>
                </a:cubicBezTo>
                <a:cubicBezTo>
                  <a:pt x="58" y="683"/>
                  <a:pt x="59" y="681"/>
                  <a:pt x="60" y="680"/>
                </a:cubicBezTo>
                <a:cubicBezTo>
                  <a:pt x="60" y="680"/>
                  <a:pt x="60" y="680"/>
                  <a:pt x="60" y="680"/>
                </a:cubicBezTo>
                <a:cubicBezTo>
                  <a:pt x="61" y="678"/>
                  <a:pt x="63" y="676"/>
                  <a:pt x="64" y="675"/>
                </a:cubicBezTo>
                <a:cubicBezTo>
                  <a:pt x="64" y="675"/>
                  <a:pt x="64" y="675"/>
                  <a:pt x="64" y="675"/>
                </a:cubicBezTo>
                <a:cubicBezTo>
                  <a:pt x="65" y="673"/>
                  <a:pt x="67" y="671"/>
                  <a:pt x="68" y="670"/>
                </a:cubicBezTo>
                <a:cubicBezTo>
                  <a:pt x="68" y="670"/>
                  <a:pt x="68" y="670"/>
                  <a:pt x="68" y="670"/>
                </a:cubicBezTo>
                <a:cubicBezTo>
                  <a:pt x="69" y="668"/>
                  <a:pt x="71" y="666"/>
                  <a:pt x="72" y="665"/>
                </a:cubicBezTo>
                <a:cubicBezTo>
                  <a:pt x="72" y="665"/>
                  <a:pt x="72" y="665"/>
                  <a:pt x="72" y="665"/>
                </a:cubicBezTo>
                <a:cubicBezTo>
                  <a:pt x="73" y="663"/>
                  <a:pt x="75" y="662"/>
                  <a:pt x="76" y="660"/>
                </a:cubicBezTo>
                <a:cubicBezTo>
                  <a:pt x="76" y="660"/>
                  <a:pt x="76" y="660"/>
                  <a:pt x="76" y="660"/>
                </a:cubicBezTo>
                <a:cubicBezTo>
                  <a:pt x="78" y="658"/>
                  <a:pt x="79" y="657"/>
                  <a:pt x="80" y="655"/>
                </a:cubicBezTo>
                <a:cubicBezTo>
                  <a:pt x="80" y="655"/>
                  <a:pt x="80" y="655"/>
                  <a:pt x="80" y="655"/>
                </a:cubicBezTo>
                <a:cubicBezTo>
                  <a:pt x="82" y="654"/>
                  <a:pt x="83" y="652"/>
                  <a:pt x="85" y="651"/>
                </a:cubicBezTo>
                <a:cubicBezTo>
                  <a:pt x="85" y="651"/>
                  <a:pt x="85" y="651"/>
                  <a:pt x="85" y="651"/>
                </a:cubicBezTo>
                <a:cubicBezTo>
                  <a:pt x="85" y="651"/>
                  <a:pt x="85" y="651"/>
                  <a:pt x="85" y="651"/>
                </a:cubicBezTo>
                <a:cubicBezTo>
                  <a:pt x="87" y="649"/>
                  <a:pt x="89" y="647"/>
                  <a:pt x="91" y="645"/>
                </a:cubicBezTo>
                <a:cubicBezTo>
                  <a:pt x="91" y="644"/>
                  <a:pt x="92" y="644"/>
                  <a:pt x="92" y="643"/>
                </a:cubicBezTo>
                <a:cubicBezTo>
                  <a:pt x="94" y="642"/>
                  <a:pt x="95" y="641"/>
                  <a:pt x="96" y="640"/>
                </a:cubicBezTo>
                <a:cubicBezTo>
                  <a:pt x="163" y="580"/>
                  <a:pt x="236" y="577"/>
                  <a:pt x="315" y="547"/>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46" name="Oval 19">
            <a:extLst>
              <a:ext uri="{FF2B5EF4-FFF2-40B4-BE49-F238E27FC236}">
                <a16:creationId xmlns:a16="http://schemas.microsoft.com/office/drawing/2014/main" id="{6A019743-7346-794B-B552-4FFD7FDE5AF6}"/>
              </a:ext>
            </a:extLst>
          </p:cNvPr>
          <p:cNvSpPr>
            <a:spLocks noChangeArrowheads="1"/>
          </p:cNvSpPr>
          <p:nvPr/>
        </p:nvSpPr>
        <p:spPr bwMode="auto">
          <a:xfrm>
            <a:off x="6405837" y="5104274"/>
            <a:ext cx="759792" cy="759742"/>
          </a:xfrm>
          <a:prstGeom prst="ellipse">
            <a:avLst/>
          </a:pr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47" name="Freeform 20">
            <a:extLst>
              <a:ext uri="{FF2B5EF4-FFF2-40B4-BE49-F238E27FC236}">
                <a16:creationId xmlns:a16="http://schemas.microsoft.com/office/drawing/2014/main" id="{8C324A3C-F987-3342-BF99-439999EC4116}"/>
              </a:ext>
            </a:extLst>
          </p:cNvPr>
          <p:cNvSpPr>
            <a:spLocks/>
          </p:cNvSpPr>
          <p:nvPr/>
        </p:nvSpPr>
        <p:spPr bwMode="auto">
          <a:xfrm>
            <a:off x="7349161" y="4091943"/>
            <a:ext cx="834784" cy="832756"/>
          </a:xfrm>
          <a:custGeom>
            <a:avLst/>
            <a:gdLst>
              <a:gd name="T0" fmla="*/ 397 w 483"/>
              <a:gd name="T1" fmla="*/ 86 h 483"/>
              <a:gd name="T2" fmla="*/ 86 w 483"/>
              <a:gd name="T3" fmla="*/ 86 h 483"/>
              <a:gd name="T4" fmla="*/ 86 w 483"/>
              <a:gd name="T5" fmla="*/ 397 h 483"/>
              <a:gd name="T6" fmla="*/ 397 w 483"/>
              <a:gd name="T7" fmla="*/ 397 h 483"/>
              <a:gd name="T8" fmla="*/ 397 w 483"/>
              <a:gd name="T9" fmla="*/ 86 h 483"/>
            </a:gdLst>
            <a:ahLst/>
            <a:cxnLst>
              <a:cxn ang="0">
                <a:pos x="T0" y="T1"/>
              </a:cxn>
              <a:cxn ang="0">
                <a:pos x="T2" y="T3"/>
              </a:cxn>
              <a:cxn ang="0">
                <a:pos x="T4" y="T5"/>
              </a:cxn>
              <a:cxn ang="0">
                <a:pos x="T6" y="T7"/>
              </a:cxn>
              <a:cxn ang="0">
                <a:pos x="T8" y="T9"/>
              </a:cxn>
            </a:cxnLst>
            <a:rect l="0" t="0" r="r" b="b"/>
            <a:pathLst>
              <a:path w="483" h="483">
                <a:moveTo>
                  <a:pt x="397" y="86"/>
                </a:moveTo>
                <a:cubicBezTo>
                  <a:pt x="311" y="0"/>
                  <a:pt x="172" y="0"/>
                  <a:pt x="86" y="86"/>
                </a:cubicBezTo>
                <a:cubicBezTo>
                  <a:pt x="0" y="172"/>
                  <a:pt x="0" y="311"/>
                  <a:pt x="86" y="397"/>
                </a:cubicBezTo>
                <a:cubicBezTo>
                  <a:pt x="172" y="483"/>
                  <a:pt x="311" y="483"/>
                  <a:pt x="397" y="397"/>
                </a:cubicBezTo>
                <a:cubicBezTo>
                  <a:pt x="483" y="311"/>
                  <a:pt x="483" y="172"/>
                  <a:pt x="397" y="86"/>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en-US" sz="900">
              <a:latin typeface="Century Gothic" panose="020B0502020202020204" pitchFamily="34" charset="0"/>
            </a:endParaRPr>
          </a:p>
        </p:txBody>
      </p:sp>
      <p:sp>
        <p:nvSpPr>
          <p:cNvPr id="54" name="Oval 16">
            <a:extLst>
              <a:ext uri="{FF2B5EF4-FFF2-40B4-BE49-F238E27FC236}">
                <a16:creationId xmlns:a16="http://schemas.microsoft.com/office/drawing/2014/main" id="{BAA00F7B-5B1C-AD41-8DC9-CEAA236A75D6}"/>
              </a:ext>
            </a:extLst>
          </p:cNvPr>
          <p:cNvSpPr>
            <a:spLocks noChangeArrowheads="1"/>
          </p:cNvSpPr>
          <p:nvPr userDrawn="1"/>
        </p:nvSpPr>
        <p:spPr bwMode="auto">
          <a:xfrm>
            <a:off x="2373960" y="1936988"/>
            <a:ext cx="761765" cy="759743"/>
          </a:xfrm>
          <a:prstGeom prst="ellipse">
            <a:avLst/>
          </a:prstGeom>
          <a:solidFill>
            <a:schemeClr val="accent1"/>
          </a:solidFill>
          <a:ln>
            <a:noFill/>
          </a:ln>
        </p:spPr>
        <p:txBody>
          <a:bodyPr vert="horz" wrap="square" lIns="45720" tIns="22860" rIns="45720" bIns="22860" numCol="1" anchor="t" anchorCtr="0" compatLnSpc="1">
            <a:prstTxWarp prst="textNoShape">
              <a:avLst/>
            </a:prstTxWarp>
          </a:bodyPr>
          <a:lstStyle/>
          <a:p>
            <a:pPr lvl="0"/>
            <a:endParaRPr lang="en-US" sz="900">
              <a:latin typeface="Century Gothic" panose="020B0502020202020204" pitchFamily="34" charset="0"/>
            </a:endParaRPr>
          </a:p>
        </p:txBody>
      </p:sp>
      <p:sp>
        <p:nvSpPr>
          <p:cNvPr id="57" name="Marcador de texto 45">
            <a:extLst>
              <a:ext uri="{FF2B5EF4-FFF2-40B4-BE49-F238E27FC236}">
                <a16:creationId xmlns:a16="http://schemas.microsoft.com/office/drawing/2014/main" id="{74F71075-B1DB-F742-B632-BF1447E782FD}"/>
              </a:ext>
            </a:extLst>
          </p:cNvPr>
          <p:cNvSpPr>
            <a:spLocks noGrp="1"/>
          </p:cNvSpPr>
          <p:nvPr>
            <p:ph type="body" sz="quarter" idx="35" hasCustomPrompt="1"/>
          </p:nvPr>
        </p:nvSpPr>
        <p:spPr>
          <a:xfrm>
            <a:off x="385916" y="2992064"/>
            <a:ext cx="1795045"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8" name="Marcador de texto 45">
            <a:extLst>
              <a:ext uri="{FF2B5EF4-FFF2-40B4-BE49-F238E27FC236}">
                <a16:creationId xmlns:a16="http://schemas.microsoft.com/office/drawing/2014/main" id="{4F86E2C9-ACCE-A546-8BB7-6EEE434156FF}"/>
              </a:ext>
            </a:extLst>
          </p:cNvPr>
          <p:cNvSpPr>
            <a:spLocks noGrp="1"/>
          </p:cNvSpPr>
          <p:nvPr>
            <p:ph type="body" sz="quarter" idx="36" hasCustomPrompt="1"/>
          </p:nvPr>
        </p:nvSpPr>
        <p:spPr>
          <a:xfrm>
            <a:off x="385916" y="3261464"/>
            <a:ext cx="1795045" cy="461665"/>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59" name="Oval 16">
            <a:extLst>
              <a:ext uri="{FF2B5EF4-FFF2-40B4-BE49-F238E27FC236}">
                <a16:creationId xmlns:a16="http://schemas.microsoft.com/office/drawing/2014/main" id="{7D36F7EB-3F3B-5048-A93B-880E7D35DA4D}"/>
              </a:ext>
            </a:extLst>
          </p:cNvPr>
          <p:cNvSpPr>
            <a:spLocks noChangeArrowheads="1"/>
          </p:cNvSpPr>
          <p:nvPr userDrawn="1"/>
        </p:nvSpPr>
        <p:spPr bwMode="auto">
          <a:xfrm>
            <a:off x="2373960" y="2992064"/>
            <a:ext cx="761765" cy="759743"/>
          </a:xfrm>
          <a:prstGeom prst="ellipse">
            <a:avLst/>
          </a:prstGeom>
          <a:solidFill>
            <a:schemeClr val="accent2"/>
          </a:solidFill>
          <a:ln>
            <a:noFill/>
          </a:ln>
        </p:spPr>
        <p:txBody>
          <a:bodyPr vert="horz" wrap="square" lIns="45720" tIns="22860" rIns="45720" bIns="22860" numCol="1" anchor="t" anchorCtr="0" compatLnSpc="1">
            <a:prstTxWarp prst="textNoShape">
              <a:avLst/>
            </a:prstTxWarp>
          </a:bodyPr>
          <a:lstStyle/>
          <a:p>
            <a:pPr lvl="0"/>
            <a:endParaRPr lang="en-US" sz="900">
              <a:latin typeface="Century Gothic" panose="020B0502020202020204" pitchFamily="34" charset="0"/>
            </a:endParaRPr>
          </a:p>
        </p:txBody>
      </p:sp>
      <p:sp>
        <p:nvSpPr>
          <p:cNvPr id="60" name="Marcador de texto 45">
            <a:extLst>
              <a:ext uri="{FF2B5EF4-FFF2-40B4-BE49-F238E27FC236}">
                <a16:creationId xmlns:a16="http://schemas.microsoft.com/office/drawing/2014/main" id="{72F3E6B9-34F1-9440-8399-793B6720A061}"/>
              </a:ext>
            </a:extLst>
          </p:cNvPr>
          <p:cNvSpPr>
            <a:spLocks noGrp="1"/>
          </p:cNvSpPr>
          <p:nvPr>
            <p:ph type="body" sz="quarter" idx="37" hasCustomPrompt="1"/>
          </p:nvPr>
        </p:nvSpPr>
        <p:spPr>
          <a:xfrm>
            <a:off x="385916" y="4044531"/>
            <a:ext cx="1795045"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1" name="Marcador de texto 45">
            <a:extLst>
              <a:ext uri="{FF2B5EF4-FFF2-40B4-BE49-F238E27FC236}">
                <a16:creationId xmlns:a16="http://schemas.microsoft.com/office/drawing/2014/main" id="{4867F806-645C-9146-BB9C-D090FBBEBC6D}"/>
              </a:ext>
            </a:extLst>
          </p:cNvPr>
          <p:cNvSpPr>
            <a:spLocks noGrp="1"/>
          </p:cNvSpPr>
          <p:nvPr>
            <p:ph type="body" sz="quarter" idx="38" hasCustomPrompt="1"/>
          </p:nvPr>
        </p:nvSpPr>
        <p:spPr>
          <a:xfrm>
            <a:off x="385916" y="4313931"/>
            <a:ext cx="1795045" cy="461665"/>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62" name="Oval 16">
            <a:extLst>
              <a:ext uri="{FF2B5EF4-FFF2-40B4-BE49-F238E27FC236}">
                <a16:creationId xmlns:a16="http://schemas.microsoft.com/office/drawing/2014/main" id="{C91B59A2-1A93-2849-A521-B6B730F0D4CD}"/>
              </a:ext>
            </a:extLst>
          </p:cNvPr>
          <p:cNvSpPr>
            <a:spLocks noChangeArrowheads="1"/>
          </p:cNvSpPr>
          <p:nvPr userDrawn="1"/>
        </p:nvSpPr>
        <p:spPr bwMode="auto">
          <a:xfrm>
            <a:off x="2373960" y="4044531"/>
            <a:ext cx="761765" cy="759743"/>
          </a:xfrm>
          <a:prstGeom prst="ellipse">
            <a:avLst/>
          </a:prstGeom>
          <a:solidFill>
            <a:schemeClr val="accent1"/>
          </a:solidFill>
          <a:ln>
            <a:noFill/>
          </a:ln>
        </p:spPr>
        <p:txBody>
          <a:bodyPr vert="horz" wrap="square" lIns="45720" tIns="22860" rIns="45720" bIns="22860" numCol="1" anchor="t" anchorCtr="0" compatLnSpc="1">
            <a:prstTxWarp prst="textNoShape">
              <a:avLst/>
            </a:prstTxWarp>
          </a:bodyPr>
          <a:lstStyle/>
          <a:p>
            <a:pPr lvl="0"/>
            <a:endParaRPr lang="en-US" sz="900">
              <a:latin typeface="Century Gothic" panose="020B0502020202020204" pitchFamily="34" charset="0"/>
            </a:endParaRPr>
          </a:p>
        </p:txBody>
      </p:sp>
      <p:sp>
        <p:nvSpPr>
          <p:cNvPr id="63" name="Marcador de texto 45">
            <a:extLst>
              <a:ext uri="{FF2B5EF4-FFF2-40B4-BE49-F238E27FC236}">
                <a16:creationId xmlns:a16="http://schemas.microsoft.com/office/drawing/2014/main" id="{FC099814-E4E4-6C4E-8707-806D47A7DCEF}"/>
              </a:ext>
            </a:extLst>
          </p:cNvPr>
          <p:cNvSpPr>
            <a:spLocks noGrp="1"/>
          </p:cNvSpPr>
          <p:nvPr>
            <p:ph type="body" sz="quarter" idx="39" hasCustomPrompt="1"/>
          </p:nvPr>
        </p:nvSpPr>
        <p:spPr>
          <a:xfrm>
            <a:off x="385916" y="5099608"/>
            <a:ext cx="1795045"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4" name="Marcador de texto 45">
            <a:extLst>
              <a:ext uri="{FF2B5EF4-FFF2-40B4-BE49-F238E27FC236}">
                <a16:creationId xmlns:a16="http://schemas.microsoft.com/office/drawing/2014/main" id="{506C0A2C-2C33-4841-A13C-903EBA3A6E29}"/>
              </a:ext>
            </a:extLst>
          </p:cNvPr>
          <p:cNvSpPr>
            <a:spLocks noGrp="1"/>
          </p:cNvSpPr>
          <p:nvPr>
            <p:ph type="body" sz="quarter" idx="40" hasCustomPrompt="1"/>
          </p:nvPr>
        </p:nvSpPr>
        <p:spPr>
          <a:xfrm>
            <a:off x="385916" y="5369007"/>
            <a:ext cx="1795045" cy="461665"/>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65" name="Oval 16">
            <a:extLst>
              <a:ext uri="{FF2B5EF4-FFF2-40B4-BE49-F238E27FC236}">
                <a16:creationId xmlns:a16="http://schemas.microsoft.com/office/drawing/2014/main" id="{158D5EDB-C3E5-F44A-B580-90DCBC431475}"/>
              </a:ext>
            </a:extLst>
          </p:cNvPr>
          <p:cNvSpPr>
            <a:spLocks noChangeArrowheads="1"/>
          </p:cNvSpPr>
          <p:nvPr userDrawn="1"/>
        </p:nvSpPr>
        <p:spPr bwMode="auto">
          <a:xfrm>
            <a:off x="2373960" y="5099608"/>
            <a:ext cx="761765" cy="759743"/>
          </a:xfrm>
          <a:prstGeom prst="ellipse">
            <a:avLst/>
          </a:prstGeom>
          <a:solidFill>
            <a:schemeClr val="accent2"/>
          </a:solidFill>
          <a:ln>
            <a:noFill/>
          </a:ln>
        </p:spPr>
        <p:txBody>
          <a:bodyPr vert="horz" wrap="square" lIns="45720" tIns="22860" rIns="45720" bIns="22860" numCol="1" anchor="t" anchorCtr="0" compatLnSpc="1">
            <a:prstTxWarp prst="textNoShape">
              <a:avLst/>
            </a:prstTxWarp>
          </a:bodyPr>
          <a:lstStyle/>
          <a:p>
            <a:pPr lvl="0"/>
            <a:endParaRPr lang="en-US" sz="900">
              <a:latin typeface="Century Gothic" panose="020B0502020202020204" pitchFamily="34" charset="0"/>
            </a:endParaRPr>
          </a:p>
        </p:txBody>
      </p:sp>
      <p:sp>
        <p:nvSpPr>
          <p:cNvPr id="66" name="Marcador de texto 45">
            <a:extLst>
              <a:ext uri="{FF2B5EF4-FFF2-40B4-BE49-F238E27FC236}">
                <a16:creationId xmlns:a16="http://schemas.microsoft.com/office/drawing/2014/main" id="{752CE74B-AA01-594F-8030-20FAAE18A681}"/>
              </a:ext>
            </a:extLst>
          </p:cNvPr>
          <p:cNvSpPr>
            <a:spLocks noGrp="1"/>
          </p:cNvSpPr>
          <p:nvPr>
            <p:ph type="body" sz="quarter" idx="41" hasCustomPrompt="1"/>
          </p:nvPr>
        </p:nvSpPr>
        <p:spPr>
          <a:xfrm>
            <a:off x="10018214" y="1936987"/>
            <a:ext cx="1795045"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67" name="Marcador de texto 45">
            <a:extLst>
              <a:ext uri="{FF2B5EF4-FFF2-40B4-BE49-F238E27FC236}">
                <a16:creationId xmlns:a16="http://schemas.microsoft.com/office/drawing/2014/main" id="{F4984DD0-88A0-F84A-893F-E775EDABC4DA}"/>
              </a:ext>
            </a:extLst>
          </p:cNvPr>
          <p:cNvSpPr>
            <a:spLocks noGrp="1"/>
          </p:cNvSpPr>
          <p:nvPr>
            <p:ph type="body" sz="quarter" idx="42" hasCustomPrompt="1"/>
          </p:nvPr>
        </p:nvSpPr>
        <p:spPr>
          <a:xfrm>
            <a:off x="10018214" y="2206387"/>
            <a:ext cx="1795045" cy="461665"/>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68" name="Oval 16">
            <a:extLst>
              <a:ext uri="{FF2B5EF4-FFF2-40B4-BE49-F238E27FC236}">
                <a16:creationId xmlns:a16="http://schemas.microsoft.com/office/drawing/2014/main" id="{F2BA28A2-FC9E-F340-9783-67A7B6B157F7}"/>
              </a:ext>
            </a:extLst>
          </p:cNvPr>
          <p:cNvSpPr>
            <a:spLocks noChangeArrowheads="1"/>
          </p:cNvSpPr>
          <p:nvPr userDrawn="1"/>
        </p:nvSpPr>
        <p:spPr bwMode="auto">
          <a:xfrm>
            <a:off x="9056274" y="1936988"/>
            <a:ext cx="761765" cy="759743"/>
          </a:xfrm>
          <a:prstGeom prst="ellipse">
            <a:avLst/>
          </a:prstGeom>
          <a:solidFill>
            <a:schemeClr val="accent2"/>
          </a:solidFill>
          <a:ln>
            <a:noFill/>
          </a:ln>
        </p:spPr>
        <p:txBody>
          <a:bodyPr vert="horz" wrap="square" lIns="45720" tIns="22860" rIns="45720" bIns="22860" numCol="1" anchor="t" anchorCtr="0" compatLnSpc="1">
            <a:prstTxWarp prst="textNoShape">
              <a:avLst/>
            </a:prstTxWarp>
          </a:bodyPr>
          <a:lstStyle/>
          <a:p>
            <a:pPr lvl="0"/>
            <a:endParaRPr lang="en-US" sz="900">
              <a:latin typeface="Century Gothic" panose="020B0502020202020204" pitchFamily="34" charset="0"/>
            </a:endParaRPr>
          </a:p>
        </p:txBody>
      </p:sp>
      <p:sp>
        <p:nvSpPr>
          <p:cNvPr id="69" name="Marcador de texto 45">
            <a:extLst>
              <a:ext uri="{FF2B5EF4-FFF2-40B4-BE49-F238E27FC236}">
                <a16:creationId xmlns:a16="http://schemas.microsoft.com/office/drawing/2014/main" id="{6607047C-4FB9-D24A-9A02-52411117CE19}"/>
              </a:ext>
            </a:extLst>
          </p:cNvPr>
          <p:cNvSpPr>
            <a:spLocks noGrp="1"/>
          </p:cNvSpPr>
          <p:nvPr>
            <p:ph type="body" sz="quarter" idx="43" hasCustomPrompt="1"/>
          </p:nvPr>
        </p:nvSpPr>
        <p:spPr>
          <a:xfrm>
            <a:off x="10018214" y="2992064"/>
            <a:ext cx="1795045"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70" name="Marcador de texto 45">
            <a:extLst>
              <a:ext uri="{FF2B5EF4-FFF2-40B4-BE49-F238E27FC236}">
                <a16:creationId xmlns:a16="http://schemas.microsoft.com/office/drawing/2014/main" id="{5BDE384C-080E-9A40-910B-082811949685}"/>
              </a:ext>
            </a:extLst>
          </p:cNvPr>
          <p:cNvSpPr>
            <a:spLocks noGrp="1"/>
          </p:cNvSpPr>
          <p:nvPr>
            <p:ph type="body" sz="quarter" idx="44" hasCustomPrompt="1"/>
          </p:nvPr>
        </p:nvSpPr>
        <p:spPr>
          <a:xfrm>
            <a:off x="10018214" y="3261464"/>
            <a:ext cx="1795045" cy="461665"/>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71" name="Oval 16">
            <a:extLst>
              <a:ext uri="{FF2B5EF4-FFF2-40B4-BE49-F238E27FC236}">
                <a16:creationId xmlns:a16="http://schemas.microsoft.com/office/drawing/2014/main" id="{C38959F3-55F3-4244-BB34-E9495261D669}"/>
              </a:ext>
            </a:extLst>
          </p:cNvPr>
          <p:cNvSpPr>
            <a:spLocks noChangeArrowheads="1"/>
          </p:cNvSpPr>
          <p:nvPr userDrawn="1"/>
        </p:nvSpPr>
        <p:spPr bwMode="auto">
          <a:xfrm>
            <a:off x="9056274" y="2992064"/>
            <a:ext cx="761765" cy="759743"/>
          </a:xfrm>
          <a:prstGeom prst="ellipse">
            <a:avLst/>
          </a:prstGeom>
          <a:solidFill>
            <a:schemeClr val="accent1"/>
          </a:solidFill>
          <a:ln>
            <a:noFill/>
          </a:ln>
        </p:spPr>
        <p:txBody>
          <a:bodyPr vert="horz" wrap="square" lIns="45720" tIns="22860" rIns="45720" bIns="22860" numCol="1" anchor="t" anchorCtr="0" compatLnSpc="1">
            <a:prstTxWarp prst="textNoShape">
              <a:avLst/>
            </a:prstTxWarp>
          </a:bodyPr>
          <a:lstStyle/>
          <a:p>
            <a:pPr lvl="0"/>
            <a:endParaRPr lang="en-US" sz="900">
              <a:latin typeface="Century Gothic" panose="020B0502020202020204" pitchFamily="34" charset="0"/>
            </a:endParaRPr>
          </a:p>
        </p:txBody>
      </p:sp>
      <p:sp>
        <p:nvSpPr>
          <p:cNvPr id="72" name="Marcador de texto 45">
            <a:extLst>
              <a:ext uri="{FF2B5EF4-FFF2-40B4-BE49-F238E27FC236}">
                <a16:creationId xmlns:a16="http://schemas.microsoft.com/office/drawing/2014/main" id="{A623F472-83CE-FD4E-91FF-FDA35454642C}"/>
              </a:ext>
            </a:extLst>
          </p:cNvPr>
          <p:cNvSpPr>
            <a:spLocks noGrp="1"/>
          </p:cNvSpPr>
          <p:nvPr>
            <p:ph type="body" sz="quarter" idx="45" hasCustomPrompt="1"/>
          </p:nvPr>
        </p:nvSpPr>
        <p:spPr>
          <a:xfrm>
            <a:off x="10018214" y="4044531"/>
            <a:ext cx="1795045"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73" name="Marcador de texto 45">
            <a:extLst>
              <a:ext uri="{FF2B5EF4-FFF2-40B4-BE49-F238E27FC236}">
                <a16:creationId xmlns:a16="http://schemas.microsoft.com/office/drawing/2014/main" id="{7324165A-2581-A744-A6ED-B2375BF5DD1E}"/>
              </a:ext>
            </a:extLst>
          </p:cNvPr>
          <p:cNvSpPr>
            <a:spLocks noGrp="1"/>
          </p:cNvSpPr>
          <p:nvPr>
            <p:ph type="body" sz="quarter" idx="46" hasCustomPrompt="1"/>
          </p:nvPr>
        </p:nvSpPr>
        <p:spPr>
          <a:xfrm>
            <a:off x="10018214" y="4313931"/>
            <a:ext cx="1795045" cy="461665"/>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74" name="Oval 16">
            <a:extLst>
              <a:ext uri="{FF2B5EF4-FFF2-40B4-BE49-F238E27FC236}">
                <a16:creationId xmlns:a16="http://schemas.microsoft.com/office/drawing/2014/main" id="{5701FACD-3D1D-A349-93E4-69D9CA1D0979}"/>
              </a:ext>
            </a:extLst>
          </p:cNvPr>
          <p:cNvSpPr>
            <a:spLocks noChangeArrowheads="1"/>
          </p:cNvSpPr>
          <p:nvPr userDrawn="1"/>
        </p:nvSpPr>
        <p:spPr bwMode="auto">
          <a:xfrm>
            <a:off x="9056274" y="4044531"/>
            <a:ext cx="761765" cy="759743"/>
          </a:xfrm>
          <a:prstGeom prst="ellipse">
            <a:avLst/>
          </a:prstGeom>
          <a:solidFill>
            <a:schemeClr val="accent2"/>
          </a:solidFill>
          <a:ln>
            <a:noFill/>
          </a:ln>
        </p:spPr>
        <p:txBody>
          <a:bodyPr vert="horz" wrap="square" lIns="45720" tIns="22860" rIns="45720" bIns="22860" numCol="1" anchor="t" anchorCtr="0" compatLnSpc="1">
            <a:prstTxWarp prst="textNoShape">
              <a:avLst/>
            </a:prstTxWarp>
          </a:bodyPr>
          <a:lstStyle/>
          <a:p>
            <a:pPr lvl="0"/>
            <a:endParaRPr lang="en-US" sz="900">
              <a:latin typeface="Century Gothic" panose="020B0502020202020204" pitchFamily="34" charset="0"/>
            </a:endParaRPr>
          </a:p>
        </p:txBody>
      </p:sp>
      <p:sp>
        <p:nvSpPr>
          <p:cNvPr id="75" name="Marcador de texto 45">
            <a:extLst>
              <a:ext uri="{FF2B5EF4-FFF2-40B4-BE49-F238E27FC236}">
                <a16:creationId xmlns:a16="http://schemas.microsoft.com/office/drawing/2014/main" id="{CC1E3674-B824-D242-A847-33F3EBAA0160}"/>
              </a:ext>
            </a:extLst>
          </p:cNvPr>
          <p:cNvSpPr>
            <a:spLocks noGrp="1"/>
          </p:cNvSpPr>
          <p:nvPr>
            <p:ph type="body" sz="quarter" idx="47" hasCustomPrompt="1"/>
          </p:nvPr>
        </p:nvSpPr>
        <p:spPr>
          <a:xfrm>
            <a:off x="10018214" y="5099608"/>
            <a:ext cx="1795045"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76" name="Marcador de texto 45">
            <a:extLst>
              <a:ext uri="{FF2B5EF4-FFF2-40B4-BE49-F238E27FC236}">
                <a16:creationId xmlns:a16="http://schemas.microsoft.com/office/drawing/2014/main" id="{E32C32FD-C2B4-154F-9C83-B813CCD49E85}"/>
              </a:ext>
            </a:extLst>
          </p:cNvPr>
          <p:cNvSpPr>
            <a:spLocks noGrp="1"/>
          </p:cNvSpPr>
          <p:nvPr>
            <p:ph type="body" sz="quarter" idx="48" hasCustomPrompt="1"/>
          </p:nvPr>
        </p:nvSpPr>
        <p:spPr>
          <a:xfrm>
            <a:off x="10018214" y="5369007"/>
            <a:ext cx="1795045" cy="461665"/>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77" name="Oval 16">
            <a:extLst>
              <a:ext uri="{FF2B5EF4-FFF2-40B4-BE49-F238E27FC236}">
                <a16:creationId xmlns:a16="http://schemas.microsoft.com/office/drawing/2014/main" id="{560144CF-B1ED-9A4B-9435-60F9EB29F24E}"/>
              </a:ext>
            </a:extLst>
          </p:cNvPr>
          <p:cNvSpPr>
            <a:spLocks noChangeArrowheads="1"/>
          </p:cNvSpPr>
          <p:nvPr userDrawn="1"/>
        </p:nvSpPr>
        <p:spPr bwMode="auto">
          <a:xfrm>
            <a:off x="9056274" y="5099608"/>
            <a:ext cx="761765" cy="759743"/>
          </a:xfrm>
          <a:prstGeom prst="ellipse">
            <a:avLst/>
          </a:prstGeom>
          <a:solidFill>
            <a:schemeClr val="accent1"/>
          </a:solidFill>
          <a:ln>
            <a:noFill/>
          </a:ln>
        </p:spPr>
        <p:txBody>
          <a:bodyPr vert="horz" wrap="square" lIns="45720" tIns="22860" rIns="45720" bIns="22860" numCol="1" anchor="t" anchorCtr="0" compatLnSpc="1">
            <a:prstTxWarp prst="textNoShape">
              <a:avLst/>
            </a:prstTxWarp>
          </a:bodyPr>
          <a:lstStyle/>
          <a:p>
            <a:pPr lvl="0"/>
            <a:endParaRPr lang="en-US" sz="900">
              <a:latin typeface="Century Gothic" panose="020B0502020202020204" pitchFamily="34" charset="0"/>
            </a:endParaRPr>
          </a:p>
        </p:txBody>
      </p:sp>
      <p:sp>
        <p:nvSpPr>
          <p:cNvPr id="78" name="Line">
            <a:extLst>
              <a:ext uri="{FF2B5EF4-FFF2-40B4-BE49-F238E27FC236}">
                <a16:creationId xmlns:a16="http://schemas.microsoft.com/office/drawing/2014/main" id="{BF8B00D2-84FF-2045-A3E2-DBB27F3B4ADE}"/>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49" name="Marcador de texto 15">
            <a:extLst>
              <a:ext uri="{FF2B5EF4-FFF2-40B4-BE49-F238E27FC236}">
                <a16:creationId xmlns:a16="http://schemas.microsoft.com/office/drawing/2014/main" id="{AA9FDA13-EA61-774E-A6C2-D0CEEE3143AB}"/>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50" name="Slide Number Placeholder 5">
            <a:extLst>
              <a:ext uri="{FF2B5EF4-FFF2-40B4-BE49-F238E27FC236}">
                <a16:creationId xmlns:a16="http://schemas.microsoft.com/office/drawing/2014/main" id="{5ECB5A40-5C7C-4846-BC00-E240813074E5}"/>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52559420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Grafico No. 14">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13" name="Shape 2362">
            <a:extLst>
              <a:ext uri="{FF2B5EF4-FFF2-40B4-BE49-F238E27FC236}">
                <a16:creationId xmlns:a16="http://schemas.microsoft.com/office/drawing/2014/main" id="{8010306E-936C-D54C-A452-700F4F652902}"/>
              </a:ext>
            </a:extLst>
          </p:cNvPr>
          <p:cNvSpPr/>
          <p:nvPr/>
        </p:nvSpPr>
        <p:spPr>
          <a:xfrm>
            <a:off x="1634280" y="4122248"/>
            <a:ext cx="2209285" cy="1971048"/>
          </a:xfrm>
          <a:custGeom>
            <a:avLst/>
            <a:gdLst/>
            <a:ahLst/>
            <a:cxnLst>
              <a:cxn ang="0">
                <a:pos x="wd2" y="hd2"/>
              </a:cxn>
              <a:cxn ang="5400000">
                <a:pos x="wd2" y="hd2"/>
              </a:cxn>
              <a:cxn ang="10800000">
                <a:pos x="wd2" y="hd2"/>
              </a:cxn>
              <a:cxn ang="16200000">
                <a:pos x="wd2" y="hd2"/>
              </a:cxn>
            </a:cxnLst>
            <a:rect l="0" t="0" r="r" b="b"/>
            <a:pathLst>
              <a:path w="21469" h="21466" extrusionOk="0">
                <a:moveTo>
                  <a:pt x="9685" y="2749"/>
                </a:moveTo>
                <a:cubicBezTo>
                  <a:pt x="10641" y="3320"/>
                  <a:pt x="11182" y="2928"/>
                  <a:pt x="13126" y="1821"/>
                </a:cubicBezTo>
                <a:cubicBezTo>
                  <a:pt x="15037" y="678"/>
                  <a:pt x="15865" y="2285"/>
                  <a:pt x="15865" y="2285"/>
                </a:cubicBezTo>
                <a:cubicBezTo>
                  <a:pt x="14336" y="5462"/>
                  <a:pt x="14336" y="5462"/>
                  <a:pt x="14336" y="5462"/>
                </a:cubicBezTo>
                <a:cubicBezTo>
                  <a:pt x="21122" y="12996"/>
                  <a:pt x="21122" y="12996"/>
                  <a:pt x="21122" y="12996"/>
                </a:cubicBezTo>
                <a:cubicBezTo>
                  <a:pt x="21568" y="13531"/>
                  <a:pt x="21600" y="14388"/>
                  <a:pt x="21122" y="14924"/>
                </a:cubicBezTo>
                <a:cubicBezTo>
                  <a:pt x="20644" y="15459"/>
                  <a:pt x="19880" y="15459"/>
                  <a:pt x="19402" y="14924"/>
                </a:cubicBezTo>
                <a:cubicBezTo>
                  <a:pt x="18414" y="13817"/>
                  <a:pt x="18414" y="13817"/>
                  <a:pt x="18414" y="13817"/>
                </a:cubicBezTo>
                <a:cubicBezTo>
                  <a:pt x="18350" y="13781"/>
                  <a:pt x="18287" y="13745"/>
                  <a:pt x="18223" y="13745"/>
                </a:cubicBezTo>
                <a:cubicBezTo>
                  <a:pt x="18159" y="13745"/>
                  <a:pt x="18096" y="13781"/>
                  <a:pt x="18032" y="13817"/>
                </a:cubicBezTo>
                <a:cubicBezTo>
                  <a:pt x="17936" y="13924"/>
                  <a:pt x="17936" y="14138"/>
                  <a:pt x="18032" y="14245"/>
                </a:cubicBezTo>
                <a:cubicBezTo>
                  <a:pt x="19529" y="15923"/>
                  <a:pt x="19529" y="15923"/>
                  <a:pt x="19529" y="15923"/>
                </a:cubicBezTo>
                <a:cubicBezTo>
                  <a:pt x="20007" y="16459"/>
                  <a:pt x="20007" y="17316"/>
                  <a:pt x="19561" y="17851"/>
                </a:cubicBezTo>
                <a:cubicBezTo>
                  <a:pt x="19561" y="17851"/>
                  <a:pt x="19561" y="17851"/>
                  <a:pt x="19561" y="17851"/>
                </a:cubicBezTo>
                <a:cubicBezTo>
                  <a:pt x="19083" y="18387"/>
                  <a:pt x="18319" y="18387"/>
                  <a:pt x="17841" y="17851"/>
                </a:cubicBezTo>
                <a:cubicBezTo>
                  <a:pt x="16280" y="16102"/>
                  <a:pt x="16280" y="16102"/>
                  <a:pt x="16280" y="16102"/>
                </a:cubicBezTo>
                <a:cubicBezTo>
                  <a:pt x="16248" y="16066"/>
                  <a:pt x="16152" y="16030"/>
                  <a:pt x="16088" y="16030"/>
                </a:cubicBezTo>
                <a:cubicBezTo>
                  <a:pt x="16025" y="16030"/>
                  <a:pt x="15961" y="16066"/>
                  <a:pt x="15897" y="16102"/>
                </a:cubicBezTo>
                <a:cubicBezTo>
                  <a:pt x="15802" y="16245"/>
                  <a:pt x="15802" y="16423"/>
                  <a:pt x="15897" y="16530"/>
                </a:cubicBezTo>
                <a:cubicBezTo>
                  <a:pt x="17076" y="17816"/>
                  <a:pt x="17076" y="17816"/>
                  <a:pt x="17076" y="17816"/>
                </a:cubicBezTo>
                <a:cubicBezTo>
                  <a:pt x="17299" y="18065"/>
                  <a:pt x="17427" y="18422"/>
                  <a:pt x="17427" y="18780"/>
                </a:cubicBezTo>
                <a:cubicBezTo>
                  <a:pt x="17427" y="19137"/>
                  <a:pt x="17299" y="19494"/>
                  <a:pt x="17076" y="19743"/>
                </a:cubicBezTo>
                <a:cubicBezTo>
                  <a:pt x="16598" y="20279"/>
                  <a:pt x="15834" y="20279"/>
                  <a:pt x="15356" y="19743"/>
                </a:cubicBezTo>
                <a:cubicBezTo>
                  <a:pt x="13731" y="17923"/>
                  <a:pt x="13731" y="17923"/>
                  <a:pt x="13731" y="17923"/>
                </a:cubicBezTo>
                <a:cubicBezTo>
                  <a:pt x="13635" y="17816"/>
                  <a:pt x="13444" y="17816"/>
                  <a:pt x="13349" y="17923"/>
                </a:cubicBezTo>
                <a:cubicBezTo>
                  <a:pt x="13349" y="17923"/>
                  <a:pt x="13349" y="17923"/>
                  <a:pt x="13349" y="17923"/>
                </a:cubicBezTo>
                <a:cubicBezTo>
                  <a:pt x="13317" y="17994"/>
                  <a:pt x="13285" y="18065"/>
                  <a:pt x="13285" y="18137"/>
                </a:cubicBezTo>
                <a:cubicBezTo>
                  <a:pt x="13285" y="18244"/>
                  <a:pt x="13317" y="18315"/>
                  <a:pt x="13349" y="18351"/>
                </a:cubicBezTo>
                <a:cubicBezTo>
                  <a:pt x="14081" y="19137"/>
                  <a:pt x="14081" y="19137"/>
                  <a:pt x="14081" y="19137"/>
                </a:cubicBezTo>
                <a:cubicBezTo>
                  <a:pt x="14527" y="19672"/>
                  <a:pt x="14559" y="20529"/>
                  <a:pt x="14081" y="21064"/>
                </a:cubicBezTo>
                <a:cubicBezTo>
                  <a:pt x="13604" y="21600"/>
                  <a:pt x="12839" y="21600"/>
                  <a:pt x="12361" y="21064"/>
                </a:cubicBezTo>
                <a:cubicBezTo>
                  <a:pt x="6595" y="14638"/>
                  <a:pt x="6595" y="14638"/>
                  <a:pt x="6595" y="14638"/>
                </a:cubicBezTo>
                <a:cubicBezTo>
                  <a:pt x="5894" y="13888"/>
                  <a:pt x="5320" y="12996"/>
                  <a:pt x="4874" y="12032"/>
                </a:cubicBezTo>
                <a:cubicBezTo>
                  <a:pt x="4396" y="11032"/>
                  <a:pt x="3791" y="10104"/>
                  <a:pt x="3058" y="9318"/>
                </a:cubicBezTo>
                <a:cubicBezTo>
                  <a:pt x="0" y="5891"/>
                  <a:pt x="0" y="5891"/>
                  <a:pt x="0" y="5891"/>
                </a:cubicBezTo>
                <a:cubicBezTo>
                  <a:pt x="5225" y="0"/>
                  <a:pt x="5225" y="0"/>
                  <a:pt x="5225" y="0"/>
                </a:cubicBezTo>
                <a:lnTo>
                  <a:pt x="9685" y="2749"/>
                </a:lnTo>
                <a:close/>
              </a:path>
            </a:pathLst>
          </a:custGeom>
          <a:solidFill>
            <a:schemeClr val="tx2"/>
          </a:solidFill>
          <a:ln w="12700" cap="flat">
            <a:noFill/>
            <a:miter lim="400000"/>
          </a:ln>
          <a:effectLst/>
        </p:spPr>
        <p:txBody>
          <a:bodyPr wrap="square" lIns="22860" tIns="22860" rIns="22860" bIns="22860" numCol="1" anchor="t">
            <a:noAutofit/>
          </a:bodyPr>
          <a:lstStyle/>
          <a:p>
            <a:endParaRPr sz="900">
              <a:latin typeface="Century Gothic" panose="020B0502020202020204" pitchFamily="34" charset="0"/>
            </a:endParaRPr>
          </a:p>
        </p:txBody>
      </p:sp>
      <p:sp>
        <p:nvSpPr>
          <p:cNvPr id="14" name="Shape 2363">
            <a:extLst>
              <a:ext uri="{FF2B5EF4-FFF2-40B4-BE49-F238E27FC236}">
                <a16:creationId xmlns:a16="http://schemas.microsoft.com/office/drawing/2014/main" id="{9A4F3CED-715F-1147-904B-FEB108CC24E2}"/>
              </a:ext>
            </a:extLst>
          </p:cNvPr>
          <p:cNvSpPr/>
          <p:nvPr/>
        </p:nvSpPr>
        <p:spPr>
          <a:xfrm>
            <a:off x="695821" y="2551965"/>
            <a:ext cx="1971176" cy="2210361"/>
          </a:xfrm>
          <a:custGeom>
            <a:avLst/>
            <a:gdLst/>
            <a:ahLst/>
            <a:cxnLst>
              <a:cxn ang="0">
                <a:pos x="wd2" y="hd2"/>
              </a:cxn>
              <a:cxn ang="5400000">
                <a:pos x="wd2" y="hd2"/>
              </a:cxn>
              <a:cxn ang="10800000">
                <a:pos x="wd2" y="hd2"/>
              </a:cxn>
              <a:cxn ang="16200000">
                <a:pos x="wd2" y="hd2"/>
              </a:cxn>
            </a:cxnLst>
            <a:rect l="0" t="0" r="r" b="b"/>
            <a:pathLst>
              <a:path w="21466" h="21481" extrusionOk="0">
                <a:moveTo>
                  <a:pt x="18717" y="9685"/>
                </a:moveTo>
                <a:cubicBezTo>
                  <a:pt x="18146" y="10641"/>
                  <a:pt x="18538" y="11182"/>
                  <a:pt x="19645" y="13126"/>
                </a:cubicBezTo>
                <a:cubicBezTo>
                  <a:pt x="20788" y="15037"/>
                  <a:pt x="19181" y="15865"/>
                  <a:pt x="19181" y="15865"/>
                </a:cubicBezTo>
                <a:cubicBezTo>
                  <a:pt x="16004" y="14336"/>
                  <a:pt x="16004" y="14336"/>
                  <a:pt x="16004" y="14336"/>
                </a:cubicBezTo>
                <a:cubicBezTo>
                  <a:pt x="8470" y="21122"/>
                  <a:pt x="8470" y="21122"/>
                  <a:pt x="8470" y="21122"/>
                </a:cubicBezTo>
                <a:cubicBezTo>
                  <a:pt x="7935" y="21600"/>
                  <a:pt x="7078" y="21600"/>
                  <a:pt x="6542" y="21122"/>
                </a:cubicBezTo>
                <a:cubicBezTo>
                  <a:pt x="6007" y="20644"/>
                  <a:pt x="6007" y="19880"/>
                  <a:pt x="6542" y="19402"/>
                </a:cubicBezTo>
                <a:cubicBezTo>
                  <a:pt x="7649" y="18414"/>
                  <a:pt x="7649" y="18414"/>
                  <a:pt x="7649" y="18414"/>
                </a:cubicBezTo>
                <a:cubicBezTo>
                  <a:pt x="7721" y="18350"/>
                  <a:pt x="7721" y="18287"/>
                  <a:pt x="7721" y="18223"/>
                </a:cubicBezTo>
                <a:cubicBezTo>
                  <a:pt x="7721" y="18159"/>
                  <a:pt x="7721" y="18096"/>
                  <a:pt x="7649" y="18032"/>
                </a:cubicBezTo>
                <a:cubicBezTo>
                  <a:pt x="7542" y="17936"/>
                  <a:pt x="7328" y="17936"/>
                  <a:pt x="7221" y="18032"/>
                </a:cubicBezTo>
                <a:cubicBezTo>
                  <a:pt x="5543" y="19561"/>
                  <a:pt x="5543" y="19561"/>
                  <a:pt x="5543" y="19561"/>
                </a:cubicBezTo>
                <a:cubicBezTo>
                  <a:pt x="5007" y="20007"/>
                  <a:pt x="4150" y="20007"/>
                  <a:pt x="3615" y="19561"/>
                </a:cubicBezTo>
                <a:cubicBezTo>
                  <a:pt x="3615" y="19561"/>
                  <a:pt x="3615" y="19561"/>
                  <a:pt x="3615" y="19561"/>
                </a:cubicBezTo>
                <a:cubicBezTo>
                  <a:pt x="3115" y="19083"/>
                  <a:pt x="3079" y="18319"/>
                  <a:pt x="3615" y="17841"/>
                </a:cubicBezTo>
                <a:cubicBezTo>
                  <a:pt x="5364" y="16280"/>
                  <a:pt x="5364" y="16280"/>
                  <a:pt x="5364" y="16280"/>
                </a:cubicBezTo>
                <a:cubicBezTo>
                  <a:pt x="5400" y="16248"/>
                  <a:pt x="5436" y="16184"/>
                  <a:pt x="5436" y="16088"/>
                </a:cubicBezTo>
                <a:cubicBezTo>
                  <a:pt x="5436" y="16025"/>
                  <a:pt x="5400" y="15961"/>
                  <a:pt x="5364" y="15897"/>
                </a:cubicBezTo>
                <a:cubicBezTo>
                  <a:pt x="5221" y="15802"/>
                  <a:pt x="5043" y="15802"/>
                  <a:pt x="4936" y="15897"/>
                </a:cubicBezTo>
                <a:cubicBezTo>
                  <a:pt x="3650" y="17076"/>
                  <a:pt x="3650" y="17076"/>
                  <a:pt x="3650" y="17076"/>
                </a:cubicBezTo>
                <a:cubicBezTo>
                  <a:pt x="3401" y="17299"/>
                  <a:pt x="3044" y="17427"/>
                  <a:pt x="2686" y="17427"/>
                </a:cubicBezTo>
                <a:cubicBezTo>
                  <a:pt x="2329" y="17427"/>
                  <a:pt x="1972" y="17299"/>
                  <a:pt x="1723" y="17076"/>
                </a:cubicBezTo>
                <a:cubicBezTo>
                  <a:pt x="1187" y="16598"/>
                  <a:pt x="1187" y="15834"/>
                  <a:pt x="1723" y="15356"/>
                </a:cubicBezTo>
                <a:cubicBezTo>
                  <a:pt x="3543" y="13731"/>
                  <a:pt x="3543" y="13731"/>
                  <a:pt x="3543" y="13731"/>
                </a:cubicBezTo>
                <a:cubicBezTo>
                  <a:pt x="3650" y="13635"/>
                  <a:pt x="3650" y="13476"/>
                  <a:pt x="3543" y="13349"/>
                </a:cubicBezTo>
                <a:cubicBezTo>
                  <a:pt x="3543" y="13349"/>
                  <a:pt x="3543" y="13349"/>
                  <a:pt x="3543" y="13349"/>
                </a:cubicBezTo>
                <a:cubicBezTo>
                  <a:pt x="3472" y="13317"/>
                  <a:pt x="3401" y="13285"/>
                  <a:pt x="3329" y="13285"/>
                </a:cubicBezTo>
                <a:cubicBezTo>
                  <a:pt x="3258" y="13285"/>
                  <a:pt x="3151" y="13317"/>
                  <a:pt x="3115" y="13349"/>
                </a:cubicBezTo>
                <a:cubicBezTo>
                  <a:pt x="2329" y="14081"/>
                  <a:pt x="2329" y="14081"/>
                  <a:pt x="2329" y="14081"/>
                </a:cubicBezTo>
                <a:cubicBezTo>
                  <a:pt x="1794" y="14527"/>
                  <a:pt x="937" y="14559"/>
                  <a:pt x="402" y="14081"/>
                </a:cubicBezTo>
                <a:cubicBezTo>
                  <a:pt x="-134" y="13604"/>
                  <a:pt x="-134" y="12839"/>
                  <a:pt x="402" y="12361"/>
                </a:cubicBezTo>
                <a:cubicBezTo>
                  <a:pt x="6828" y="6595"/>
                  <a:pt x="6828" y="6595"/>
                  <a:pt x="6828" y="6595"/>
                </a:cubicBezTo>
                <a:cubicBezTo>
                  <a:pt x="7613" y="5894"/>
                  <a:pt x="8470" y="5320"/>
                  <a:pt x="9434" y="4874"/>
                </a:cubicBezTo>
                <a:cubicBezTo>
                  <a:pt x="10434" y="4396"/>
                  <a:pt x="11362" y="3791"/>
                  <a:pt x="12183" y="3058"/>
                </a:cubicBezTo>
                <a:cubicBezTo>
                  <a:pt x="15575" y="0"/>
                  <a:pt x="15575" y="0"/>
                  <a:pt x="15575" y="0"/>
                </a:cubicBezTo>
                <a:cubicBezTo>
                  <a:pt x="21466" y="5225"/>
                  <a:pt x="21466" y="5225"/>
                  <a:pt x="21466" y="5225"/>
                </a:cubicBezTo>
                <a:lnTo>
                  <a:pt x="18717" y="9685"/>
                </a:lnTo>
                <a:close/>
              </a:path>
            </a:pathLst>
          </a:custGeom>
          <a:solidFill>
            <a:schemeClr val="accent1"/>
          </a:solidFill>
          <a:ln w="12700" cap="flat">
            <a:noFill/>
            <a:miter lim="400000"/>
          </a:ln>
          <a:effectLst/>
        </p:spPr>
        <p:txBody>
          <a:bodyPr wrap="square" lIns="22860" tIns="22860" rIns="22860" bIns="22860" numCol="1" anchor="t">
            <a:noAutofit/>
          </a:bodyPr>
          <a:lstStyle/>
          <a:p>
            <a:endParaRPr sz="900">
              <a:latin typeface="Century Gothic" panose="020B0502020202020204" pitchFamily="34" charset="0"/>
            </a:endParaRPr>
          </a:p>
        </p:txBody>
      </p:sp>
      <p:sp>
        <p:nvSpPr>
          <p:cNvPr id="15" name="Shape 2364">
            <a:extLst>
              <a:ext uri="{FF2B5EF4-FFF2-40B4-BE49-F238E27FC236}">
                <a16:creationId xmlns:a16="http://schemas.microsoft.com/office/drawing/2014/main" id="{8DEFB4AC-356B-0D42-BCFB-BE375D354D7B}"/>
              </a:ext>
            </a:extLst>
          </p:cNvPr>
          <p:cNvSpPr/>
          <p:nvPr/>
        </p:nvSpPr>
        <p:spPr>
          <a:xfrm>
            <a:off x="2028094" y="1613567"/>
            <a:ext cx="2209286" cy="1971049"/>
          </a:xfrm>
          <a:custGeom>
            <a:avLst/>
            <a:gdLst/>
            <a:ahLst/>
            <a:cxnLst>
              <a:cxn ang="0">
                <a:pos x="wd2" y="hd2"/>
              </a:cxn>
              <a:cxn ang="5400000">
                <a:pos x="wd2" y="hd2"/>
              </a:cxn>
              <a:cxn ang="10800000">
                <a:pos x="wd2" y="hd2"/>
              </a:cxn>
              <a:cxn ang="16200000">
                <a:pos x="wd2" y="hd2"/>
              </a:cxn>
            </a:cxnLst>
            <a:rect l="0" t="0" r="r" b="b"/>
            <a:pathLst>
              <a:path w="21469" h="21466" extrusionOk="0">
                <a:moveTo>
                  <a:pt x="11784" y="18717"/>
                </a:moveTo>
                <a:cubicBezTo>
                  <a:pt x="10828" y="18146"/>
                  <a:pt x="10287" y="18538"/>
                  <a:pt x="8343" y="19645"/>
                </a:cubicBezTo>
                <a:cubicBezTo>
                  <a:pt x="6432" y="20788"/>
                  <a:pt x="5604" y="19181"/>
                  <a:pt x="5604" y="19181"/>
                </a:cubicBezTo>
                <a:cubicBezTo>
                  <a:pt x="7133" y="16004"/>
                  <a:pt x="7133" y="16004"/>
                  <a:pt x="7133" y="16004"/>
                </a:cubicBezTo>
                <a:cubicBezTo>
                  <a:pt x="347" y="8470"/>
                  <a:pt x="347" y="8470"/>
                  <a:pt x="347" y="8470"/>
                </a:cubicBezTo>
                <a:cubicBezTo>
                  <a:pt x="-99" y="7935"/>
                  <a:pt x="-131" y="7078"/>
                  <a:pt x="347" y="6542"/>
                </a:cubicBezTo>
                <a:cubicBezTo>
                  <a:pt x="825" y="6007"/>
                  <a:pt x="1589" y="6007"/>
                  <a:pt x="2067" y="6542"/>
                </a:cubicBezTo>
                <a:cubicBezTo>
                  <a:pt x="3055" y="7649"/>
                  <a:pt x="3055" y="7649"/>
                  <a:pt x="3055" y="7649"/>
                </a:cubicBezTo>
                <a:cubicBezTo>
                  <a:pt x="3119" y="7721"/>
                  <a:pt x="3182" y="7756"/>
                  <a:pt x="3246" y="7721"/>
                </a:cubicBezTo>
                <a:cubicBezTo>
                  <a:pt x="3310" y="7721"/>
                  <a:pt x="3405" y="7721"/>
                  <a:pt x="3437" y="7649"/>
                </a:cubicBezTo>
                <a:cubicBezTo>
                  <a:pt x="3533" y="7542"/>
                  <a:pt x="3533" y="7328"/>
                  <a:pt x="3437" y="7221"/>
                </a:cubicBezTo>
                <a:cubicBezTo>
                  <a:pt x="1940" y="5543"/>
                  <a:pt x="1940" y="5543"/>
                  <a:pt x="1940" y="5543"/>
                </a:cubicBezTo>
                <a:cubicBezTo>
                  <a:pt x="1462" y="5007"/>
                  <a:pt x="1462" y="4150"/>
                  <a:pt x="1908" y="3615"/>
                </a:cubicBezTo>
                <a:cubicBezTo>
                  <a:pt x="1908" y="3615"/>
                  <a:pt x="1908" y="3615"/>
                  <a:pt x="1908" y="3615"/>
                </a:cubicBezTo>
                <a:cubicBezTo>
                  <a:pt x="2386" y="3115"/>
                  <a:pt x="3150" y="3079"/>
                  <a:pt x="3628" y="3615"/>
                </a:cubicBezTo>
                <a:cubicBezTo>
                  <a:pt x="5189" y="5364"/>
                  <a:pt x="5189" y="5364"/>
                  <a:pt x="5189" y="5364"/>
                </a:cubicBezTo>
                <a:cubicBezTo>
                  <a:pt x="5221" y="5400"/>
                  <a:pt x="5317" y="5436"/>
                  <a:pt x="5381" y="5436"/>
                </a:cubicBezTo>
                <a:cubicBezTo>
                  <a:pt x="5444" y="5436"/>
                  <a:pt x="5508" y="5400"/>
                  <a:pt x="5572" y="5364"/>
                </a:cubicBezTo>
                <a:cubicBezTo>
                  <a:pt x="5667" y="5221"/>
                  <a:pt x="5667" y="5043"/>
                  <a:pt x="5572" y="4936"/>
                </a:cubicBezTo>
                <a:cubicBezTo>
                  <a:pt x="4393" y="3650"/>
                  <a:pt x="4393" y="3650"/>
                  <a:pt x="4393" y="3650"/>
                </a:cubicBezTo>
                <a:cubicBezTo>
                  <a:pt x="4170" y="3401"/>
                  <a:pt x="4042" y="3044"/>
                  <a:pt x="4042" y="2686"/>
                </a:cubicBezTo>
                <a:cubicBezTo>
                  <a:pt x="4042" y="2329"/>
                  <a:pt x="4170" y="1972"/>
                  <a:pt x="4393" y="1723"/>
                </a:cubicBezTo>
                <a:cubicBezTo>
                  <a:pt x="4871" y="1187"/>
                  <a:pt x="5635" y="1187"/>
                  <a:pt x="6113" y="1723"/>
                </a:cubicBezTo>
                <a:cubicBezTo>
                  <a:pt x="7738" y="3543"/>
                  <a:pt x="7738" y="3543"/>
                  <a:pt x="7738" y="3543"/>
                </a:cubicBezTo>
                <a:cubicBezTo>
                  <a:pt x="7834" y="3650"/>
                  <a:pt x="8025" y="3650"/>
                  <a:pt x="8120" y="3543"/>
                </a:cubicBezTo>
                <a:cubicBezTo>
                  <a:pt x="8120" y="3543"/>
                  <a:pt x="8120" y="3543"/>
                  <a:pt x="8120" y="3543"/>
                </a:cubicBezTo>
                <a:cubicBezTo>
                  <a:pt x="8152" y="3472"/>
                  <a:pt x="8184" y="3401"/>
                  <a:pt x="8184" y="3329"/>
                </a:cubicBezTo>
                <a:cubicBezTo>
                  <a:pt x="8184" y="3258"/>
                  <a:pt x="8152" y="3186"/>
                  <a:pt x="8120" y="3115"/>
                </a:cubicBezTo>
                <a:cubicBezTo>
                  <a:pt x="7388" y="2329"/>
                  <a:pt x="7388" y="2329"/>
                  <a:pt x="7388" y="2329"/>
                </a:cubicBezTo>
                <a:cubicBezTo>
                  <a:pt x="6942" y="1794"/>
                  <a:pt x="6942" y="937"/>
                  <a:pt x="7388" y="402"/>
                </a:cubicBezTo>
                <a:cubicBezTo>
                  <a:pt x="7865" y="-134"/>
                  <a:pt x="8630" y="-134"/>
                  <a:pt x="9108" y="402"/>
                </a:cubicBezTo>
                <a:cubicBezTo>
                  <a:pt x="14874" y="6828"/>
                  <a:pt x="14874" y="6828"/>
                  <a:pt x="14874" y="6828"/>
                </a:cubicBezTo>
                <a:cubicBezTo>
                  <a:pt x="15575" y="7613"/>
                  <a:pt x="16149" y="8470"/>
                  <a:pt x="16595" y="9434"/>
                </a:cubicBezTo>
                <a:cubicBezTo>
                  <a:pt x="17073" y="10434"/>
                  <a:pt x="17678" y="11362"/>
                  <a:pt x="18411" y="12183"/>
                </a:cubicBezTo>
                <a:cubicBezTo>
                  <a:pt x="21469" y="15575"/>
                  <a:pt x="21469" y="15575"/>
                  <a:pt x="21469" y="15575"/>
                </a:cubicBezTo>
                <a:cubicBezTo>
                  <a:pt x="16244" y="21466"/>
                  <a:pt x="16244" y="21466"/>
                  <a:pt x="16244" y="21466"/>
                </a:cubicBezTo>
                <a:lnTo>
                  <a:pt x="11784" y="18717"/>
                </a:lnTo>
                <a:close/>
              </a:path>
            </a:pathLst>
          </a:custGeom>
          <a:solidFill>
            <a:schemeClr val="tx2"/>
          </a:solidFill>
          <a:ln w="12700" cap="flat">
            <a:noFill/>
            <a:miter lim="400000"/>
          </a:ln>
          <a:effectLst/>
        </p:spPr>
        <p:txBody>
          <a:bodyPr wrap="square" lIns="22860" tIns="22860" rIns="22860" bIns="22860" numCol="1" anchor="t">
            <a:noAutofit/>
          </a:bodyPr>
          <a:lstStyle/>
          <a:p>
            <a:endParaRPr sz="900">
              <a:latin typeface="Century Gothic" panose="020B0502020202020204" pitchFamily="34" charset="0"/>
            </a:endParaRPr>
          </a:p>
        </p:txBody>
      </p:sp>
      <p:sp>
        <p:nvSpPr>
          <p:cNvPr id="17" name="Shape 2365">
            <a:extLst>
              <a:ext uri="{FF2B5EF4-FFF2-40B4-BE49-F238E27FC236}">
                <a16:creationId xmlns:a16="http://schemas.microsoft.com/office/drawing/2014/main" id="{EADA29BC-A982-0949-9F3A-769F3D866D8F}"/>
              </a:ext>
            </a:extLst>
          </p:cNvPr>
          <p:cNvSpPr/>
          <p:nvPr/>
        </p:nvSpPr>
        <p:spPr>
          <a:xfrm>
            <a:off x="3204666" y="2946996"/>
            <a:ext cx="1971176" cy="2207903"/>
          </a:xfrm>
          <a:custGeom>
            <a:avLst/>
            <a:gdLst/>
            <a:ahLst/>
            <a:cxnLst>
              <a:cxn ang="0">
                <a:pos x="wd2" y="hd2"/>
              </a:cxn>
              <a:cxn ang="5400000">
                <a:pos x="wd2" y="hd2"/>
              </a:cxn>
              <a:cxn ang="10800000">
                <a:pos x="wd2" y="hd2"/>
              </a:cxn>
              <a:cxn ang="16200000">
                <a:pos x="wd2" y="hd2"/>
              </a:cxn>
            </a:cxnLst>
            <a:rect l="0" t="0" r="r" b="b"/>
            <a:pathLst>
              <a:path w="21466" h="21488" extrusionOk="0">
                <a:moveTo>
                  <a:pt x="2749" y="11789"/>
                </a:moveTo>
                <a:cubicBezTo>
                  <a:pt x="3320" y="10832"/>
                  <a:pt x="2928" y="10289"/>
                  <a:pt x="1821" y="8343"/>
                </a:cubicBezTo>
                <a:cubicBezTo>
                  <a:pt x="678" y="6429"/>
                  <a:pt x="2285" y="5599"/>
                  <a:pt x="2285" y="5599"/>
                </a:cubicBezTo>
                <a:cubicBezTo>
                  <a:pt x="5462" y="7131"/>
                  <a:pt x="5462" y="7131"/>
                  <a:pt x="5462" y="7131"/>
                </a:cubicBezTo>
                <a:cubicBezTo>
                  <a:pt x="12996" y="335"/>
                  <a:pt x="12996" y="335"/>
                  <a:pt x="12996" y="335"/>
                </a:cubicBezTo>
                <a:cubicBezTo>
                  <a:pt x="13531" y="-112"/>
                  <a:pt x="14388" y="-112"/>
                  <a:pt x="14924" y="335"/>
                </a:cubicBezTo>
                <a:cubicBezTo>
                  <a:pt x="15459" y="813"/>
                  <a:pt x="15459" y="1579"/>
                  <a:pt x="14924" y="2058"/>
                </a:cubicBezTo>
                <a:cubicBezTo>
                  <a:pt x="13817" y="3047"/>
                  <a:pt x="13817" y="3047"/>
                  <a:pt x="13817" y="3047"/>
                </a:cubicBezTo>
                <a:cubicBezTo>
                  <a:pt x="13745" y="3110"/>
                  <a:pt x="13745" y="3174"/>
                  <a:pt x="13745" y="3238"/>
                </a:cubicBezTo>
                <a:cubicBezTo>
                  <a:pt x="13745" y="3302"/>
                  <a:pt x="13745" y="3398"/>
                  <a:pt x="13817" y="3430"/>
                </a:cubicBezTo>
                <a:cubicBezTo>
                  <a:pt x="13924" y="3525"/>
                  <a:pt x="14138" y="3525"/>
                  <a:pt x="14245" y="3430"/>
                </a:cubicBezTo>
                <a:cubicBezTo>
                  <a:pt x="15923" y="1930"/>
                  <a:pt x="15923" y="1930"/>
                  <a:pt x="15923" y="1930"/>
                </a:cubicBezTo>
                <a:cubicBezTo>
                  <a:pt x="16459" y="1451"/>
                  <a:pt x="17316" y="1451"/>
                  <a:pt x="17851" y="1898"/>
                </a:cubicBezTo>
                <a:cubicBezTo>
                  <a:pt x="17851" y="1898"/>
                  <a:pt x="17851" y="1898"/>
                  <a:pt x="17851" y="1898"/>
                </a:cubicBezTo>
                <a:cubicBezTo>
                  <a:pt x="18387" y="2377"/>
                  <a:pt x="18387" y="3142"/>
                  <a:pt x="17851" y="3621"/>
                </a:cubicBezTo>
                <a:cubicBezTo>
                  <a:pt x="16102" y="5184"/>
                  <a:pt x="16102" y="5184"/>
                  <a:pt x="16102" y="5184"/>
                </a:cubicBezTo>
                <a:cubicBezTo>
                  <a:pt x="16066" y="5248"/>
                  <a:pt x="16030" y="5312"/>
                  <a:pt x="16030" y="5376"/>
                </a:cubicBezTo>
                <a:cubicBezTo>
                  <a:pt x="16030" y="5440"/>
                  <a:pt x="16066" y="5503"/>
                  <a:pt x="16102" y="5567"/>
                </a:cubicBezTo>
                <a:cubicBezTo>
                  <a:pt x="16245" y="5663"/>
                  <a:pt x="16423" y="5663"/>
                  <a:pt x="16530" y="5567"/>
                </a:cubicBezTo>
                <a:cubicBezTo>
                  <a:pt x="17816" y="4387"/>
                  <a:pt x="17816" y="4387"/>
                  <a:pt x="17816" y="4387"/>
                </a:cubicBezTo>
                <a:cubicBezTo>
                  <a:pt x="18065" y="4163"/>
                  <a:pt x="18422" y="4036"/>
                  <a:pt x="18780" y="4036"/>
                </a:cubicBezTo>
                <a:cubicBezTo>
                  <a:pt x="19137" y="4036"/>
                  <a:pt x="19494" y="4163"/>
                  <a:pt x="19743" y="4387"/>
                </a:cubicBezTo>
                <a:cubicBezTo>
                  <a:pt x="20279" y="4865"/>
                  <a:pt x="20279" y="5631"/>
                  <a:pt x="19743" y="6110"/>
                </a:cubicBezTo>
                <a:cubicBezTo>
                  <a:pt x="17923" y="7737"/>
                  <a:pt x="17923" y="7737"/>
                  <a:pt x="17923" y="7737"/>
                </a:cubicBezTo>
                <a:cubicBezTo>
                  <a:pt x="17816" y="7832"/>
                  <a:pt x="17816" y="8024"/>
                  <a:pt x="17923" y="8120"/>
                </a:cubicBezTo>
                <a:cubicBezTo>
                  <a:pt x="17923" y="8120"/>
                  <a:pt x="17923" y="8120"/>
                  <a:pt x="17923" y="8120"/>
                </a:cubicBezTo>
                <a:cubicBezTo>
                  <a:pt x="17994" y="8152"/>
                  <a:pt x="18065" y="8183"/>
                  <a:pt x="18137" y="8183"/>
                </a:cubicBezTo>
                <a:cubicBezTo>
                  <a:pt x="18208" y="8183"/>
                  <a:pt x="18315" y="8152"/>
                  <a:pt x="18351" y="8120"/>
                </a:cubicBezTo>
                <a:cubicBezTo>
                  <a:pt x="19137" y="7418"/>
                  <a:pt x="19137" y="7418"/>
                  <a:pt x="19137" y="7418"/>
                </a:cubicBezTo>
                <a:cubicBezTo>
                  <a:pt x="19672" y="6939"/>
                  <a:pt x="20529" y="6939"/>
                  <a:pt x="21064" y="7386"/>
                </a:cubicBezTo>
                <a:cubicBezTo>
                  <a:pt x="21600" y="7864"/>
                  <a:pt x="21600" y="8630"/>
                  <a:pt x="21064" y="9109"/>
                </a:cubicBezTo>
                <a:cubicBezTo>
                  <a:pt x="14638" y="14884"/>
                  <a:pt x="14638" y="14884"/>
                  <a:pt x="14638" y="14884"/>
                </a:cubicBezTo>
                <a:cubicBezTo>
                  <a:pt x="13888" y="15585"/>
                  <a:pt x="12996" y="16160"/>
                  <a:pt x="12032" y="16606"/>
                </a:cubicBezTo>
                <a:cubicBezTo>
                  <a:pt x="11032" y="17085"/>
                  <a:pt x="10104" y="17691"/>
                  <a:pt x="9318" y="18425"/>
                </a:cubicBezTo>
                <a:cubicBezTo>
                  <a:pt x="5891" y="21488"/>
                  <a:pt x="5891" y="21488"/>
                  <a:pt x="5891" y="21488"/>
                </a:cubicBezTo>
                <a:cubicBezTo>
                  <a:pt x="0" y="16256"/>
                  <a:pt x="0" y="16256"/>
                  <a:pt x="0" y="16256"/>
                </a:cubicBezTo>
                <a:lnTo>
                  <a:pt x="2749" y="11789"/>
                </a:lnTo>
                <a:close/>
              </a:path>
            </a:pathLst>
          </a:custGeom>
          <a:solidFill>
            <a:schemeClr val="accent1"/>
          </a:solidFill>
          <a:ln w="12700" cap="flat">
            <a:noFill/>
            <a:miter lim="400000"/>
          </a:ln>
          <a:effectLst/>
        </p:spPr>
        <p:txBody>
          <a:bodyPr wrap="square" lIns="22860" tIns="22860" rIns="22860" bIns="22860" numCol="1" anchor="t">
            <a:noAutofit/>
          </a:bodyPr>
          <a:lstStyle/>
          <a:p>
            <a:endParaRPr sz="900">
              <a:latin typeface="Century Gothic" panose="020B0502020202020204" pitchFamily="34" charset="0"/>
            </a:endParaRPr>
          </a:p>
        </p:txBody>
      </p:sp>
      <p:sp>
        <p:nvSpPr>
          <p:cNvPr id="18" name="Shape 2369">
            <a:extLst>
              <a:ext uri="{FF2B5EF4-FFF2-40B4-BE49-F238E27FC236}">
                <a16:creationId xmlns:a16="http://schemas.microsoft.com/office/drawing/2014/main" id="{E92F634A-ACFF-1843-8DEC-2B72FA48FA40}"/>
              </a:ext>
            </a:extLst>
          </p:cNvPr>
          <p:cNvSpPr/>
          <p:nvPr/>
        </p:nvSpPr>
        <p:spPr>
          <a:xfrm>
            <a:off x="1355499" y="2710075"/>
            <a:ext cx="593404" cy="596642"/>
          </a:xfrm>
          <a:prstGeom prst="ellipse">
            <a:avLst/>
          </a:prstGeom>
          <a:solidFill>
            <a:schemeClr val="bg1"/>
          </a:solidFill>
          <a:ln w="38100" cap="flat">
            <a:solidFill>
              <a:schemeClr val="accent1"/>
            </a:solidFill>
            <a:miter lim="400000"/>
          </a:ln>
          <a:effectLst/>
        </p:spPr>
        <p:txBody>
          <a:bodyPr wrap="square" lIns="22860" tIns="22860" rIns="22860" bIns="22860" numCol="1" anchor="t">
            <a:noAutofit/>
          </a:bodyPr>
          <a:lstStyle/>
          <a:p>
            <a:endParaRPr sz="900">
              <a:latin typeface="Century Gothic" panose="020B0502020202020204" pitchFamily="34" charset="0"/>
            </a:endParaRPr>
          </a:p>
        </p:txBody>
      </p:sp>
      <p:sp>
        <p:nvSpPr>
          <p:cNvPr id="19" name="Shape 2372">
            <a:extLst>
              <a:ext uri="{FF2B5EF4-FFF2-40B4-BE49-F238E27FC236}">
                <a16:creationId xmlns:a16="http://schemas.microsoft.com/office/drawing/2014/main" id="{3E7BFF0A-C4E7-BD49-9D41-988B26C62608}"/>
              </a:ext>
            </a:extLst>
          </p:cNvPr>
          <p:cNvSpPr/>
          <p:nvPr/>
        </p:nvSpPr>
        <p:spPr>
          <a:xfrm>
            <a:off x="1801538" y="4848344"/>
            <a:ext cx="596681" cy="596642"/>
          </a:xfrm>
          <a:prstGeom prst="ellipse">
            <a:avLst/>
          </a:prstGeom>
          <a:solidFill>
            <a:schemeClr val="bg1"/>
          </a:solidFill>
          <a:ln w="38100" cap="flat">
            <a:solidFill>
              <a:schemeClr val="tx2"/>
            </a:solidFill>
            <a:miter lim="400000"/>
          </a:ln>
          <a:effectLst/>
        </p:spPr>
        <p:txBody>
          <a:bodyPr wrap="square" lIns="22860" tIns="22860" rIns="22860" bIns="22860" numCol="1" anchor="t">
            <a:noAutofit/>
          </a:bodyPr>
          <a:lstStyle/>
          <a:p>
            <a:endParaRPr sz="900">
              <a:latin typeface="Century Gothic" panose="020B0502020202020204" pitchFamily="34" charset="0"/>
            </a:endParaRPr>
          </a:p>
        </p:txBody>
      </p:sp>
      <p:sp>
        <p:nvSpPr>
          <p:cNvPr id="20" name="Shape 2375">
            <a:extLst>
              <a:ext uri="{FF2B5EF4-FFF2-40B4-BE49-F238E27FC236}">
                <a16:creationId xmlns:a16="http://schemas.microsoft.com/office/drawing/2014/main" id="{04EC40AD-CF10-CD49-A7D1-030BF53FEEA4}"/>
              </a:ext>
            </a:extLst>
          </p:cNvPr>
          <p:cNvSpPr/>
          <p:nvPr/>
        </p:nvSpPr>
        <p:spPr>
          <a:xfrm>
            <a:off x="3929204" y="4407456"/>
            <a:ext cx="596681" cy="593365"/>
          </a:xfrm>
          <a:prstGeom prst="ellipse">
            <a:avLst/>
          </a:prstGeom>
          <a:solidFill>
            <a:schemeClr val="bg1"/>
          </a:solidFill>
          <a:ln w="38100" cap="flat">
            <a:solidFill>
              <a:schemeClr val="accent1"/>
            </a:solidFill>
            <a:miter lim="400000"/>
          </a:ln>
          <a:effectLst/>
        </p:spPr>
        <p:txBody>
          <a:bodyPr wrap="square" lIns="22860" tIns="22860" rIns="22860" bIns="22860" numCol="1" anchor="t">
            <a:noAutofit/>
          </a:bodyPr>
          <a:lstStyle/>
          <a:p>
            <a:endParaRPr sz="900">
              <a:latin typeface="Century Gothic" panose="020B0502020202020204" pitchFamily="34" charset="0"/>
            </a:endParaRPr>
          </a:p>
        </p:txBody>
      </p:sp>
      <p:sp>
        <p:nvSpPr>
          <p:cNvPr id="22" name="Shape 2378">
            <a:extLst>
              <a:ext uri="{FF2B5EF4-FFF2-40B4-BE49-F238E27FC236}">
                <a16:creationId xmlns:a16="http://schemas.microsoft.com/office/drawing/2014/main" id="{98AD66F1-5A1C-304E-B51C-1D642E2A01A9}"/>
              </a:ext>
            </a:extLst>
          </p:cNvPr>
          <p:cNvSpPr/>
          <p:nvPr/>
        </p:nvSpPr>
        <p:spPr>
          <a:xfrm>
            <a:off x="3486612" y="2266758"/>
            <a:ext cx="596681" cy="593365"/>
          </a:xfrm>
          <a:prstGeom prst="ellipse">
            <a:avLst/>
          </a:prstGeom>
          <a:solidFill>
            <a:schemeClr val="bg1"/>
          </a:solidFill>
          <a:ln w="38100" cap="flat">
            <a:solidFill>
              <a:schemeClr val="tx2"/>
            </a:solidFill>
            <a:miter lim="400000"/>
          </a:ln>
          <a:effectLst/>
        </p:spPr>
        <p:txBody>
          <a:bodyPr wrap="square" lIns="22860" tIns="22860" rIns="22860" bIns="22860" numCol="1" anchor="t">
            <a:noAutofit/>
          </a:bodyPr>
          <a:lstStyle/>
          <a:p>
            <a:endParaRPr sz="900">
              <a:latin typeface="Century Gothic" panose="020B0502020202020204" pitchFamily="34" charset="0"/>
            </a:endParaRPr>
          </a:p>
        </p:txBody>
      </p:sp>
      <p:sp>
        <p:nvSpPr>
          <p:cNvPr id="27" name="Marcador de texto 45">
            <a:extLst>
              <a:ext uri="{FF2B5EF4-FFF2-40B4-BE49-F238E27FC236}">
                <a16:creationId xmlns:a16="http://schemas.microsoft.com/office/drawing/2014/main" id="{624BF54A-2CDB-B342-AEC4-0F00046D5EA3}"/>
              </a:ext>
            </a:extLst>
          </p:cNvPr>
          <p:cNvSpPr>
            <a:spLocks noGrp="1"/>
          </p:cNvSpPr>
          <p:nvPr>
            <p:ph type="body" sz="quarter" idx="41" hasCustomPrompt="1"/>
          </p:nvPr>
        </p:nvSpPr>
        <p:spPr>
          <a:xfrm>
            <a:off x="6834535" y="2825180"/>
            <a:ext cx="1795045"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8" name="Marcador de texto 45">
            <a:extLst>
              <a:ext uri="{FF2B5EF4-FFF2-40B4-BE49-F238E27FC236}">
                <a16:creationId xmlns:a16="http://schemas.microsoft.com/office/drawing/2014/main" id="{2EB7DD76-6755-6E4D-8B39-9D96C41C79C8}"/>
              </a:ext>
            </a:extLst>
          </p:cNvPr>
          <p:cNvSpPr>
            <a:spLocks noGrp="1"/>
          </p:cNvSpPr>
          <p:nvPr>
            <p:ph type="body" sz="quarter" idx="42" hasCustomPrompt="1"/>
          </p:nvPr>
        </p:nvSpPr>
        <p:spPr>
          <a:xfrm>
            <a:off x="6834535" y="3094579"/>
            <a:ext cx="1795045" cy="461665"/>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29" name="Oval 16">
            <a:extLst>
              <a:ext uri="{FF2B5EF4-FFF2-40B4-BE49-F238E27FC236}">
                <a16:creationId xmlns:a16="http://schemas.microsoft.com/office/drawing/2014/main" id="{1689969A-04F4-BA48-91A8-ED00F4719018}"/>
              </a:ext>
            </a:extLst>
          </p:cNvPr>
          <p:cNvSpPr>
            <a:spLocks noChangeArrowheads="1"/>
          </p:cNvSpPr>
          <p:nvPr userDrawn="1"/>
        </p:nvSpPr>
        <p:spPr bwMode="auto">
          <a:xfrm>
            <a:off x="5872595" y="2825180"/>
            <a:ext cx="761765" cy="759743"/>
          </a:xfrm>
          <a:prstGeom prst="ellipse">
            <a:avLst/>
          </a:prstGeom>
          <a:solidFill>
            <a:schemeClr val="accent1"/>
          </a:solidFill>
          <a:ln>
            <a:noFill/>
          </a:ln>
        </p:spPr>
        <p:txBody>
          <a:bodyPr vert="horz" wrap="square" lIns="45720" tIns="22860" rIns="45720" bIns="22860" numCol="1" anchor="t" anchorCtr="0" compatLnSpc="1">
            <a:prstTxWarp prst="textNoShape">
              <a:avLst/>
            </a:prstTxWarp>
          </a:bodyPr>
          <a:lstStyle/>
          <a:p>
            <a:pPr lvl="0"/>
            <a:endParaRPr lang="en-US" sz="900">
              <a:latin typeface="Century Gothic" panose="020B0502020202020204" pitchFamily="34" charset="0"/>
            </a:endParaRPr>
          </a:p>
        </p:txBody>
      </p:sp>
      <p:sp>
        <p:nvSpPr>
          <p:cNvPr id="30" name="Marcador de texto 45">
            <a:extLst>
              <a:ext uri="{FF2B5EF4-FFF2-40B4-BE49-F238E27FC236}">
                <a16:creationId xmlns:a16="http://schemas.microsoft.com/office/drawing/2014/main" id="{101E42EC-DC44-614F-B672-426A9FF9AD4A}"/>
              </a:ext>
            </a:extLst>
          </p:cNvPr>
          <p:cNvSpPr>
            <a:spLocks noGrp="1"/>
          </p:cNvSpPr>
          <p:nvPr>
            <p:ph type="body" sz="quarter" idx="43" hasCustomPrompt="1"/>
          </p:nvPr>
        </p:nvSpPr>
        <p:spPr>
          <a:xfrm>
            <a:off x="6834535" y="3880256"/>
            <a:ext cx="1795045"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1" name="Marcador de texto 45">
            <a:extLst>
              <a:ext uri="{FF2B5EF4-FFF2-40B4-BE49-F238E27FC236}">
                <a16:creationId xmlns:a16="http://schemas.microsoft.com/office/drawing/2014/main" id="{81CED264-2ABF-7D4C-A81F-B91C20D5C69F}"/>
              </a:ext>
            </a:extLst>
          </p:cNvPr>
          <p:cNvSpPr>
            <a:spLocks noGrp="1"/>
          </p:cNvSpPr>
          <p:nvPr>
            <p:ph type="body" sz="quarter" idx="44" hasCustomPrompt="1"/>
          </p:nvPr>
        </p:nvSpPr>
        <p:spPr>
          <a:xfrm>
            <a:off x="6834535" y="4149656"/>
            <a:ext cx="1795045" cy="461665"/>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32" name="Oval 16">
            <a:extLst>
              <a:ext uri="{FF2B5EF4-FFF2-40B4-BE49-F238E27FC236}">
                <a16:creationId xmlns:a16="http://schemas.microsoft.com/office/drawing/2014/main" id="{0D33920C-754F-0E4B-9BE3-2937DFCB54FB}"/>
              </a:ext>
            </a:extLst>
          </p:cNvPr>
          <p:cNvSpPr>
            <a:spLocks noChangeArrowheads="1"/>
          </p:cNvSpPr>
          <p:nvPr userDrawn="1"/>
        </p:nvSpPr>
        <p:spPr bwMode="auto">
          <a:xfrm>
            <a:off x="5872595" y="3880256"/>
            <a:ext cx="761765" cy="759743"/>
          </a:xfrm>
          <a:prstGeom prst="ellipse">
            <a:avLst/>
          </a:prstGeom>
          <a:solidFill>
            <a:schemeClr val="tx2"/>
          </a:solidFill>
          <a:ln>
            <a:noFill/>
          </a:ln>
        </p:spPr>
        <p:txBody>
          <a:bodyPr vert="horz" wrap="square" lIns="45720" tIns="22860" rIns="45720" bIns="22860" numCol="1" anchor="t" anchorCtr="0" compatLnSpc="1">
            <a:prstTxWarp prst="textNoShape">
              <a:avLst/>
            </a:prstTxWarp>
          </a:bodyPr>
          <a:lstStyle/>
          <a:p>
            <a:pPr lvl="0"/>
            <a:endParaRPr lang="en-US" sz="900">
              <a:latin typeface="Century Gothic" panose="020B0502020202020204" pitchFamily="34" charset="0"/>
            </a:endParaRPr>
          </a:p>
        </p:txBody>
      </p:sp>
      <p:sp>
        <p:nvSpPr>
          <p:cNvPr id="37" name="Marcador de texto 45">
            <a:extLst>
              <a:ext uri="{FF2B5EF4-FFF2-40B4-BE49-F238E27FC236}">
                <a16:creationId xmlns:a16="http://schemas.microsoft.com/office/drawing/2014/main" id="{751F5C84-3CB1-E443-AA24-4296E2142D54}"/>
              </a:ext>
            </a:extLst>
          </p:cNvPr>
          <p:cNvSpPr>
            <a:spLocks noGrp="1"/>
          </p:cNvSpPr>
          <p:nvPr>
            <p:ph type="body" sz="quarter" idx="45" hasCustomPrompt="1"/>
          </p:nvPr>
        </p:nvSpPr>
        <p:spPr>
          <a:xfrm>
            <a:off x="9742047" y="2825180"/>
            <a:ext cx="1795045"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8" name="Marcador de texto 45">
            <a:extLst>
              <a:ext uri="{FF2B5EF4-FFF2-40B4-BE49-F238E27FC236}">
                <a16:creationId xmlns:a16="http://schemas.microsoft.com/office/drawing/2014/main" id="{FDE34594-F0F8-F44C-877F-B14E9FC6A487}"/>
              </a:ext>
            </a:extLst>
          </p:cNvPr>
          <p:cNvSpPr>
            <a:spLocks noGrp="1"/>
          </p:cNvSpPr>
          <p:nvPr>
            <p:ph type="body" sz="quarter" idx="46" hasCustomPrompt="1"/>
          </p:nvPr>
        </p:nvSpPr>
        <p:spPr>
          <a:xfrm>
            <a:off x="9742047" y="3094579"/>
            <a:ext cx="1795045" cy="461665"/>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40" name="Oval 16">
            <a:extLst>
              <a:ext uri="{FF2B5EF4-FFF2-40B4-BE49-F238E27FC236}">
                <a16:creationId xmlns:a16="http://schemas.microsoft.com/office/drawing/2014/main" id="{FA96DDEA-FFB0-CA4C-A6DF-E12C462E3646}"/>
              </a:ext>
            </a:extLst>
          </p:cNvPr>
          <p:cNvSpPr>
            <a:spLocks noChangeArrowheads="1"/>
          </p:cNvSpPr>
          <p:nvPr userDrawn="1"/>
        </p:nvSpPr>
        <p:spPr bwMode="auto">
          <a:xfrm>
            <a:off x="8780107" y="2825180"/>
            <a:ext cx="761765" cy="759743"/>
          </a:xfrm>
          <a:prstGeom prst="ellipse">
            <a:avLst/>
          </a:prstGeom>
          <a:solidFill>
            <a:schemeClr val="accent1"/>
          </a:solidFill>
          <a:ln>
            <a:noFill/>
          </a:ln>
        </p:spPr>
        <p:txBody>
          <a:bodyPr vert="horz" wrap="square" lIns="45720" tIns="22860" rIns="45720" bIns="22860" numCol="1" anchor="t" anchorCtr="0" compatLnSpc="1">
            <a:prstTxWarp prst="textNoShape">
              <a:avLst/>
            </a:prstTxWarp>
          </a:bodyPr>
          <a:lstStyle/>
          <a:p>
            <a:pPr lvl="0"/>
            <a:endParaRPr lang="en-US" sz="900">
              <a:latin typeface="Century Gothic" panose="020B0502020202020204" pitchFamily="34" charset="0"/>
            </a:endParaRPr>
          </a:p>
        </p:txBody>
      </p:sp>
      <p:sp>
        <p:nvSpPr>
          <p:cNvPr id="41" name="Marcador de texto 45">
            <a:extLst>
              <a:ext uri="{FF2B5EF4-FFF2-40B4-BE49-F238E27FC236}">
                <a16:creationId xmlns:a16="http://schemas.microsoft.com/office/drawing/2014/main" id="{C2CE596A-B335-C643-91EB-4DEFAB32AA6B}"/>
              </a:ext>
            </a:extLst>
          </p:cNvPr>
          <p:cNvSpPr>
            <a:spLocks noGrp="1"/>
          </p:cNvSpPr>
          <p:nvPr>
            <p:ph type="body" sz="quarter" idx="47" hasCustomPrompt="1"/>
          </p:nvPr>
        </p:nvSpPr>
        <p:spPr>
          <a:xfrm>
            <a:off x="9742047" y="3880256"/>
            <a:ext cx="1795045"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3" name="Marcador de texto 45">
            <a:extLst>
              <a:ext uri="{FF2B5EF4-FFF2-40B4-BE49-F238E27FC236}">
                <a16:creationId xmlns:a16="http://schemas.microsoft.com/office/drawing/2014/main" id="{6F88724E-D16D-B347-A21E-71B90DAE67A9}"/>
              </a:ext>
            </a:extLst>
          </p:cNvPr>
          <p:cNvSpPr>
            <a:spLocks noGrp="1"/>
          </p:cNvSpPr>
          <p:nvPr>
            <p:ph type="body" sz="quarter" idx="48" hasCustomPrompt="1"/>
          </p:nvPr>
        </p:nvSpPr>
        <p:spPr>
          <a:xfrm>
            <a:off x="9742047" y="4149656"/>
            <a:ext cx="1795045" cy="461665"/>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44" name="Oval 16">
            <a:extLst>
              <a:ext uri="{FF2B5EF4-FFF2-40B4-BE49-F238E27FC236}">
                <a16:creationId xmlns:a16="http://schemas.microsoft.com/office/drawing/2014/main" id="{7E98949B-3EA3-AB4F-B33A-D05897E1FEAB}"/>
              </a:ext>
            </a:extLst>
          </p:cNvPr>
          <p:cNvSpPr>
            <a:spLocks noChangeArrowheads="1"/>
          </p:cNvSpPr>
          <p:nvPr userDrawn="1"/>
        </p:nvSpPr>
        <p:spPr bwMode="auto">
          <a:xfrm>
            <a:off x="8780107" y="3880256"/>
            <a:ext cx="761765" cy="759743"/>
          </a:xfrm>
          <a:prstGeom prst="ellipse">
            <a:avLst/>
          </a:prstGeom>
          <a:solidFill>
            <a:schemeClr val="tx2"/>
          </a:solidFill>
          <a:ln>
            <a:noFill/>
          </a:ln>
        </p:spPr>
        <p:txBody>
          <a:bodyPr vert="horz" wrap="square" lIns="45720" tIns="22860" rIns="45720" bIns="22860" numCol="1" anchor="t" anchorCtr="0" compatLnSpc="1">
            <a:prstTxWarp prst="textNoShape">
              <a:avLst/>
            </a:prstTxWarp>
          </a:bodyPr>
          <a:lstStyle/>
          <a:p>
            <a:pPr lvl="0"/>
            <a:endParaRPr lang="en-US" sz="900">
              <a:latin typeface="Century Gothic" panose="020B0502020202020204" pitchFamily="34" charset="0"/>
            </a:endParaRPr>
          </a:p>
        </p:txBody>
      </p:sp>
      <p:sp>
        <p:nvSpPr>
          <p:cNvPr id="33" name="Line">
            <a:extLst>
              <a:ext uri="{FF2B5EF4-FFF2-40B4-BE49-F238E27FC236}">
                <a16:creationId xmlns:a16="http://schemas.microsoft.com/office/drawing/2014/main" id="{4643D949-C557-5A49-B9FC-59B57B0F5B5F}"/>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6" name="Marcador de texto 15">
            <a:extLst>
              <a:ext uri="{FF2B5EF4-FFF2-40B4-BE49-F238E27FC236}">
                <a16:creationId xmlns:a16="http://schemas.microsoft.com/office/drawing/2014/main" id="{40D472AF-C83E-AA40-BF66-CE3E0E796112}"/>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4" name="Slide Number Placeholder 5">
            <a:extLst>
              <a:ext uri="{FF2B5EF4-FFF2-40B4-BE49-F238E27FC236}">
                <a16:creationId xmlns:a16="http://schemas.microsoft.com/office/drawing/2014/main" id="{7CFE7ABF-5D18-FF47-AD8F-61FE23D0EF7F}"/>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103140132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Grafico No. 1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55" name="Marcador de texto 45">
            <a:extLst>
              <a:ext uri="{FF2B5EF4-FFF2-40B4-BE49-F238E27FC236}">
                <a16:creationId xmlns:a16="http://schemas.microsoft.com/office/drawing/2014/main" id="{3D486B3C-980C-3245-BBED-81FFCCC1018E}"/>
              </a:ext>
            </a:extLst>
          </p:cNvPr>
          <p:cNvSpPr>
            <a:spLocks noGrp="1"/>
          </p:cNvSpPr>
          <p:nvPr>
            <p:ph type="body" sz="quarter" idx="33" hasCustomPrompt="1"/>
          </p:nvPr>
        </p:nvSpPr>
        <p:spPr>
          <a:xfrm>
            <a:off x="2065798" y="4393069"/>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6" name="Marcador de texto 45">
            <a:extLst>
              <a:ext uri="{FF2B5EF4-FFF2-40B4-BE49-F238E27FC236}">
                <a16:creationId xmlns:a16="http://schemas.microsoft.com/office/drawing/2014/main" id="{54D8D16C-235B-5F42-95DC-11526668B42B}"/>
              </a:ext>
            </a:extLst>
          </p:cNvPr>
          <p:cNvSpPr>
            <a:spLocks noGrp="1"/>
          </p:cNvSpPr>
          <p:nvPr>
            <p:ph type="body" sz="quarter" idx="34" hasCustomPrompt="1"/>
          </p:nvPr>
        </p:nvSpPr>
        <p:spPr>
          <a:xfrm>
            <a:off x="1803714" y="4767476"/>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25" name="Freeform 13">
            <a:extLst>
              <a:ext uri="{FF2B5EF4-FFF2-40B4-BE49-F238E27FC236}">
                <a16:creationId xmlns:a16="http://schemas.microsoft.com/office/drawing/2014/main" id="{A5FA6B97-4BE0-9E43-BAB8-52FCD2CE37DA}"/>
              </a:ext>
            </a:extLst>
          </p:cNvPr>
          <p:cNvSpPr>
            <a:spLocks/>
          </p:cNvSpPr>
          <p:nvPr/>
        </p:nvSpPr>
        <p:spPr bwMode="auto">
          <a:xfrm>
            <a:off x="1786888" y="2853690"/>
            <a:ext cx="1750311" cy="876699"/>
          </a:xfrm>
          <a:custGeom>
            <a:avLst/>
            <a:gdLst>
              <a:gd name="T0" fmla="*/ 231 w 231"/>
              <a:gd name="T1" fmla="*/ 115 h 115"/>
              <a:gd name="T2" fmla="*/ 116 w 231"/>
              <a:gd name="T3" fmla="*/ 0 h 115"/>
              <a:gd name="T4" fmla="*/ 0 w 231"/>
              <a:gd name="T5" fmla="*/ 115 h 115"/>
            </a:gdLst>
            <a:ahLst/>
            <a:cxnLst>
              <a:cxn ang="0">
                <a:pos x="T0" y="T1"/>
              </a:cxn>
              <a:cxn ang="0">
                <a:pos x="T2" y="T3"/>
              </a:cxn>
              <a:cxn ang="0">
                <a:pos x="T4" y="T5"/>
              </a:cxn>
            </a:cxnLst>
            <a:rect l="0" t="0" r="r" b="b"/>
            <a:pathLst>
              <a:path w="231" h="115">
                <a:moveTo>
                  <a:pt x="231" y="115"/>
                </a:moveTo>
                <a:cubicBezTo>
                  <a:pt x="231" y="52"/>
                  <a:pt x="179" y="0"/>
                  <a:pt x="116" y="0"/>
                </a:cubicBezTo>
                <a:cubicBezTo>
                  <a:pt x="52" y="0"/>
                  <a:pt x="0" y="52"/>
                  <a:pt x="0" y="115"/>
                </a:cubicBezTo>
              </a:path>
            </a:pathLst>
          </a:custGeom>
          <a:noFill/>
          <a:ln w="317500" cap="flat">
            <a:solidFill>
              <a:schemeClr val="tx1">
                <a:lumMod val="10000"/>
                <a:lumOff val="9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45720" tIns="22860" rIns="45720" bIns="22860" numCol="1" anchor="t" anchorCtr="0" compatLnSpc="1">
            <a:prstTxWarp prst="textNoShape">
              <a:avLst/>
            </a:prstTxWarp>
          </a:bodyPr>
          <a:lstStyle/>
          <a:p>
            <a:endParaRPr lang="en-US" sz="900">
              <a:solidFill>
                <a:srgbClr val="56585A"/>
              </a:solidFill>
              <a:latin typeface="Century Gothic" panose="020B0502020202020204" pitchFamily="34" charset="0"/>
              <a:ea typeface="Open Sans" charset="0"/>
              <a:cs typeface="Open Sans" charset="0"/>
            </a:endParaRPr>
          </a:p>
        </p:txBody>
      </p:sp>
      <p:sp>
        <p:nvSpPr>
          <p:cNvPr id="26" name="Freeform 14">
            <a:extLst>
              <a:ext uri="{FF2B5EF4-FFF2-40B4-BE49-F238E27FC236}">
                <a16:creationId xmlns:a16="http://schemas.microsoft.com/office/drawing/2014/main" id="{560FFC73-127B-FA41-86D7-BC8657960315}"/>
              </a:ext>
            </a:extLst>
          </p:cNvPr>
          <p:cNvSpPr>
            <a:spLocks/>
          </p:cNvSpPr>
          <p:nvPr/>
        </p:nvSpPr>
        <p:spPr bwMode="auto">
          <a:xfrm>
            <a:off x="3537199" y="3730388"/>
            <a:ext cx="1750311" cy="889497"/>
          </a:xfrm>
          <a:custGeom>
            <a:avLst/>
            <a:gdLst>
              <a:gd name="T0" fmla="*/ 0 w 231"/>
              <a:gd name="T1" fmla="*/ 0 h 116"/>
              <a:gd name="T2" fmla="*/ 115 w 231"/>
              <a:gd name="T3" fmla="*/ 116 h 116"/>
              <a:gd name="T4" fmla="*/ 231 w 231"/>
              <a:gd name="T5" fmla="*/ 0 h 116"/>
            </a:gdLst>
            <a:ahLst/>
            <a:cxnLst>
              <a:cxn ang="0">
                <a:pos x="T0" y="T1"/>
              </a:cxn>
              <a:cxn ang="0">
                <a:pos x="T2" y="T3"/>
              </a:cxn>
              <a:cxn ang="0">
                <a:pos x="T4" y="T5"/>
              </a:cxn>
            </a:cxnLst>
            <a:rect l="0" t="0" r="r" b="b"/>
            <a:pathLst>
              <a:path w="231" h="116">
                <a:moveTo>
                  <a:pt x="0" y="0"/>
                </a:moveTo>
                <a:cubicBezTo>
                  <a:pt x="0" y="64"/>
                  <a:pt x="52" y="116"/>
                  <a:pt x="115" y="116"/>
                </a:cubicBezTo>
                <a:cubicBezTo>
                  <a:pt x="179" y="116"/>
                  <a:pt x="231" y="64"/>
                  <a:pt x="231" y="0"/>
                </a:cubicBezTo>
              </a:path>
            </a:pathLst>
          </a:custGeom>
          <a:noFill/>
          <a:ln w="317500" cap="flat">
            <a:solidFill>
              <a:schemeClr val="tx1">
                <a:lumMod val="10000"/>
                <a:lumOff val="90000"/>
              </a:schemeClr>
            </a:solidFill>
            <a:prstDash val="solid"/>
            <a:miter lim="800000"/>
            <a:headEnd/>
            <a:tailEnd/>
          </a:ln>
        </p:spPr>
        <p:txBody>
          <a:bodyPr vert="horz" wrap="square" lIns="45720" tIns="22860" rIns="45720" bIns="22860" numCol="1" anchor="t" anchorCtr="0" compatLnSpc="1">
            <a:prstTxWarp prst="textNoShape">
              <a:avLst/>
            </a:prstTxWarp>
          </a:bodyPr>
          <a:lstStyle/>
          <a:p>
            <a:endParaRPr lang="en-US" sz="900">
              <a:solidFill>
                <a:srgbClr val="56585A"/>
              </a:solidFill>
              <a:latin typeface="Century Gothic" panose="020B0502020202020204" pitchFamily="34" charset="0"/>
              <a:ea typeface="Open Sans" charset="0"/>
              <a:cs typeface="Open Sans" charset="0"/>
            </a:endParaRPr>
          </a:p>
        </p:txBody>
      </p:sp>
      <p:sp>
        <p:nvSpPr>
          <p:cNvPr id="27" name="Freeform 15">
            <a:extLst>
              <a:ext uri="{FF2B5EF4-FFF2-40B4-BE49-F238E27FC236}">
                <a16:creationId xmlns:a16="http://schemas.microsoft.com/office/drawing/2014/main" id="{CA5300A4-27AE-6043-85A4-6B874E536838}"/>
              </a:ext>
            </a:extLst>
          </p:cNvPr>
          <p:cNvSpPr>
            <a:spLocks/>
          </p:cNvSpPr>
          <p:nvPr/>
        </p:nvSpPr>
        <p:spPr bwMode="auto">
          <a:xfrm>
            <a:off x="5287509" y="2853690"/>
            <a:ext cx="1740711" cy="876699"/>
          </a:xfrm>
          <a:custGeom>
            <a:avLst/>
            <a:gdLst>
              <a:gd name="T0" fmla="*/ 230 w 230"/>
              <a:gd name="T1" fmla="*/ 115 h 115"/>
              <a:gd name="T2" fmla="*/ 115 w 230"/>
              <a:gd name="T3" fmla="*/ 0 h 115"/>
              <a:gd name="T4" fmla="*/ 0 w 230"/>
              <a:gd name="T5" fmla="*/ 115 h 115"/>
            </a:gdLst>
            <a:ahLst/>
            <a:cxnLst>
              <a:cxn ang="0">
                <a:pos x="T0" y="T1"/>
              </a:cxn>
              <a:cxn ang="0">
                <a:pos x="T2" y="T3"/>
              </a:cxn>
              <a:cxn ang="0">
                <a:pos x="T4" y="T5"/>
              </a:cxn>
            </a:cxnLst>
            <a:rect l="0" t="0" r="r" b="b"/>
            <a:pathLst>
              <a:path w="230" h="115">
                <a:moveTo>
                  <a:pt x="230" y="115"/>
                </a:moveTo>
                <a:cubicBezTo>
                  <a:pt x="230" y="52"/>
                  <a:pt x="179" y="0"/>
                  <a:pt x="115" y="0"/>
                </a:cubicBezTo>
                <a:cubicBezTo>
                  <a:pt x="51" y="0"/>
                  <a:pt x="0" y="52"/>
                  <a:pt x="0" y="115"/>
                </a:cubicBezTo>
              </a:path>
            </a:pathLst>
          </a:custGeom>
          <a:noFill/>
          <a:ln w="317500" cap="flat">
            <a:solidFill>
              <a:schemeClr val="tx1">
                <a:lumMod val="10000"/>
                <a:lumOff val="90000"/>
              </a:schemeClr>
            </a:solidFill>
            <a:prstDash val="solid"/>
            <a:miter lim="800000"/>
            <a:headEnd/>
            <a:tailEnd/>
          </a:ln>
        </p:spPr>
        <p:txBody>
          <a:bodyPr vert="horz" wrap="square" lIns="45720" tIns="22860" rIns="45720" bIns="22860" numCol="1" anchor="t" anchorCtr="0" compatLnSpc="1">
            <a:prstTxWarp prst="textNoShape">
              <a:avLst/>
            </a:prstTxWarp>
          </a:bodyPr>
          <a:lstStyle/>
          <a:p>
            <a:endParaRPr lang="en-US" sz="900">
              <a:solidFill>
                <a:srgbClr val="56585A"/>
              </a:solidFill>
              <a:latin typeface="Century Gothic" panose="020B0502020202020204" pitchFamily="34" charset="0"/>
              <a:ea typeface="Open Sans" charset="0"/>
              <a:cs typeface="Open Sans" charset="0"/>
            </a:endParaRPr>
          </a:p>
        </p:txBody>
      </p:sp>
      <p:sp>
        <p:nvSpPr>
          <p:cNvPr id="28" name="Freeform 16">
            <a:extLst>
              <a:ext uri="{FF2B5EF4-FFF2-40B4-BE49-F238E27FC236}">
                <a16:creationId xmlns:a16="http://schemas.microsoft.com/office/drawing/2014/main" id="{128EC04C-0FE7-954A-BA6F-79E8C9089357}"/>
              </a:ext>
            </a:extLst>
          </p:cNvPr>
          <p:cNvSpPr>
            <a:spLocks/>
          </p:cNvSpPr>
          <p:nvPr/>
        </p:nvSpPr>
        <p:spPr bwMode="auto">
          <a:xfrm>
            <a:off x="7028219" y="3730388"/>
            <a:ext cx="1750311" cy="889497"/>
          </a:xfrm>
          <a:custGeom>
            <a:avLst/>
            <a:gdLst>
              <a:gd name="T0" fmla="*/ 0 w 231"/>
              <a:gd name="T1" fmla="*/ 0 h 116"/>
              <a:gd name="T2" fmla="*/ 116 w 231"/>
              <a:gd name="T3" fmla="*/ 116 h 116"/>
              <a:gd name="T4" fmla="*/ 231 w 231"/>
              <a:gd name="T5" fmla="*/ 0 h 116"/>
            </a:gdLst>
            <a:ahLst/>
            <a:cxnLst>
              <a:cxn ang="0">
                <a:pos x="T0" y="T1"/>
              </a:cxn>
              <a:cxn ang="0">
                <a:pos x="T2" y="T3"/>
              </a:cxn>
              <a:cxn ang="0">
                <a:pos x="T4" y="T5"/>
              </a:cxn>
            </a:cxnLst>
            <a:rect l="0" t="0" r="r" b="b"/>
            <a:pathLst>
              <a:path w="231" h="116">
                <a:moveTo>
                  <a:pt x="0" y="0"/>
                </a:moveTo>
                <a:cubicBezTo>
                  <a:pt x="0" y="64"/>
                  <a:pt x="52" y="116"/>
                  <a:pt x="116" y="116"/>
                </a:cubicBezTo>
                <a:cubicBezTo>
                  <a:pt x="179" y="116"/>
                  <a:pt x="231" y="64"/>
                  <a:pt x="231" y="0"/>
                </a:cubicBezTo>
              </a:path>
            </a:pathLst>
          </a:custGeom>
          <a:noFill/>
          <a:ln w="317500" cap="flat">
            <a:solidFill>
              <a:schemeClr val="tx1">
                <a:lumMod val="10000"/>
                <a:lumOff val="9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45720" tIns="22860" rIns="45720" bIns="22860" numCol="1" anchor="t" anchorCtr="0" compatLnSpc="1">
            <a:prstTxWarp prst="textNoShape">
              <a:avLst/>
            </a:prstTxWarp>
          </a:bodyPr>
          <a:lstStyle/>
          <a:p>
            <a:endParaRPr lang="en-US" sz="900">
              <a:solidFill>
                <a:srgbClr val="56585A"/>
              </a:solidFill>
              <a:latin typeface="Century Gothic" panose="020B0502020202020204" pitchFamily="34" charset="0"/>
              <a:ea typeface="Open Sans" charset="0"/>
              <a:cs typeface="Open Sans" charset="0"/>
            </a:endParaRPr>
          </a:p>
        </p:txBody>
      </p:sp>
      <p:sp>
        <p:nvSpPr>
          <p:cNvPr id="29" name="Freeform 13">
            <a:extLst>
              <a:ext uri="{FF2B5EF4-FFF2-40B4-BE49-F238E27FC236}">
                <a16:creationId xmlns:a16="http://schemas.microsoft.com/office/drawing/2014/main" id="{E8245CF5-6349-434F-8365-4CC4F76F7A96}"/>
              </a:ext>
            </a:extLst>
          </p:cNvPr>
          <p:cNvSpPr>
            <a:spLocks/>
          </p:cNvSpPr>
          <p:nvPr/>
        </p:nvSpPr>
        <p:spPr bwMode="auto">
          <a:xfrm>
            <a:off x="8778530" y="2853690"/>
            <a:ext cx="1750311" cy="876699"/>
          </a:xfrm>
          <a:custGeom>
            <a:avLst/>
            <a:gdLst>
              <a:gd name="T0" fmla="*/ 231 w 231"/>
              <a:gd name="T1" fmla="*/ 115 h 115"/>
              <a:gd name="T2" fmla="*/ 115 w 231"/>
              <a:gd name="T3" fmla="*/ 0 h 115"/>
              <a:gd name="T4" fmla="*/ 0 w 231"/>
              <a:gd name="T5" fmla="*/ 115 h 115"/>
            </a:gdLst>
            <a:ahLst/>
            <a:cxnLst>
              <a:cxn ang="0">
                <a:pos x="T0" y="T1"/>
              </a:cxn>
              <a:cxn ang="0">
                <a:pos x="T2" y="T3"/>
              </a:cxn>
              <a:cxn ang="0">
                <a:pos x="T4" y="T5"/>
              </a:cxn>
            </a:cxnLst>
            <a:rect l="0" t="0" r="r" b="b"/>
            <a:pathLst>
              <a:path w="231" h="115">
                <a:moveTo>
                  <a:pt x="231" y="115"/>
                </a:moveTo>
                <a:cubicBezTo>
                  <a:pt x="231" y="52"/>
                  <a:pt x="179" y="0"/>
                  <a:pt x="115" y="0"/>
                </a:cubicBezTo>
                <a:cubicBezTo>
                  <a:pt x="52" y="0"/>
                  <a:pt x="0" y="52"/>
                  <a:pt x="0" y="115"/>
                </a:cubicBezTo>
              </a:path>
            </a:pathLst>
          </a:custGeom>
          <a:noFill/>
          <a:ln w="317500" cap="flat">
            <a:solidFill>
              <a:schemeClr val="tx1">
                <a:lumMod val="10000"/>
                <a:lumOff val="9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45720" tIns="22860" rIns="45720" bIns="22860" numCol="1" anchor="t" anchorCtr="0" compatLnSpc="1">
            <a:prstTxWarp prst="textNoShape">
              <a:avLst/>
            </a:prstTxWarp>
          </a:bodyPr>
          <a:lstStyle/>
          <a:p>
            <a:endParaRPr lang="en-US" sz="900">
              <a:solidFill>
                <a:srgbClr val="56585A"/>
              </a:solidFill>
              <a:latin typeface="Century Gothic" panose="020B0502020202020204" pitchFamily="34" charset="0"/>
              <a:ea typeface="Open Sans" charset="0"/>
              <a:cs typeface="Open Sans" charset="0"/>
            </a:endParaRPr>
          </a:p>
        </p:txBody>
      </p:sp>
      <p:sp>
        <p:nvSpPr>
          <p:cNvPr id="30" name="Oval 18">
            <a:extLst>
              <a:ext uri="{FF2B5EF4-FFF2-40B4-BE49-F238E27FC236}">
                <a16:creationId xmlns:a16="http://schemas.microsoft.com/office/drawing/2014/main" id="{E72C6F07-AADE-A144-BF0B-FF3E71B4AD94}"/>
              </a:ext>
            </a:extLst>
          </p:cNvPr>
          <p:cNvSpPr/>
          <p:nvPr/>
        </p:nvSpPr>
        <p:spPr>
          <a:xfrm>
            <a:off x="2178127" y="3252904"/>
            <a:ext cx="967830" cy="9677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a:solidFill>
                <a:srgbClr val="56585A"/>
              </a:solidFill>
              <a:latin typeface="Century Gothic" panose="020B0502020202020204" pitchFamily="34" charset="0"/>
              <a:ea typeface="Open Sans" charset="0"/>
              <a:cs typeface="Open Sans" charset="0"/>
            </a:endParaRPr>
          </a:p>
        </p:txBody>
      </p:sp>
      <p:sp>
        <p:nvSpPr>
          <p:cNvPr id="31" name="Oval 19">
            <a:extLst>
              <a:ext uri="{FF2B5EF4-FFF2-40B4-BE49-F238E27FC236}">
                <a16:creationId xmlns:a16="http://schemas.microsoft.com/office/drawing/2014/main" id="{E1C24267-C1C6-024C-B581-EECF233C00D9}"/>
              </a:ext>
            </a:extLst>
          </p:cNvPr>
          <p:cNvSpPr/>
          <p:nvPr/>
        </p:nvSpPr>
        <p:spPr>
          <a:xfrm>
            <a:off x="3928438" y="3252904"/>
            <a:ext cx="967830" cy="967768"/>
          </a:xfrm>
          <a:prstGeom prst="ellipse">
            <a:avLst/>
          </a:prstGeom>
          <a:solidFill>
            <a:srgbClr val="5658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a:solidFill>
                <a:srgbClr val="56585A"/>
              </a:solidFill>
              <a:latin typeface="Century Gothic" panose="020B0502020202020204" pitchFamily="34" charset="0"/>
              <a:ea typeface="Open Sans" charset="0"/>
              <a:cs typeface="Open Sans" charset="0"/>
            </a:endParaRPr>
          </a:p>
        </p:txBody>
      </p:sp>
      <p:sp>
        <p:nvSpPr>
          <p:cNvPr id="32" name="Oval 20">
            <a:extLst>
              <a:ext uri="{FF2B5EF4-FFF2-40B4-BE49-F238E27FC236}">
                <a16:creationId xmlns:a16="http://schemas.microsoft.com/office/drawing/2014/main" id="{3968CDFD-C658-1648-8F9D-B986FFFBAB4F}"/>
              </a:ext>
            </a:extLst>
          </p:cNvPr>
          <p:cNvSpPr/>
          <p:nvPr/>
        </p:nvSpPr>
        <p:spPr>
          <a:xfrm>
            <a:off x="5673950" y="3252904"/>
            <a:ext cx="967830" cy="9677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a:solidFill>
                <a:srgbClr val="56585A"/>
              </a:solidFill>
              <a:latin typeface="Century Gothic" panose="020B0502020202020204" pitchFamily="34" charset="0"/>
              <a:ea typeface="Open Sans" charset="0"/>
              <a:cs typeface="Open Sans" charset="0"/>
            </a:endParaRPr>
          </a:p>
        </p:txBody>
      </p:sp>
      <p:sp>
        <p:nvSpPr>
          <p:cNvPr id="34" name="Oval 21">
            <a:extLst>
              <a:ext uri="{FF2B5EF4-FFF2-40B4-BE49-F238E27FC236}">
                <a16:creationId xmlns:a16="http://schemas.microsoft.com/office/drawing/2014/main" id="{1C4BE49F-3288-DB42-B2BC-E8A97C1CB415}"/>
              </a:ext>
            </a:extLst>
          </p:cNvPr>
          <p:cNvSpPr/>
          <p:nvPr/>
        </p:nvSpPr>
        <p:spPr>
          <a:xfrm>
            <a:off x="7414661" y="3252904"/>
            <a:ext cx="967830" cy="967768"/>
          </a:xfrm>
          <a:prstGeom prst="ellipse">
            <a:avLst/>
          </a:prstGeom>
          <a:solidFill>
            <a:srgbClr val="5658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a:solidFill>
                <a:srgbClr val="56585A"/>
              </a:solidFill>
              <a:latin typeface="Century Gothic" panose="020B0502020202020204" pitchFamily="34" charset="0"/>
              <a:ea typeface="Open Sans" charset="0"/>
              <a:cs typeface="Open Sans" charset="0"/>
            </a:endParaRPr>
          </a:p>
        </p:txBody>
      </p:sp>
      <p:sp>
        <p:nvSpPr>
          <p:cNvPr id="35" name="Oval 22">
            <a:extLst>
              <a:ext uri="{FF2B5EF4-FFF2-40B4-BE49-F238E27FC236}">
                <a16:creationId xmlns:a16="http://schemas.microsoft.com/office/drawing/2014/main" id="{E2B3A894-1515-B447-9EBC-18619B8625C1}"/>
              </a:ext>
            </a:extLst>
          </p:cNvPr>
          <p:cNvSpPr/>
          <p:nvPr/>
        </p:nvSpPr>
        <p:spPr>
          <a:xfrm>
            <a:off x="9169769" y="3252904"/>
            <a:ext cx="967830" cy="9677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a:solidFill>
                <a:srgbClr val="56585A"/>
              </a:solidFill>
              <a:latin typeface="Century Gothic" panose="020B0502020202020204" pitchFamily="34" charset="0"/>
              <a:ea typeface="Open Sans" charset="0"/>
              <a:cs typeface="Open Sans" charset="0"/>
            </a:endParaRPr>
          </a:p>
        </p:txBody>
      </p:sp>
      <p:sp>
        <p:nvSpPr>
          <p:cNvPr id="44" name="Marcador de texto 45">
            <a:extLst>
              <a:ext uri="{FF2B5EF4-FFF2-40B4-BE49-F238E27FC236}">
                <a16:creationId xmlns:a16="http://schemas.microsoft.com/office/drawing/2014/main" id="{FF96F364-006F-C549-A585-E6334B791604}"/>
              </a:ext>
            </a:extLst>
          </p:cNvPr>
          <p:cNvSpPr>
            <a:spLocks noGrp="1"/>
          </p:cNvSpPr>
          <p:nvPr>
            <p:ph type="body" sz="quarter" idx="35" hasCustomPrompt="1"/>
          </p:nvPr>
        </p:nvSpPr>
        <p:spPr>
          <a:xfrm>
            <a:off x="5570904" y="4393069"/>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6" name="Marcador de texto 45">
            <a:extLst>
              <a:ext uri="{FF2B5EF4-FFF2-40B4-BE49-F238E27FC236}">
                <a16:creationId xmlns:a16="http://schemas.microsoft.com/office/drawing/2014/main" id="{1A0DC30A-7857-FB4B-BBA6-744CF9A63EC8}"/>
              </a:ext>
            </a:extLst>
          </p:cNvPr>
          <p:cNvSpPr>
            <a:spLocks noGrp="1"/>
          </p:cNvSpPr>
          <p:nvPr>
            <p:ph type="body" sz="quarter" idx="36" hasCustomPrompt="1"/>
          </p:nvPr>
        </p:nvSpPr>
        <p:spPr>
          <a:xfrm>
            <a:off x="5308819" y="4767476"/>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47" name="Marcador de texto 45">
            <a:extLst>
              <a:ext uri="{FF2B5EF4-FFF2-40B4-BE49-F238E27FC236}">
                <a16:creationId xmlns:a16="http://schemas.microsoft.com/office/drawing/2014/main" id="{B4276622-A128-424A-AA6E-F285A3DBD078}"/>
              </a:ext>
            </a:extLst>
          </p:cNvPr>
          <p:cNvSpPr>
            <a:spLocks noGrp="1"/>
          </p:cNvSpPr>
          <p:nvPr>
            <p:ph type="body" sz="quarter" idx="37" hasCustomPrompt="1"/>
          </p:nvPr>
        </p:nvSpPr>
        <p:spPr>
          <a:xfrm>
            <a:off x="9076009" y="4393069"/>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8" name="Marcador de texto 45">
            <a:extLst>
              <a:ext uri="{FF2B5EF4-FFF2-40B4-BE49-F238E27FC236}">
                <a16:creationId xmlns:a16="http://schemas.microsoft.com/office/drawing/2014/main" id="{DCF66393-159E-AA40-A067-7E05EE1DCCEC}"/>
              </a:ext>
            </a:extLst>
          </p:cNvPr>
          <p:cNvSpPr>
            <a:spLocks noGrp="1"/>
          </p:cNvSpPr>
          <p:nvPr>
            <p:ph type="body" sz="quarter" idx="38" hasCustomPrompt="1"/>
          </p:nvPr>
        </p:nvSpPr>
        <p:spPr>
          <a:xfrm>
            <a:off x="8813925" y="4767476"/>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49" name="Marcador de texto 45">
            <a:extLst>
              <a:ext uri="{FF2B5EF4-FFF2-40B4-BE49-F238E27FC236}">
                <a16:creationId xmlns:a16="http://schemas.microsoft.com/office/drawing/2014/main" id="{03E449C4-709E-1A4E-9C36-260E93835105}"/>
              </a:ext>
            </a:extLst>
          </p:cNvPr>
          <p:cNvSpPr>
            <a:spLocks noGrp="1"/>
          </p:cNvSpPr>
          <p:nvPr>
            <p:ph type="body" sz="quarter" idx="39" hasCustomPrompt="1"/>
          </p:nvPr>
        </p:nvSpPr>
        <p:spPr>
          <a:xfrm>
            <a:off x="7294520" y="2132856"/>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0" name="Marcador de texto 45">
            <a:extLst>
              <a:ext uri="{FF2B5EF4-FFF2-40B4-BE49-F238E27FC236}">
                <a16:creationId xmlns:a16="http://schemas.microsoft.com/office/drawing/2014/main" id="{6279B502-9BE5-AC4C-83EB-B9B2FD15DFCF}"/>
              </a:ext>
            </a:extLst>
          </p:cNvPr>
          <p:cNvSpPr>
            <a:spLocks noGrp="1"/>
          </p:cNvSpPr>
          <p:nvPr>
            <p:ph type="body" sz="quarter" idx="40" hasCustomPrompt="1"/>
          </p:nvPr>
        </p:nvSpPr>
        <p:spPr>
          <a:xfrm>
            <a:off x="7032436" y="2507263"/>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51" name="Marcador de texto 45">
            <a:extLst>
              <a:ext uri="{FF2B5EF4-FFF2-40B4-BE49-F238E27FC236}">
                <a16:creationId xmlns:a16="http://schemas.microsoft.com/office/drawing/2014/main" id="{93906A2A-839F-0B46-947E-AFCDA4AF26BD}"/>
              </a:ext>
            </a:extLst>
          </p:cNvPr>
          <p:cNvSpPr>
            <a:spLocks noGrp="1"/>
          </p:cNvSpPr>
          <p:nvPr>
            <p:ph type="body" sz="quarter" idx="41" hasCustomPrompt="1"/>
          </p:nvPr>
        </p:nvSpPr>
        <p:spPr>
          <a:xfrm>
            <a:off x="3831863" y="2132856"/>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2" name="Marcador de texto 45">
            <a:extLst>
              <a:ext uri="{FF2B5EF4-FFF2-40B4-BE49-F238E27FC236}">
                <a16:creationId xmlns:a16="http://schemas.microsoft.com/office/drawing/2014/main" id="{F93D0D2E-EA02-C741-9E50-F4955119F37B}"/>
              </a:ext>
            </a:extLst>
          </p:cNvPr>
          <p:cNvSpPr>
            <a:spLocks noGrp="1"/>
          </p:cNvSpPr>
          <p:nvPr>
            <p:ph type="body" sz="quarter" idx="42" hasCustomPrompt="1"/>
          </p:nvPr>
        </p:nvSpPr>
        <p:spPr>
          <a:xfrm>
            <a:off x="3569779" y="2507263"/>
            <a:ext cx="1716370"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33" name="Line">
            <a:extLst>
              <a:ext uri="{FF2B5EF4-FFF2-40B4-BE49-F238E27FC236}">
                <a16:creationId xmlns:a16="http://schemas.microsoft.com/office/drawing/2014/main" id="{6D9827F8-A3BC-A744-B232-DE67C737666C}"/>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36" name="Marcador de texto 15">
            <a:extLst>
              <a:ext uri="{FF2B5EF4-FFF2-40B4-BE49-F238E27FC236}">
                <a16:creationId xmlns:a16="http://schemas.microsoft.com/office/drawing/2014/main" id="{61961692-D545-EA4C-B3C8-1605ED7CD847}"/>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7" name="Slide Number Placeholder 5">
            <a:extLst>
              <a:ext uri="{FF2B5EF4-FFF2-40B4-BE49-F238E27FC236}">
                <a16:creationId xmlns:a16="http://schemas.microsoft.com/office/drawing/2014/main" id="{7ED88F2A-780B-2D47-AA3F-ED43B316F6C9}"/>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48717404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Grafico No. 16">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55" name="Marcador de texto 45">
            <a:extLst>
              <a:ext uri="{FF2B5EF4-FFF2-40B4-BE49-F238E27FC236}">
                <a16:creationId xmlns:a16="http://schemas.microsoft.com/office/drawing/2014/main" id="{3D486B3C-980C-3245-BBED-81FFCCC1018E}"/>
              </a:ext>
            </a:extLst>
          </p:cNvPr>
          <p:cNvSpPr>
            <a:spLocks noGrp="1"/>
          </p:cNvSpPr>
          <p:nvPr>
            <p:ph type="body" sz="quarter" idx="33" hasCustomPrompt="1"/>
          </p:nvPr>
        </p:nvSpPr>
        <p:spPr>
          <a:xfrm>
            <a:off x="2423353" y="5151466"/>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6" name="Marcador de texto 45">
            <a:extLst>
              <a:ext uri="{FF2B5EF4-FFF2-40B4-BE49-F238E27FC236}">
                <a16:creationId xmlns:a16="http://schemas.microsoft.com/office/drawing/2014/main" id="{54D8D16C-235B-5F42-95DC-11526668B42B}"/>
              </a:ext>
            </a:extLst>
          </p:cNvPr>
          <p:cNvSpPr>
            <a:spLocks noGrp="1"/>
          </p:cNvSpPr>
          <p:nvPr>
            <p:ph type="body" sz="quarter" idx="34" hasCustomPrompt="1"/>
          </p:nvPr>
        </p:nvSpPr>
        <p:spPr>
          <a:xfrm>
            <a:off x="2161268" y="5522148"/>
            <a:ext cx="1716370" cy="307777"/>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a:t>
            </a:r>
          </a:p>
        </p:txBody>
      </p:sp>
      <p:grpSp>
        <p:nvGrpSpPr>
          <p:cNvPr id="13" name="Group 1">
            <a:extLst>
              <a:ext uri="{FF2B5EF4-FFF2-40B4-BE49-F238E27FC236}">
                <a16:creationId xmlns:a16="http://schemas.microsoft.com/office/drawing/2014/main" id="{30743459-F475-D040-9F86-CC71A46B3314}"/>
              </a:ext>
            </a:extLst>
          </p:cNvPr>
          <p:cNvGrpSpPr/>
          <p:nvPr userDrawn="1"/>
        </p:nvGrpSpPr>
        <p:grpSpPr>
          <a:xfrm>
            <a:off x="1750838" y="2560726"/>
            <a:ext cx="8974688" cy="2509501"/>
            <a:chOff x="2582863" y="1857375"/>
            <a:chExt cx="6973887" cy="3389313"/>
          </a:xfrm>
        </p:grpSpPr>
        <p:sp>
          <p:nvSpPr>
            <p:cNvPr id="32" name="Freeform 2">
              <a:extLst>
                <a:ext uri="{FF2B5EF4-FFF2-40B4-BE49-F238E27FC236}">
                  <a16:creationId xmlns:a16="http://schemas.microsoft.com/office/drawing/2014/main" id="{1495ACFB-AE29-8442-9AD1-81DA9B23E194}"/>
                </a:ext>
              </a:extLst>
            </p:cNvPr>
            <p:cNvSpPr>
              <a:spLocks/>
            </p:cNvSpPr>
            <p:nvPr/>
          </p:nvSpPr>
          <p:spPr bwMode="auto">
            <a:xfrm>
              <a:off x="6935788" y="1857375"/>
              <a:ext cx="1884363" cy="2684463"/>
            </a:xfrm>
            <a:custGeom>
              <a:avLst/>
              <a:gdLst>
                <a:gd name="connsiteX0" fmla="*/ 1601788 w 1884363"/>
                <a:gd name="connsiteY0" fmla="*/ 0 h 2684463"/>
                <a:gd name="connsiteX1" fmla="*/ 1766888 w 1884363"/>
                <a:gd name="connsiteY1" fmla="*/ 0 h 2684463"/>
                <a:gd name="connsiteX2" fmla="*/ 1766888 w 1884363"/>
                <a:gd name="connsiteY2" fmla="*/ 166688 h 2684463"/>
                <a:gd name="connsiteX3" fmla="*/ 1690688 w 1884363"/>
                <a:gd name="connsiteY3" fmla="*/ 166688 h 2684463"/>
                <a:gd name="connsiteX4" fmla="*/ 1690688 w 1884363"/>
                <a:gd name="connsiteY4" fmla="*/ 706438 h 2684463"/>
                <a:gd name="connsiteX5" fmla="*/ 1730376 w 1884363"/>
                <a:gd name="connsiteY5" fmla="*/ 706438 h 2684463"/>
                <a:gd name="connsiteX6" fmla="*/ 1884363 w 1884363"/>
                <a:gd name="connsiteY6" fmla="*/ 852488 h 2684463"/>
                <a:gd name="connsiteX7" fmla="*/ 1730376 w 1884363"/>
                <a:gd name="connsiteY7" fmla="*/ 998538 h 2684463"/>
                <a:gd name="connsiteX8" fmla="*/ 1690688 w 1884363"/>
                <a:gd name="connsiteY8" fmla="*/ 998538 h 2684463"/>
                <a:gd name="connsiteX9" fmla="*/ 1674813 w 1884363"/>
                <a:gd name="connsiteY9" fmla="*/ 998538 h 2684463"/>
                <a:gd name="connsiteX10" fmla="*/ 985838 w 1884363"/>
                <a:gd name="connsiteY10" fmla="*/ 998538 h 2684463"/>
                <a:gd name="connsiteX11" fmla="*/ 985838 w 1884363"/>
                <a:gd name="connsiteY11" fmla="*/ 2392363 h 2684463"/>
                <a:gd name="connsiteX12" fmla="*/ 985838 w 1884363"/>
                <a:gd name="connsiteY12" fmla="*/ 2684463 h 2684463"/>
                <a:gd name="connsiteX13" fmla="*/ 0 w 1884363"/>
                <a:gd name="connsiteY13" fmla="*/ 2684463 h 2684463"/>
                <a:gd name="connsiteX14" fmla="*/ 153988 w 1884363"/>
                <a:gd name="connsiteY14" fmla="*/ 2538413 h 2684463"/>
                <a:gd name="connsiteX15" fmla="*/ 0 w 1884363"/>
                <a:gd name="connsiteY15" fmla="*/ 2392363 h 2684463"/>
                <a:gd name="connsiteX16" fmla="*/ 695325 w 1884363"/>
                <a:gd name="connsiteY16" fmla="*/ 2392363 h 2684463"/>
                <a:gd name="connsiteX17" fmla="*/ 695325 w 1884363"/>
                <a:gd name="connsiteY17" fmla="*/ 998538 h 2684463"/>
                <a:gd name="connsiteX18" fmla="*/ 695325 w 1884363"/>
                <a:gd name="connsiteY18" fmla="*/ 706438 h 2684463"/>
                <a:gd name="connsiteX19" fmla="*/ 1674813 w 1884363"/>
                <a:gd name="connsiteY19" fmla="*/ 706438 h 2684463"/>
                <a:gd name="connsiteX20" fmla="*/ 1674813 w 1884363"/>
                <a:gd name="connsiteY20" fmla="*/ 166688 h 2684463"/>
                <a:gd name="connsiteX21" fmla="*/ 1601788 w 1884363"/>
                <a:gd name="connsiteY21" fmla="*/ 166688 h 2684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84363" h="2684463">
                  <a:moveTo>
                    <a:pt x="1601788" y="0"/>
                  </a:moveTo>
                  <a:lnTo>
                    <a:pt x="1766888" y="0"/>
                  </a:lnTo>
                  <a:lnTo>
                    <a:pt x="1766888" y="166688"/>
                  </a:lnTo>
                  <a:lnTo>
                    <a:pt x="1690688" y="166688"/>
                  </a:lnTo>
                  <a:lnTo>
                    <a:pt x="1690688" y="706438"/>
                  </a:lnTo>
                  <a:lnTo>
                    <a:pt x="1730376" y="706438"/>
                  </a:lnTo>
                  <a:lnTo>
                    <a:pt x="1884363" y="852488"/>
                  </a:lnTo>
                  <a:lnTo>
                    <a:pt x="1730376" y="998538"/>
                  </a:lnTo>
                  <a:lnTo>
                    <a:pt x="1690688" y="998538"/>
                  </a:lnTo>
                  <a:lnTo>
                    <a:pt x="1674813" y="998538"/>
                  </a:lnTo>
                  <a:lnTo>
                    <a:pt x="985838" y="998538"/>
                  </a:lnTo>
                  <a:lnTo>
                    <a:pt x="985838" y="2392363"/>
                  </a:lnTo>
                  <a:lnTo>
                    <a:pt x="985838" y="2684463"/>
                  </a:lnTo>
                  <a:lnTo>
                    <a:pt x="0" y="2684463"/>
                  </a:lnTo>
                  <a:lnTo>
                    <a:pt x="153988" y="2538413"/>
                  </a:lnTo>
                  <a:lnTo>
                    <a:pt x="0" y="2392363"/>
                  </a:lnTo>
                  <a:lnTo>
                    <a:pt x="695325" y="2392363"/>
                  </a:lnTo>
                  <a:lnTo>
                    <a:pt x="695325" y="998538"/>
                  </a:lnTo>
                  <a:lnTo>
                    <a:pt x="695325" y="706438"/>
                  </a:lnTo>
                  <a:lnTo>
                    <a:pt x="1674813" y="706438"/>
                  </a:lnTo>
                  <a:lnTo>
                    <a:pt x="1674813" y="166688"/>
                  </a:lnTo>
                  <a:lnTo>
                    <a:pt x="1601788" y="166688"/>
                  </a:lnTo>
                  <a:close/>
                </a:path>
              </a:pathLst>
            </a:custGeom>
            <a:solidFill>
              <a:srgbClr val="F08A00"/>
            </a:solidFill>
            <a:ln>
              <a:noFill/>
            </a:ln>
          </p:spPr>
          <p:txBody>
            <a:bodyPr vert="horz" wrap="square" lIns="91440" tIns="45720" rIns="91440" bIns="45720" numCol="1" anchor="t" anchorCtr="0" compatLnSpc="1">
              <a:prstTxWarp prst="textNoShape">
                <a:avLst/>
              </a:prstTxWarp>
              <a:noAutofit/>
            </a:bodyPr>
            <a:lstStyle/>
            <a:p>
              <a:endParaRPr lang="en-US" sz="900">
                <a:solidFill>
                  <a:srgbClr val="56585A"/>
                </a:solidFill>
                <a:latin typeface="Century Gothic" panose="020B0502020202020204" pitchFamily="34" charset="0"/>
              </a:endParaRPr>
            </a:p>
          </p:txBody>
        </p:sp>
        <p:sp>
          <p:nvSpPr>
            <p:cNvPr id="34" name="Freeform 3">
              <a:extLst>
                <a:ext uri="{FF2B5EF4-FFF2-40B4-BE49-F238E27FC236}">
                  <a16:creationId xmlns:a16="http://schemas.microsoft.com/office/drawing/2014/main" id="{A2788E36-1B29-0A44-89A6-B30ADF8080D8}"/>
                </a:ext>
              </a:extLst>
            </p:cNvPr>
            <p:cNvSpPr>
              <a:spLocks/>
            </p:cNvSpPr>
            <p:nvPr/>
          </p:nvSpPr>
          <p:spPr bwMode="auto">
            <a:xfrm>
              <a:off x="5253038" y="2563813"/>
              <a:ext cx="1884363" cy="2682875"/>
            </a:xfrm>
            <a:custGeom>
              <a:avLst/>
              <a:gdLst>
                <a:gd name="connsiteX0" fmla="*/ 0 w 1884363"/>
                <a:gd name="connsiteY0" fmla="*/ 0 h 2682875"/>
                <a:gd name="connsiteX1" fmla="*/ 985838 w 1884363"/>
                <a:gd name="connsiteY1" fmla="*/ 0 h 2682875"/>
                <a:gd name="connsiteX2" fmla="*/ 985838 w 1884363"/>
                <a:gd name="connsiteY2" fmla="*/ 292100 h 2682875"/>
                <a:gd name="connsiteX3" fmla="*/ 985838 w 1884363"/>
                <a:gd name="connsiteY3" fmla="*/ 1685925 h 2682875"/>
                <a:gd name="connsiteX4" fmla="*/ 1674813 w 1884363"/>
                <a:gd name="connsiteY4" fmla="*/ 1685925 h 2682875"/>
                <a:gd name="connsiteX5" fmla="*/ 1690688 w 1884363"/>
                <a:gd name="connsiteY5" fmla="*/ 1685925 h 2682875"/>
                <a:gd name="connsiteX6" fmla="*/ 1730376 w 1884363"/>
                <a:gd name="connsiteY6" fmla="*/ 1685925 h 2682875"/>
                <a:gd name="connsiteX7" fmla="*/ 1884363 w 1884363"/>
                <a:gd name="connsiteY7" fmla="*/ 1831975 h 2682875"/>
                <a:gd name="connsiteX8" fmla="*/ 1730376 w 1884363"/>
                <a:gd name="connsiteY8" fmla="*/ 1978025 h 2682875"/>
                <a:gd name="connsiteX9" fmla="*/ 1690688 w 1884363"/>
                <a:gd name="connsiteY9" fmla="*/ 1978025 h 2682875"/>
                <a:gd name="connsiteX10" fmla="*/ 1690688 w 1884363"/>
                <a:gd name="connsiteY10" fmla="*/ 2516187 h 2682875"/>
                <a:gd name="connsiteX11" fmla="*/ 1766888 w 1884363"/>
                <a:gd name="connsiteY11" fmla="*/ 2516187 h 2682875"/>
                <a:gd name="connsiteX12" fmla="*/ 1766888 w 1884363"/>
                <a:gd name="connsiteY12" fmla="*/ 2682875 h 2682875"/>
                <a:gd name="connsiteX13" fmla="*/ 1601788 w 1884363"/>
                <a:gd name="connsiteY13" fmla="*/ 2682875 h 2682875"/>
                <a:gd name="connsiteX14" fmla="*/ 1601788 w 1884363"/>
                <a:gd name="connsiteY14" fmla="*/ 2516187 h 2682875"/>
                <a:gd name="connsiteX15" fmla="*/ 1674813 w 1884363"/>
                <a:gd name="connsiteY15" fmla="*/ 2516187 h 2682875"/>
                <a:gd name="connsiteX16" fmla="*/ 1674813 w 1884363"/>
                <a:gd name="connsiteY16" fmla="*/ 1978025 h 2682875"/>
                <a:gd name="connsiteX17" fmla="*/ 695325 w 1884363"/>
                <a:gd name="connsiteY17" fmla="*/ 1978025 h 2682875"/>
                <a:gd name="connsiteX18" fmla="*/ 695325 w 1884363"/>
                <a:gd name="connsiteY18" fmla="*/ 1685925 h 2682875"/>
                <a:gd name="connsiteX19" fmla="*/ 695325 w 1884363"/>
                <a:gd name="connsiteY19" fmla="*/ 292100 h 2682875"/>
                <a:gd name="connsiteX20" fmla="*/ 0 w 1884363"/>
                <a:gd name="connsiteY20" fmla="*/ 292100 h 2682875"/>
                <a:gd name="connsiteX21" fmla="*/ 153988 w 1884363"/>
                <a:gd name="connsiteY21" fmla="*/ 146050 h 268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84363" h="2682875">
                  <a:moveTo>
                    <a:pt x="0" y="0"/>
                  </a:moveTo>
                  <a:lnTo>
                    <a:pt x="985838" y="0"/>
                  </a:lnTo>
                  <a:lnTo>
                    <a:pt x="985838" y="292100"/>
                  </a:lnTo>
                  <a:lnTo>
                    <a:pt x="985838" y="1685925"/>
                  </a:lnTo>
                  <a:lnTo>
                    <a:pt x="1674813" y="1685925"/>
                  </a:lnTo>
                  <a:lnTo>
                    <a:pt x="1690688" y="1685925"/>
                  </a:lnTo>
                  <a:lnTo>
                    <a:pt x="1730376" y="1685925"/>
                  </a:lnTo>
                  <a:lnTo>
                    <a:pt x="1884363" y="1831975"/>
                  </a:lnTo>
                  <a:lnTo>
                    <a:pt x="1730376" y="1978025"/>
                  </a:lnTo>
                  <a:lnTo>
                    <a:pt x="1690688" y="1978025"/>
                  </a:lnTo>
                  <a:lnTo>
                    <a:pt x="1690688" y="2516187"/>
                  </a:lnTo>
                  <a:lnTo>
                    <a:pt x="1766888" y="2516187"/>
                  </a:lnTo>
                  <a:lnTo>
                    <a:pt x="1766888" y="2682875"/>
                  </a:lnTo>
                  <a:lnTo>
                    <a:pt x="1601788" y="2682875"/>
                  </a:lnTo>
                  <a:lnTo>
                    <a:pt x="1601788" y="2516187"/>
                  </a:lnTo>
                  <a:lnTo>
                    <a:pt x="1674813" y="2516187"/>
                  </a:lnTo>
                  <a:lnTo>
                    <a:pt x="1674813" y="1978025"/>
                  </a:lnTo>
                  <a:lnTo>
                    <a:pt x="695325" y="1978025"/>
                  </a:lnTo>
                  <a:lnTo>
                    <a:pt x="695325" y="1685925"/>
                  </a:lnTo>
                  <a:lnTo>
                    <a:pt x="695325" y="292100"/>
                  </a:lnTo>
                  <a:lnTo>
                    <a:pt x="0" y="292100"/>
                  </a:lnTo>
                  <a:lnTo>
                    <a:pt x="153988" y="146050"/>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endParaRPr lang="en-US" sz="900">
                <a:solidFill>
                  <a:srgbClr val="56585A"/>
                </a:solidFill>
                <a:latin typeface="Century Gothic" panose="020B0502020202020204" pitchFamily="34" charset="0"/>
              </a:endParaRPr>
            </a:p>
          </p:txBody>
        </p:sp>
        <p:sp>
          <p:nvSpPr>
            <p:cNvPr id="35" name="Freeform 4">
              <a:extLst>
                <a:ext uri="{FF2B5EF4-FFF2-40B4-BE49-F238E27FC236}">
                  <a16:creationId xmlns:a16="http://schemas.microsoft.com/office/drawing/2014/main" id="{ABD04356-1537-D64B-816B-565909A896F0}"/>
                </a:ext>
              </a:extLst>
            </p:cNvPr>
            <p:cNvSpPr>
              <a:spLocks/>
            </p:cNvSpPr>
            <p:nvPr/>
          </p:nvSpPr>
          <p:spPr bwMode="auto">
            <a:xfrm>
              <a:off x="3617913" y="1857375"/>
              <a:ext cx="1836738" cy="2684463"/>
            </a:xfrm>
            <a:custGeom>
              <a:avLst/>
              <a:gdLst>
                <a:gd name="connsiteX0" fmla="*/ 1554163 w 1836738"/>
                <a:gd name="connsiteY0" fmla="*/ 0 h 2684463"/>
                <a:gd name="connsiteX1" fmla="*/ 1719263 w 1836738"/>
                <a:gd name="connsiteY1" fmla="*/ 0 h 2684463"/>
                <a:gd name="connsiteX2" fmla="*/ 1719263 w 1836738"/>
                <a:gd name="connsiteY2" fmla="*/ 166688 h 2684463"/>
                <a:gd name="connsiteX3" fmla="*/ 1643063 w 1836738"/>
                <a:gd name="connsiteY3" fmla="*/ 166688 h 2684463"/>
                <a:gd name="connsiteX4" fmla="*/ 1643063 w 1836738"/>
                <a:gd name="connsiteY4" fmla="*/ 706438 h 2684463"/>
                <a:gd name="connsiteX5" fmla="*/ 1682751 w 1836738"/>
                <a:gd name="connsiteY5" fmla="*/ 706438 h 2684463"/>
                <a:gd name="connsiteX6" fmla="*/ 1836738 w 1836738"/>
                <a:gd name="connsiteY6" fmla="*/ 852488 h 2684463"/>
                <a:gd name="connsiteX7" fmla="*/ 1682751 w 1836738"/>
                <a:gd name="connsiteY7" fmla="*/ 998538 h 2684463"/>
                <a:gd name="connsiteX8" fmla="*/ 1643063 w 1836738"/>
                <a:gd name="connsiteY8" fmla="*/ 998538 h 2684463"/>
                <a:gd name="connsiteX9" fmla="*/ 1627188 w 1836738"/>
                <a:gd name="connsiteY9" fmla="*/ 998538 h 2684463"/>
                <a:gd name="connsiteX10" fmla="*/ 939800 w 1836738"/>
                <a:gd name="connsiteY10" fmla="*/ 998538 h 2684463"/>
                <a:gd name="connsiteX11" fmla="*/ 939800 w 1836738"/>
                <a:gd name="connsiteY11" fmla="*/ 2392363 h 2684463"/>
                <a:gd name="connsiteX12" fmla="*/ 939800 w 1836738"/>
                <a:gd name="connsiteY12" fmla="*/ 2684463 h 2684463"/>
                <a:gd name="connsiteX13" fmla="*/ 0 w 1836738"/>
                <a:gd name="connsiteY13" fmla="*/ 2684463 h 2684463"/>
                <a:gd name="connsiteX14" fmla="*/ 153988 w 1836738"/>
                <a:gd name="connsiteY14" fmla="*/ 2538413 h 2684463"/>
                <a:gd name="connsiteX15" fmla="*/ 0 w 1836738"/>
                <a:gd name="connsiteY15" fmla="*/ 2392363 h 2684463"/>
                <a:gd name="connsiteX16" fmla="*/ 647700 w 1836738"/>
                <a:gd name="connsiteY16" fmla="*/ 2392363 h 2684463"/>
                <a:gd name="connsiteX17" fmla="*/ 647700 w 1836738"/>
                <a:gd name="connsiteY17" fmla="*/ 998538 h 2684463"/>
                <a:gd name="connsiteX18" fmla="*/ 647700 w 1836738"/>
                <a:gd name="connsiteY18" fmla="*/ 706438 h 2684463"/>
                <a:gd name="connsiteX19" fmla="*/ 1627188 w 1836738"/>
                <a:gd name="connsiteY19" fmla="*/ 706438 h 2684463"/>
                <a:gd name="connsiteX20" fmla="*/ 1627188 w 1836738"/>
                <a:gd name="connsiteY20" fmla="*/ 166688 h 2684463"/>
                <a:gd name="connsiteX21" fmla="*/ 1554163 w 1836738"/>
                <a:gd name="connsiteY21" fmla="*/ 166688 h 2684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6738" h="2684463">
                  <a:moveTo>
                    <a:pt x="1554163" y="0"/>
                  </a:moveTo>
                  <a:lnTo>
                    <a:pt x="1719263" y="0"/>
                  </a:lnTo>
                  <a:lnTo>
                    <a:pt x="1719263" y="166688"/>
                  </a:lnTo>
                  <a:lnTo>
                    <a:pt x="1643063" y="166688"/>
                  </a:lnTo>
                  <a:lnTo>
                    <a:pt x="1643063" y="706438"/>
                  </a:lnTo>
                  <a:lnTo>
                    <a:pt x="1682751" y="706438"/>
                  </a:lnTo>
                  <a:lnTo>
                    <a:pt x="1836738" y="852488"/>
                  </a:lnTo>
                  <a:lnTo>
                    <a:pt x="1682751" y="998538"/>
                  </a:lnTo>
                  <a:lnTo>
                    <a:pt x="1643063" y="998538"/>
                  </a:lnTo>
                  <a:lnTo>
                    <a:pt x="1627188" y="998538"/>
                  </a:lnTo>
                  <a:lnTo>
                    <a:pt x="939800" y="998538"/>
                  </a:lnTo>
                  <a:lnTo>
                    <a:pt x="939800" y="2392363"/>
                  </a:lnTo>
                  <a:lnTo>
                    <a:pt x="939800" y="2684463"/>
                  </a:lnTo>
                  <a:lnTo>
                    <a:pt x="0" y="2684463"/>
                  </a:lnTo>
                  <a:lnTo>
                    <a:pt x="153988" y="2538413"/>
                  </a:lnTo>
                  <a:lnTo>
                    <a:pt x="0" y="2392363"/>
                  </a:lnTo>
                  <a:lnTo>
                    <a:pt x="647700" y="2392363"/>
                  </a:lnTo>
                  <a:lnTo>
                    <a:pt x="647700" y="998538"/>
                  </a:lnTo>
                  <a:lnTo>
                    <a:pt x="647700" y="706438"/>
                  </a:lnTo>
                  <a:lnTo>
                    <a:pt x="1627188" y="706438"/>
                  </a:lnTo>
                  <a:lnTo>
                    <a:pt x="1627188" y="166688"/>
                  </a:lnTo>
                  <a:lnTo>
                    <a:pt x="1554163" y="166688"/>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sz="900">
                <a:solidFill>
                  <a:srgbClr val="56585A"/>
                </a:solidFill>
                <a:latin typeface="Century Gothic" panose="020B0502020202020204" pitchFamily="34" charset="0"/>
              </a:endParaRPr>
            </a:p>
          </p:txBody>
        </p:sp>
        <p:sp>
          <p:nvSpPr>
            <p:cNvPr id="37" name="Freeform 5">
              <a:extLst>
                <a:ext uri="{FF2B5EF4-FFF2-40B4-BE49-F238E27FC236}">
                  <a16:creationId xmlns:a16="http://schemas.microsoft.com/office/drawing/2014/main" id="{BDFAB0C2-CE15-7C4B-8C59-C716F66A87C5}"/>
                </a:ext>
              </a:extLst>
            </p:cNvPr>
            <p:cNvSpPr>
              <a:spLocks/>
            </p:cNvSpPr>
            <p:nvPr/>
          </p:nvSpPr>
          <p:spPr bwMode="auto">
            <a:xfrm>
              <a:off x="2582863" y="2347913"/>
              <a:ext cx="1189038" cy="2898775"/>
            </a:xfrm>
            <a:custGeom>
              <a:avLst/>
              <a:gdLst>
                <a:gd name="connsiteX0" fmla="*/ 65088 w 1189038"/>
                <a:gd name="connsiteY0" fmla="*/ 0 h 2898775"/>
                <a:gd name="connsiteX1" fmla="*/ 227013 w 1189038"/>
                <a:gd name="connsiteY1" fmla="*/ 0 h 2898775"/>
                <a:gd name="connsiteX2" fmla="*/ 227013 w 1189038"/>
                <a:gd name="connsiteY2" fmla="*/ 163513 h 2898775"/>
                <a:gd name="connsiteX3" fmla="*/ 153988 w 1189038"/>
                <a:gd name="connsiteY3" fmla="*/ 163513 h 2898775"/>
                <a:gd name="connsiteX4" fmla="*/ 153988 w 1189038"/>
                <a:gd name="connsiteY4" fmla="*/ 1204912 h 2898775"/>
                <a:gd name="connsiteX5" fmla="*/ 292100 w 1189038"/>
                <a:gd name="connsiteY5" fmla="*/ 1204912 h 2898775"/>
                <a:gd name="connsiteX6" fmla="*/ 292100 w 1189038"/>
                <a:gd name="connsiteY6" fmla="*/ 1901825 h 2898775"/>
                <a:gd name="connsiteX7" fmla="*/ 979488 w 1189038"/>
                <a:gd name="connsiteY7" fmla="*/ 1901825 h 2898775"/>
                <a:gd name="connsiteX8" fmla="*/ 995363 w 1189038"/>
                <a:gd name="connsiteY8" fmla="*/ 1901825 h 2898775"/>
                <a:gd name="connsiteX9" fmla="*/ 1035051 w 1189038"/>
                <a:gd name="connsiteY9" fmla="*/ 1901825 h 2898775"/>
                <a:gd name="connsiteX10" fmla="*/ 1189038 w 1189038"/>
                <a:gd name="connsiteY10" fmla="*/ 2047875 h 2898775"/>
                <a:gd name="connsiteX11" fmla="*/ 1035051 w 1189038"/>
                <a:gd name="connsiteY11" fmla="*/ 2193925 h 2898775"/>
                <a:gd name="connsiteX12" fmla="*/ 995363 w 1189038"/>
                <a:gd name="connsiteY12" fmla="*/ 2193925 h 2898775"/>
                <a:gd name="connsiteX13" fmla="*/ 995363 w 1189038"/>
                <a:gd name="connsiteY13" fmla="*/ 2732087 h 2898775"/>
                <a:gd name="connsiteX14" fmla="*/ 1068388 w 1189038"/>
                <a:gd name="connsiteY14" fmla="*/ 2732087 h 2898775"/>
                <a:gd name="connsiteX15" fmla="*/ 1068388 w 1189038"/>
                <a:gd name="connsiteY15" fmla="*/ 2898775 h 2898775"/>
                <a:gd name="connsiteX16" fmla="*/ 906463 w 1189038"/>
                <a:gd name="connsiteY16" fmla="*/ 2898775 h 2898775"/>
                <a:gd name="connsiteX17" fmla="*/ 906463 w 1189038"/>
                <a:gd name="connsiteY17" fmla="*/ 2732087 h 2898775"/>
                <a:gd name="connsiteX18" fmla="*/ 979488 w 1189038"/>
                <a:gd name="connsiteY18" fmla="*/ 2732087 h 2898775"/>
                <a:gd name="connsiteX19" fmla="*/ 979488 w 1189038"/>
                <a:gd name="connsiteY19" fmla="*/ 2193925 h 2898775"/>
                <a:gd name="connsiteX20" fmla="*/ 0 w 1189038"/>
                <a:gd name="connsiteY20" fmla="*/ 2193925 h 2898775"/>
                <a:gd name="connsiteX21" fmla="*/ 0 w 1189038"/>
                <a:gd name="connsiteY21" fmla="*/ 1901825 h 2898775"/>
                <a:gd name="connsiteX22" fmla="*/ 0 w 1189038"/>
                <a:gd name="connsiteY22" fmla="*/ 1204912 h 2898775"/>
                <a:gd name="connsiteX23" fmla="*/ 138113 w 1189038"/>
                <a:gd name="connsiteY23" fmla="*/ 1204912 h 2898775"/>
                <a:gd name="connsiteX24" fmla="*/ 138113 w 1189038"/>
                <a:gd name="connsiteY24" fmla="*/ 163513 h 2898775"/>
                <a:gd name="connsiteX25" fmla="*/ 65088 w 1189038"/>
                <a:gd name="connsiteY25" fmla="*/ 163513 h 289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89038" h="2898775">
                  <a:moveTo>
                    <a:pt x="65088" y="0"/>
                  </a:moveTo>
                  <a:lnTo>
                    <a:pt x="227013" y="0"/>
                  </a:lnTo>
                  <a:lnTo>
                    <a:pt x="227013" y="163513"/>
                  </a:lnTo>
                  <a:lnTo>
                    <a:pt x="153988" y="163513"/>
                  </a:lnTo>
                  <a:lnTo>
                    <a:pt x="153988" y="1204912"/>
                  </a:lnTo>
                  <a:lnTo>
                    <a:pt x="292100" y="1204912"/>
                  </a:lnTo>
                  <a:lnTo>
                    <a:pt x="292100" y="1901825"/>
                  </a:lnTo>
                  <a:lnTo>
                    <a:pt x="979488" y="1901825"/>
                  </a:lnTo>
                  <a:lnTo>
                    <a:pt x="995363" y="1901825"/>
                  </a:lnTo>
                  <a:lnTo>
                    <a:pt x="1035051" y="1901825"/>
                  </a:lnTo>
                  <a:lnTo>
                    <a:pt x="1189038" y="2047875"/>
                  </a:lnTo>
                  <a:lnTo>
                    <a:pt x="1035051" y="2193925"/>
                  </a:lnTo>
                  <a:lnTo>
                    <a:pt x="995363" y="2193925"/>
                  </a:lnTo>
                  <a:lnTo>
                    <a:pt x="995363" y="2732087"/>
                  </a:lnTo>
                  <a:lnTo>
                    <a:pt x="1068388" y="2732087"/>
                  </a:lnTo>
                  <a:lnTo>
                    <a:pt x="1068388" y="2898775"/>
                  </a:lnTo>
                  <a:lnTo>
                    <a:pt x="906463" y="2898775"/>
                  </a:lnTo>
                  <a:lnTo>
                    <a:pt x="906463" y="2732087"/>
                  </a:lnTo>
                  <a:lnTo>
                    <a:pt x="979488" y="2732087"/>
                  </a:lnTo>
                  <a:lnTo>
                    <a:pt x="979488" y="2193925"/>
                  </a:lnTo>
                  <a:lnTo>
                    <a:pt x="0" y="2193925"/>
                  </a:lnTo>
                  <a:lnTo>
                    <a:pt x="0" y="1901825"/>
                  </a:lnTo>
                  <a:lnTo>
                    <a:pt x="0" y="1204912"/>
                  </a:lnTo>
                  <a:lnTo>
                    <a:pt x="138113" y="1204912"/>
                  </a:lnTo>
                  <a:lnTo>
                    <a:pt x="138113" y="163513"/>
                  </a:lnTo>
                  <a:lnTo>
                    <a:pt x="65088" y="16351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sz="900">
                <a:solidFill>
                  <a:srgbClr val="56585A"/>
                </a:solidFill>
                <a:latin typeface="Century Gothic" panose="020B0502020202020204" pitchFamily="34" charset="0"/>
              </a:endParaRPr>
            </a:p>
          </p:txBody>
        </p:sp>
        <p:sp>
          <p:nvSpPr>
            <p:cNvPr id="38" name="Freeform 6">
              <a:extLst>
                <a:ext uri="{FF2B5EF4-FFF2-40B4-BE49-F238E27FC236}">
                  <a16:creationId xmlns:a16="http://schemas.microsoft.com/office/drawing/2014/main" id="{1CA90A12-8AFD-CE46-A304-7535AADD7482}"/>
                </a:ext>
              </a:extLst>
            </p:cNvPr>
            <p:cNvSpPr>
              <a:spLocks noChangeArrowheads="1"/>
            </p:cNvSpPr>
            <p:nvPr/>
          </p:nvSpPr>
          <p:spPr bwMode="auto">
            <a:xfrm>
              <a:off x="8618538" y="2563813"/>
              <a:ext cx="938213" cy="2197100"/>
            </a:xfrm>
            <a:custGeom>
              <a:avLst/>
              <a:gdLst>
                <a:gd name="connsiteX0" fmla="*/ 0 w 938213"/>
                <a:gd name="connsiteY0" fmla="*/ 0 h 2197100"/>
                <a:gd name="connsiteX1" fmla="*/ 938213 w 938213"/>
                <a:gd name="connsiteY1" fmla="*/ 0 h 2197100"/>
                <a:gd name="connsiteX2" fmla="*/ 938213 w 938213"/>
                <a:gd name="connsiteY2" fmla="*/ 292100 h 2197100"/>
                <a:gd name="connsiteX3" fmla="*/ 938213 w 938213"/>
                <a:gd name="connsiteY3" fmla="*/ 989013 h 2197100"/>
                <a:gd name="connsiteX4" fmla="*/ 801688 w 938213"/>
                <a:gd name="connsiteY4" fmla="*/ 989013 h 2197100"/>
                <a:gd name="connsiteX5" fmla="*/ 801688 w 938213"/>
                <a:gd name="connsiteY5" fmla="*/ 2030412 h 2197100"/>
                <a:gd name="connsiteX6" fmla="*/ 877888 w 938213"/>
                <a:gd name="connsiteY6" fmla="*/ 2030412 h 2197100"/>
                <a:gd name="connsiteX7" fmla="*/ 877888 w 938213"/>
                <a:gd name="connsiteY7" fmla="*/ 2197100 h 2197100"/>
                <a:gd name="connsiteX8" fmla="*/ 712788 w 938213"/>
                <a:gd name="connsiteY8" fmla="*/ 2197100 h 2197100"/>
                <a:gd name="connsiteX9" fmla="*/ 712788 w 938213"/>
                <a:gd name="connsiteY9" fmla="*/ 2030412 h 2197100"/>
                <a:gd name="connsiteX10" fmla="*/ 785813 w 938213"/>
                <a:gd name="connsiteY10" fmla="*/ 2030412 h 2197100"/>
                <a:gd name="connsiteX11" fmla="*/ 785813 w 938213"/>
                <a:gd name="connsiteY11" fmla="*/ 989013 h 2197100"/>
                <a:gd name="connsiteX12" fmla="*/ 647700 w 938213"/>
                <a:gd name="connsiteY12" fmla="*/ 989013 h 2197100"/>
                <a:gd name="connsiteX13" fmla="*/ 647700 w 938213"/>
                <a:gd name="connsiteY13" fmla="*/ 292100 h 2197100"/>
                <a:gd name="connsiteX14" fmla="*/ 0 w 938213"/>
                <a:gd name="connsiteY14" fmla="*/ 292100 h 2197100"/>
                <a:gd name="connsiteX15" fmla="*/ 153988 w 938213"/>
                <a:gd name="connsiteY15" fmla="*/ 146050 h 219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38213" h="2197100">
                  <a:moveTo>
                    <a:pt x="0" y="0"/>
                  </a:moveTo>
                  <a:lnTo>
                    <a:pt x="938213" y="0"/>
                  </a:lnTo>
                  <a:lnTo>
                    <a:pt x="938213" y="292100"/>
                  </a:lnTo>
                  <a:lnTo>
                    <a:pt x="938213" y="989013"/>
                  </a:lnTo>
                  <a:lnTo>
                    <a:pt x="801688" y="989013"/>
                  </a:lnTo>
                  <a:lnTo>
                    <a:pt x="801688" y="2030412"/>
                  </a:lnTo>
                  <a:lnTo>
                    <a:pt x="877888" y="2030412"/>
                  </a:lnTo>
                  <a:lnTo>
                    <a:pt x="877888" y="2197100"/>
                  </a:lnTo>
                  <a:lnTo>
                    <a:pt x="712788" y="2197100"/>
                  </a:lnTo>
                  <a:lnTo>
                    <a:pt x="712788" y="2030412"/>
                  </a:lnTo>
                  <a:lnTo>
                    <a:pt x="785813" y="2030412"/>
                  </a:lnTo>
                  <a:lnTo>
                    <a:pt x="785813" y="989013"/>
                  </a:lnTo>
                  <a:lnTo>
                    <a:pt x="647700" y="989013"/>
                  </a:lnTo>
                  <a:lnTo>
                    <a:pt x="647700" y="292100"/>
                  </a:lnTo>
                  <a:lnTo>
                    <a:pt x="0" y="292100"/>
                  </a:lnTo>
                  <a:lnTo>
                    <a:pt x="153988" y="146050"/>
                  </a:lnTo>
                  <a:close/>
                </a:path>
              </a:pathLst>
            </a:custGeom>
            <a:solidFill>
              <a:srgbClr val="56585A"/>
            </a:solidFill>
            <a:ln>
              <a:noFill/>
            </a:ln>
          </p:spPr>
          <p:txBody>
            <a:bodyPr vert="horz" wrap="square" lIns="91440" tIns="45720" rIns="91440" bIns="45720" numCol="1" anchor="t" anchorCtr="0" compatLnSpc="1">
              <a:prstTxWarp prst="textNoShape">
                <a:avLst/>
              </a:prstTxWarp>
              <a:noAutofit/>
            </a:bodyPr>
            <a:lstStyle/>
            <a:p>
              <a:endParaRPr lang="en-US" sz="900">
                <a:solidFill>
                  <a:srgbClr val="56585A"/>
                </a:solidFill>
                <a:latin typeface="Century Gothic" panose="020B0502020202020204" pitchFamily="34" charset="0"/>
              </a:endParaRPr>
            </a:p>
          </p:txBody>
        </p:sp>
      </p:grpSp>
      <p:sp>
        <p:nvSpPr>
          <p:cNvPr id="40" name="Marcador de texto 45">
            <a:extLst>
              <a:ext uri="{FF2B5EF4-FFF2-40B4-BE49-F238E27FC236}">
                <a16:creationId xmlns:a16="http://schemas.microsoft.com/office/drawing/2014/main" id="{69F46710-01AD-7F46-8DA2-4AB245C460F8}"/>
              </a:ext>
            </a:extLst>
          </p:cNvPr>
          <p:cNvSpPr>
            <a:spLocks noGrp="1"/>
          </p:cNvSpPr>
          <p:nvPr>
            <p:ph type="body" sz="quarter" idx="35" hasCustomPrompt="1"/>
          </p:nvPr>
        </p:nvSpPr>
        <p:spPr>
          <a:xfrm>
            <a:off x="9912672" y="4788264"/>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1" name="Marcador de texto 45">
            <a:extLst>
              <a:ext uri="{FF2B5EF4-FFF2-40B4-BE49-F238E27FC236}">
                <a16:creationId xmlns:a16="http://schemas.microsoft.com/office/drawing/2014/main" id="{23A0CC66-71C6-254C-8D6F-A6DE16116413}"/>
              </a:ext>
            </a:extLst>
          </p:cNvPr>
          <p:cNvSpPr>
            <a:spLocks noGrp="1"/>
          </p:cNvSpPr>
          <p:nvPr>
            <p:ph type="body" sz="quarter" idx="36" hasCustomPrompt="1"/>
          </p:nvPr>
        </p:nvSpPr>
        <p:spPr>
          <a:xfrm>
            <a:off x="1349137" y="2522395"/>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3" name="Marcador de texto 45">
            <a:extLst>
              <a:ext uri="{FF2B5EF4-FFF2-40B4-BE49-F238E27FC236}">
                <a16:creationId xmlns:a16="http://schemas.microsoft.com/office/drawing/2014/main" id="{A962CDF9-7347-FF4C-95F0-567776FD0640}"/>
              </a:ext>
            </a:extLst>
          </p:cNvPr>
          <p:cNvSpPr>
            <a:spLocks noGrp="1"/>
          </p:cNvSpPr>
          <p:nvPr>
            <p:ph type="body" sz="quarter" idx="37" hasCustomPrompt="1"/>
          </p:nvPr>
        </p:nvSpPr>
        <p:spPr>
          <a:xfrm>
            <a:off x="6749056" y="5151466"/>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4" name="Marcador de texto 45">
            <a:extLst>
              <a:ext uri="{FF2B5EF4-FFF2-40B4-BE49-F238E27FC236}">
                <a16:creationId xmlns:a16="http://schemas.microsoft.com/office/drawing/2014/main" id="{980CD3EE-7A55-5141-9C45-9CBC76C02C4E}"/>
              </a:ext>
            </a:extLst>
          </p:cNvPr>
          <p:cNvSpPr>
            <a:spLocks noGrp="1"/>
          </p:cNvSpPr>
          <p:nvPr>
            <p:ph type="body" sz="quarter" idx="38" hasCustomPrompt="1"/>
          </p:nvPr>
        </p:nvSpPr>
        <p:spPr>
          <a:xfrm>
            <a:off x="6486972" y="5522148"/>
            <a:ext cx="1716370" cy="307777"/>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a:t>
            </a:r>
          </a:p>
        </p:txBody>
      </p:sp>
      <p:sp>
        <p:nvSpPr>
          <p:cNvPr id="46" name="Marcador de texto 45">
            <a:extLst>
              <a:ext uri="{FF2B5EF4-FFF2-40B4-BE49-F238E27FC236}">
                <a16:creationId xmlns:a16="http://schemas.microsoft.com/office/drawing/2014/main" id="{D6094432-AEC7-2745-A6E0-4F6ECEC3239D}"/>
              </a:ext>
            </a:extLst>
          </p:cNvPr>
          <p:cNvSpPr>
            <a:spLocks noGrp="1"/>
          </p:cNvSpPr>
          <p:nvPr>
            <p:ph type="body" sz="quarter" idx="39" hasCustomPrompt="1"/>
          </p:nvPr>
        </p:nvSpPr>
        <p:spPr>
          <a:xfrm>
            <a:off x="4583527" y="1772816"/>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B1D72406-3850-6743-92B4-37DC57B9D0BA}"/>
              </a:ext>
            </a:extLst>
          </p:cNvPr>
          <p:cNvSpPr>
            <a:spLocks noGrp="1"/>
          </p:cNvSpPr>
          <p:nvPr>
            <p:ph type="body" sz="quarter" idx="40" hasCustomPrompt="1"/>
          </p:nvPr>
        </p:nvSpPr>
        <p:spPr>
          <a:xfrm>
            <a:off x="4321443" y="2143498"/>
            <a:ext cx="1716370" cy="307777"/>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a:t>
            </a:r>
          </a:p>
        </p:txBody>
      </p:sp>
      <p:sp>
        <p:nvSpPr>
          <p:cNvPr id="48" name="Marcador de texto 45">
            <a:extLst>
              <a:ext uri="{FF2B5EF4-FFF2-40B4-BE49-F238E27FC236}">
                <a16:creationId xmlns:a16="http://schemas.microsoft.com/office/drawing/2014/main" id="{5896765E-C2F2-994B-BB34-5CC07F0F8984}"/>
              </a:ext>
            </a:extLst>
          </p:cNvPr>
          <p:cNvSpPr>
            <a:spLocks noGrp="1"/>
          </p:cNvSpPr>
          <p:nvPr>
            <p:ph type="body" sz="quarter" idx="41" hasCustomPrompt="1"/>
          </p:nvPr>
        </p:nvSpPr>
        <p:spPr>
          <a:xfrm>
            <a:off x="8914585" y="1772816"/>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9" name="Marcador de texto 45">
            <a:extLst>
              <a:ext uri="{FF2B5EF4-FFF2-40B4-BE49-F238E27FC236}">
                <a16:creationId xmlns:a16="http://schemas.microsoft.com/office/drawing/2014/main" id="{FAFC2AAF-9BF7-B640-98FB-1F0B1F44A730}"/>
              </a:ext>
            </a:extLst>
          </p:cNvPr>
          <p:cNvSpPr>
            <a:spLocks noGrp="1"/>
          </p:cNvSpPr>
          <p:nvPr>
            <p:ph type="body" sz="quarter" idx="42" hasCustomPrompt="1"/>
          </p:nvPr>
        </p:nvSpPr>
        <p:spPr>
          <a:xfrm>
            <a:off x="8652501" y="2143498"/>
            <a:ext cx="1716370" cy="307777"/>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a:t>
            </a:r>
          </a:p>
        </p:txBody>
      </p:sp>
      <p:sp>
        <p:nvSpPr>
          <p:cNvPr id="22" name="Line">
            <a:extLst>
              <a:ext uri="{FF2B5EF4-FFF2-40B4-BE49-F238E27FC236}">
                <a16:creationId xmlns:a16="http://schemas.microsoft.com/office/drawing/2014/main" id="{D8A7D983-DE92-D144-BE7F-99C30D84DA18}"/>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3" name="Marcador de texto 15">
            <a:extLst>
              <a:ext uri="{FF2B5EF4-FFF2-40B4-BE49-F238E27FC236}">
                <a16:creationId xmlns:a16="http://schemas.microsoft.com/office/drawing/2014/main" id="{CE2FEECE-0C58-A145-B959-DF8058205B6C}"/>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4" name="Slide Number Placeholder 5">
            <a:extLst>
              <a:ext uri="{FF2B5EF4-FFF2-40B4-BE49-F238E27FC236}">
                <a16:creationId xmlns:a16="http://schemas.microsoft.com/office/drawing/2014/main" id="{942E959F-20ED-7E48-9259-D13E3C2A12D8}"/>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11814017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Grafico No. 1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55" name="Marcador de texto 45">
            <a:extLst>
              <a:ext uri="{FF2B5EF4-FFF2-40B4-BE49-F238E27FC236}">
                <a16:creationId xmlns:a16="http://schemas.microsoft.com/office/drawing/2014/main" id="{3D486B3C-980C-3245-BBED-81FFCCC1018E}"/>
              </a:ext>
            </a:extLst>
          </p:cNvPr>
          <p:cNvSpPr>
            <a:spLocks noGrp="1"/>
          </p:cNvSpPr>
          <p:nvPr>
            <p:ph type="body" sz="quarter" idx="33" hasCustomPrompt="1"/>
          </p:nvPr>
        </p:nvSpPr>
        <p:spPr>
          <a:xfrm>
            <a:off x="2042279" y="4320786"/>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6" name="Marcador de texto 45">
            <a:extLst>
              <a:ext uri="{FF2B5EF4-FFF2-40B4-BE49-F238E27FC236}">
                <a16:creationId xmlns:a16="http://schemas.microsoft.com/office/drawing/2014/main" id="{54D8D16C-235B-5F42-95DC-11526668B42B}"/>
              </a:ext>
            </a:extLst>
          </p:cNvPr>
          <p:cNvSpPr>
            <a:spLocks noGrp="1"/>
          </p:cNvSpPr>
          <p:nvPr>
            <p:ph type="body" sz="quarter" idx="34" hasCustomPrompt="1"/>
          </p:nvPr>
        </p:nvSpPr>
        <p:spPr>
          <a:xfrm>
            <a:off x="2042279" y="4721659"/>
            <a:ext cx="1207112"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grpSp>
        <p:nvGrpSpPr>
          <p:cNvPr id="13" name="Group 1">
            <a:extLst>
              <a:ext uri="{FF2B5EF4-FFF2-40B4-BE49-F238E27FC236}">
                <a16:creationId xmlns:a16="http://schemas.microsoft.com/office/drawing/2014/main" id="{B17C1E6B-86DF-7D45-A69A-E1705A9F5466}"/>
              </a:ext>
            </a:extLst>
          </p:cNvPr>
          <p:cNvGrpSpPr/>
          <p:nvPr/>
        </p:nvGrpSpPr>
        <p:grpSpPr>
          <a:xfrm>
            <a:off x="2050572" y="2024844"/>
            <a:ext cx="8090856" cy="2095301"/>
            <a:chOff x="1314804" y="1895757"/>
            <a:chExt cx="9562392" cy="2476548"/>
          </a:xfrm>
        </p:grpSpPr>
        <p:sp>
          <p:nvSpPr>
            <p:cNvPr id="18" name="Shape 433">
              <a:extLst>
                <a:ext uri="{FF2B5EF4-FFF2-40B4-BE49-F238E27FC236}">
                  <a16:creationId xmlns:a16="http://schemas.microsoft.com/office/drawing/2014/main" id="{BAE19444-052C-2641-9770-17CDD7DE5ECF}"/>
                </a:ext>
              </a:extLst>
            </p:cNvPr>
            <p:cNvSpPr/>
            <p:nvPr/>
          </p:nvSpPr>
          <p:spPr>
            <a:xfrm rot="10800000">
              <a:off x="8494671" y="3440538"/>
              <a:ext cx="1344424" cy="431658"/>
            </a:xfrm>
            <a:custGeom>
              <a:avLst/>
              <a:gdLst/>
              <a:ahLst/>
              <a:cxnLst>
                <a:cxn ang="0">
                  <a:pos x="wd2" y="hd2"/>
                </a:cxn>
                <a:cxn ang="5400000">
                  <a:pos x="wd2" y="hd2"/>
                </a:cxn>
                <a:cxn ang="10800000">
                  <a:pos x="wd2" y="hd2"/>
                </a:cxn>
                <a:cxn ang="16200000">
                  <a:pos x="wd2" y="hd2"/>
                </a:cxn>
              </a:cxnLst>
              <a:rect l="0" t="0" r="r" b="b"/>
              <a:pathLst>
                <a:path w="21600" h="21398" extrusionOk="0">
                  <a:moveTo>
                    <a:pt x="0" y="19886"/>
                  </a:moveTo>
                  <a:cubicBezTo>
                    <a:pt x="2048" y="7826"/>
                    <a:pt x="6072" y="195"/>
                    <a:pt x="10484" y="4"/>
                  </a:cubicBezTo>
                  <a:cubicBezTo>
                    <a:pt x="15228" y="-202"/>
                    <a:pt x="19574" y="8162"/>
                    <a:pt x="21600" y="21398"/>
                  </a:cubicBezTo>
                </a:path>
              </a:pathLst>
            </a:custGeom>
            <a:ln w="25400">
              <a:solidFill>
                <a:schemeClr val="tx1">
                  <a:lumMod val="40000"/>
                  <a:lumOff val="60000"/>
                </a:schemeClr>
              </a:solidFill>
              <a:miter lim="400000"/>
            </a:ln>
          </p:spPr>
          <p:txBody>
            <a:bodyPr lIns="0" tIns="0" rIns="0" bIns="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900">
                <a:latin typeface="Century Gothic" panose="020B0502020202020204" pitchFamily="34" charset="0"/>
              </a:endParaRPr>
            </a:p>
          </p:txBody>
        </p:sp>
        <p:sp>
          <p:nvSpPr>
            <p:cNvPr id="19" name="Shape 434">
              <a:extLst>
                <a:ext uri="{FF2B5EF4-FFF2-40B4-BE49-F238E27FC236}">
                  <a16:creationId xmlns:a16="http://schemas.microsoft.com/office/drawing/2014/main" id="{EB5B044E-10A1-594B-917D-A5D571BA14AA}"/>
                </a:ext>
              </a:extLst>
            </p:cNvPr>
            <p:cNvSpPr/>
            <p:nvPr/>
          </p:nvSpPr>
          <p:spPr>
            <a:xfrm>
              <a:off x="6482037" y="1895757"/>
              <a:ext cx="1344424" cy="431658"/>
            </a:xfrm>
            <a:custGeom>
              <a:avLst/>
              <a:gdLst/>
              <a:ahLst/>
              <a:cxnLst>
                <a:cxn ang="0">
                  <a:pos x="wd2" y="hd2"/>
                </a:cxn>
                <a:cxn ang="5400000">
                  <a:pos x="wd2" y="hd2"/>
                </a:cxn>
                <a:cxn ang="10800000">
                  <a:pos x="wd2" y="hd2"/>
                </a:cxn>
                <a:cxn ang="16200000">
                  <a:pos x="wd2" y="hd2"/>
                </a:cxn>
              </a:cxnLst>
              <a:rect l="0" t="0" r="r" b="b"/>
              <a:pathLst>
                <a:path w="21600" h="21398" extrusionOk="0">
                  <a:moveTo>
                    <a:pt x="0" y="19886"/>
                  </a:moveTo>
                  <a:cubicBezTo>
                    <a:pt x="2048" y="7826"/>
                    <a:pt x="6072" y="195"/>
                    <a:pt x="10484" y="4"/>
                  </a:cubicBezTo>
                  <a:cubicBezTo>
                    <a:pt x="15228" y="-202"/>
                    <a:pt x="19574" y="8162"/>
                    <a:pt x="21600" y="21398"/>
                  </a:cubicBezTo>
                </a:path>
              </a:pathLst>
            </a:custGeom>
            <a:ln w="25400">
              <a:solidFill>
                <a:schemeClr val="tx1">
                  <a:lumMod val="40000"/>
                  <a:lumOff val="60000"/>
                </a:schemeClr>
              </a:solidFill>
              <a:miter lim="400000"/>
            </a:ln>
          </p:spPr>
          <p:txBody>
            <a:bodyPr lIns="0" tIns="0" rIns="0" bIns="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900">
                <a:latin typeface="Century Gothic" panose="020B0502020202020204" pitchFamily="34" charset="0"/>
              </a:endParaRPr>
            </a:p>
          </p:txBody>
        </p:sp>
        <p:sp>
          <p:nvSpPr>
            <p:cNvPr id="20" name="Shape 435">
              <a:extLst>
                <a:ext uri="{FF2B5EF4-FFF2-40B4-BE49-F238E27FC236}">
                  <a16:creationId xmlns:a16="http://schemas.microsoft.com/office/drawing/2014/main" id="{BA6E171A-EA0B-1649-9491-E3618F300DB5}"/>
                </a:ext>
              </a:extLst>
            </p:cNvPr>
            <p:cNvSpPr/>
            <p:nvPr/>
          </p:nvSpPr>
          <p:spPr>
            <a:xfrm rot="10800000">
              <a:off x="4490647" y="3546740"/>
              <a:ext cx="1344423" cy="431658"/>
            </a:xfrm>
            <a:custGeom>
              <a:avLst/>
              <a:gdLst/>
              <a:ahLst/>
              <a:cxnLst>
                <a:cxn ang="0">
                  <a:pos x="wd2" y="hd2"/>
                </a:cxn>
                <a:cxn ang="5400000">
                  <a:pos x="wd2" y="hd2"/>
                </a:cxn>
                <a:cxn ang="10800000">
                  <a:pos x="wd2" y="hd2"/>
                </a:cxn>
                <a:cxn ang="16200000">
                  <a:pos x="wd2" y="hd2"/>
                </a:cxn>
              </a:cxnLst>
              <a:rect l="0" t="0" r="r" b="b"/>
              <a:pathLst>
                <a:path w="21600" h="21398" extrusionOk="0">
                  <a:moveTo>
                    <a:pt x="0" y="19886"/>
                  </a:moveTo>
                  <a:cubicBezTo>
                    <a:pt x="2048" y="7826"/>
                    <a:pt x="6072" y="195"/>
                    <a:pt x="10484" y="4"/>
                  </a:cubicBezTo>
                  <a:cubicBezTo>
                    <a:pt x="15228" y="-202"/>
                    <a:pt x="19574" y="8162"/>
                    <a:pt x="21600" y="21398"/>
                  </a:cubicBezTo>
                </a:path>
              </a:pathLst>
            </a:custGeom>
            <a:ln w="25400">
              <a:solidFill>
                <a:schemeClr val="tx1">
                  <a:lumMod val="40000"/>
                  <a:lumOff val="60000"/>
                </a:schemeClr>
              </a:solidFill>
              <a:miter lim="400000"/>
            </a:ln>
          </p:spPr>
          <p:txBody>
            <a:bodyPr lIns="0" tIns="0" rIns="0" bIns="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900">
                <a:latin typeface="Century Gothic" panose="020B0502020202020204" pitchFamily="34" charset="0"/>
              </a:endParaRPr>
            </a:p>
          </p:txBody>
        </p:sp>
        <p:sp>
          <p:nvSpPr>
            <p:cNvPr id="22" name="Shape 436">
              <a:extLst>
                <a:ext uri="{FF2B5EF4-FFF2-40B4-BE49-F238E27FC236}">
                  <a16:creationId xmlns:a16="http://schemas.microsoft.com/office/drawing/2014/main" id="{028E0478-4918-3B40-B83F-BD919815D419}"/>
                </a:ext>
              </a:extLst>
            </p:cNvPr>
            <p:cNvSpPr/>
            <p:nvPr/>
          </p:nvSpPr>
          <p:spPr>
            <a:xfrm>
              <a:off x="2404102" y="1895757"/>
              <a:ext cx="1344423" cy="431658"/>
            </a:xfrm>
            <a:custGeom>
              <a:avLst/>
              <a:gdLst/>
              <a:ahLst/>
              <a:cxnLst>
                <a:cxn ang="0">
                  <a:pos x="wd2" y="hd2"/>
                </a:cxn>
                <a:cxn ang="5400000">
                  <a:pos x="wd2" y="hd2"/>
                </a:cxn>
                <a:cxn ang="10800000">
                  <a:pos x="wd2" y="hd2"/>
                </a:cxn>
                <a:cxn ang="16200000">
                  <a:pos x="wd2" y="hd2"/>
                </a:cxn>
              </a:cxnLst>
              <a:rect l="0" t="0" r="r" b="b"/>
              <a:pathLst>
                <a:path w="21600" h="21398" extrusionOk="0">
                  <a:moveTo>
                    <a:pt x="0" y="19886"/>
                  </a:moveTo>
                  <a:cubicBezTo>
                    <a:pt x="2048" y="7826"/>
                    <a:pt x="6072" y="195"/>
                    <a:pt x="10484" y="4"/>
                  </a:cubicBezTo>
                  <a:cubicBezTo>
                    <a:pt x="15228" y="-202"/>
                    <a:pt x="19574" y="8162"/>
                    <a:pt x="21600" y="21398"/>
                  </a:cubicBezTo>
                </a:path>
              </a:pathLst>
            </a:custGeom>
            <a:ln w="25400">
              <a:solidFill>
                <a:schemeClr val="tx1">
                  <a:lumMod val="40000"/>
                  <a:lumOff val="60000"/>
                </a:schemeClr>
              </a:solidFill>
              <a:miter lim="400000"/>
            </a:ln>
          </p:spPr>
          <p:txBody>
            <a:bodyPr lIns="0" tIns="0" rIns="0" bIns="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600"/>
              </a:pPr>
              <a:endParaRPr sz="900">
                <a:latin typeface="Century Gothic" panose="020B0502020202020204" pitchFamily="34" charset="0"/>
              </a:endParaRPr>
            </a:p>
          </p:txBody>
        </p:sp>
        <p:sp>
          <p:nvSpPr>
            <p:cNvPr id="23" name="Shape 440">
              <a:extLst>
                <a:ext uri="{FF2B5EF4-FFF2-40B4-BE49-F238E27FC236}">
                  <a16:creationId xmlns:a16="http://schemas.microsoft.com/office/drawing/2014/main" id="{8DBC7E31-C7F2-1745-8E8F-9CFA9EBE3838}"/>
                </a:ext>
              </a:extLst>
            </p:cNvPr>
            <p:cNvSpPr/>
            <p:nvPr/>
          </p:nvSpPr>
          <p:spPr>
            <a:xfrm rot="1551354">
              <a:off x="1314804" y="2214905"/>
              <a:ext cx="1411902" cy="1411902"/>
            </a:xfrm>
            <a:prstGeom prst="roundRect">
              <a:avLst>
                <a:gd name="adj" fmla="val 15000"/>
              </a:avLst>
            </a:prstGeom>
            <a:solidFill>
              <a:srgbClr val="56585A"/>
            </a:solidFill>
            <a:ln w="12700">
              <a:miter lim="400000"/>
            </a:ln>
          </p:spPr>
          <p:txBody>
            <a:bodyPr lIns="0" tIns="0" rIns="0" bIns="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600"/>
              </a:pPr>
              <a:endParaRPr sz="900">
                <a:latin typeface="Century Gothic" panose="020B0502020202020204" pitchFamily="34" charset="0"/>
              </a:endParaRPr>
            </a:p>
          </p:txBody>
        </p:sp>
        <p:sp>
          <p:nvSpPr>
            <p:cNvPr id="24" name="Shape 441">
              <a:extLst>
                <a:ext uri="{FF2B5EF4-FFF2-40B4-BE49-F238E27FC236}">
                  <a16:creationId xmlns:a16="http://schemas.microsoft.com/office/drawing/2014/main" id="{D53416A4-8DFC-C345-9465-E7F9E432A41A}"/>
                </a:ext>
              </a:extLst>
            </p:cNvPr>
            <p:cNvSpPr/>
            <p:nvPr/>
          </p:nvSpPr>
          <p:spPr>
            <a:xfrm rot="19780869">
              <a:off x="3363689" y="2214905"/>
              <a:ext cx="1411902" cy="1411902"/>
            </a:xfrm>
            <a:prstGeom prst="roundRect">
              <a:avLst>
                <a:gd name="adj" fmla="val 15000"/>
              </a:avLst>
            </a:prstGeom>
            <a:solidFill>
              <a:srgbClr val="F08A00"/>
            </a:solidFill>
            <a:ln w="12700">
              <a:miter lim="400000"/>
            </a:ln>
          </p:spPr>
          <p:txBody>
            <a:bodyPr lIns="0" tIns="0" rIns="0" bIns="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600"/>
              </a:pPr>
              <a:endParaRPr sz="900">
                <a:latin typeface="Century Gothic" panose="020B0502020202020204" pitchFamily="34" charset="0"/>
              </a:endParaRPr>
            </a:p>
          </p:txBody>
        </p:sp>
        <p:sp>
          <p:nvSpPr>
            <p:cNvPr id="25" name="Shape 442">
              <a:extLst>
                <a:ext uri="{FF2B5EF4-FFF2-40B4-BE49-F238E27FC236}">
                  <a16:creationId xmlns:a16="http://schemas.microsoft.com/office/drawing/2014/main" id="{E454C4C0-1A06-974C-86DC-375D9FC4F190}"/>
                </a:ext>
              </a:extLst>
            </p:cNvPr>
            <p:cNvSpPr/>
            <p:nvPr/>
          </p:nvSpPr>
          <p:spPr>
            <a:xfrm rot="747171">
              <a:off x="5415647" y="2214905"/>
              <a:ext cx="1411902" cy="1411902"/>
            </a:xfrm>
            <a:prstGeom prst="roundRect">
              <a:avLst>
                <a:gd name="adj" fmla="val 15000"/>
              </a:avLst>
            </a:prstGeom>
            <a:solidFill>
              <a:schemeClr val="tx1">
                <a:lumMod val="50000"/>
                <a:lumOff val="50000"/>
              </a:schemeClr>
            </a:solidFill>
            <a:ln w="12700">
              <a:miter lim="400000"/>
            </a:ln>
          </p:spPr>
          <p:txBody>
            <a:bodyPr lIns="0" tIns="0" rIns="0" bIns="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600"/>
              </a:pPr>
              <a:endParaRPr sz="900">
                <a:latin typeface="Century Gothic" panose="020B0502020202020204" pitchFamily="34" charset="0"/>
              </a:endParaRPr>
            </a:p>
          </p:txBody>
        </p:sp>
        <p:sp>
          <p:nvSpPr>
            <p:cNvPr id="26" name="Shape 443">
              <a:extLst>
                <a:ext uri="{FF2B5EF4-FFF2-40B4-BE49-F238E27FC236}">
                  <a16:creationId xmlns:a16="http://schemas.microsoft.com/office/drawing/2014/main" id="{71F09A7E-9A3F-4549-AFDC-6DCCB052B0A1}"/>
                </a:ext>
              </a:extLst>
            </p:cNvPr>
            <p:cNvSpPr/>
            <p:nvPr/>
          </p:nvSpPr>
          <p:spPr>
            <a:xfrm rot="20246332">
              <a:off x="7436044" y="2214905"/>
              <a:ext cx="1411902" cy="1411902"/>
            </a:xfrm>
            <a:prstGeom prst="roundRect">
              <a:avLst>
                <a:gd name="adj" fmla="val 15000"/>
              </a:avLst>
            </a:prstGeom>
            <a:solidFill>
              <a:srgbClr val="56585A"/>
            </a:solidFill>
            <a:ln w="12700">
              <a:miter lim="400000"/>
            </a:ln>
          </p:spPr>
          <p:txBody>
            <a:bodyPr lIns="0" tIns="0" rIns="0" bIns="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600"/>
              </a:pPr>
              <a:endParaRPr sz="900">
                <a:latin typeface="Century Gothic" panose="020B0502020202020204" pitchFamily="34" charset="0"/>
              </a:endParaRPr>
            </a:p>
          </p:txBody>
        </p:sp>
        <p:sp>
          <p:nvSpPr>
            <p:cNvPr id="27" name="Shape 444">
              <a:extLst>
                <a:ext uri="{FF2B5EF4-FFF2-40B4-BE49-F238E27FC236}">
                  <a16:creationId xmlns:a16="http://schemas.microsoft.com/office/drawing/2014/main" id="{FE72BA64-C79A-1C40-A946-E7FA402D04C7}"/>
                </a:ext>
              </a:extLst>
            </p:cNvPr>
            <p:cNvSpPr/>
            <p:nvPr/>
          </p:nvSpPr>
          <p:spPr>
            <a:xfrm rot="961862">
              <a:off x="9465294" y="2214905"/>
              <a:ext cx="1411902" cy="1411902"/>
            </a:xfrm>
            <a:prstGeom prst="roundRect">
              <a:avLst>
                <a:gd name="adj" fmla="val 15000"/>
              </a:avLst>
            </a:prstGeom>
            <a:solidFill>
              <a:srgbClr val="F08A00"/>
            </a:solidFill>
            <a:ln w="12700">
              <a:miter lim="400000"/>
            </a:ln>
          </p:spPr>
          <p:txBody>
            <a:bodyPr lIns="0" tIns="0" rIns="0" bIns="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600"/>
              </a:pPr>
              <a:endParaRPr sz="900">
                <a:latin typeface="Century Gothic" panose="020B0502020202020204" pitchFamily="34" charset="0"/>
              </a:endParaRPr>
            </a:p>
          </p:txBody>
        </p:sp>
        <p:sp>
          <p:nvSpPr>
            <p:cNvPr id="28" name="Shape 450">
              <a:extLst>
                <a:ext uri="{FF2B5EF4-FFF2-40B4-BE49-F238E27FC236}">
                  <a16:creationId xmlns:a16="http://schemas.microsoft.com/office/drawing/2014/main" id="{918B67B8-6A32-9E43-B7C0-539666E0B322}"/>
                </a:ext>
              </a:extLst>
            </p:cNvPr>
            <p:cNvSpPr/>
            <p:nvPr/>
          </p:nvSpPr>
          <p:spPr>
            <a:xfrm>
              <a:off x="2018332" y="3986725"/>
              <a:ext cx="1" cy="383748"/>
            </a:xfrm>
            <a:prstGeom prst="line">
              <a:avLst/>
            </a:prstGeom>
            <a:ln w="12700">
              <a:solidFill>
                <a:schemeClr val="accent3"/>
              </a:solidFill>
              <a:prstDash val="dash"/>
              <a:miter lim="400000"/>
              <a:tailEnd type="oval" w="lg" len="lg"/>
            </a:ln>
          </p:spPr>
          <p:txBody>
            <a:bodyPr lIns="0" tIns="0" rIns="0" bIns="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600"/>
              </a:pPr>
              <a:endParaRPr sz="900">
                <a:latin typeface="Century Gothic" panose="020B0502020202020204" pitchFamily="34" charset="0"/>
              </a:endParaRPr>
            </a:p>
          </p:txBody>
        </p:sp>
        <p:sp>
          <p:nvSpPr>
            <p:cNvPr id="29" name="Shape 451">
              <a:extLst>
                <a:ext uri="{FF2B5EF4-FFF2-40B4-BE49-F238E27FC236}">
                  <a16:creationId xmlns:a16="http://schemas.microsoft.com/office/drawing/2014/main" id="{DC4C4A9E-B92A-934A-AF57-8DF7A7F9C7ED}"/>
                </a:ext>
              </a:extLst>
            </p:cNvPr>
            <p:cNvSpPr/>
            <p:nvPr/>
          </p:nvSpPr>
          <p:spPr>
            <a:xfrm>
              <a:off x="4057166" y="3984899"/>
              <a:ext cx="1" cy="387406"/>
            </a:xfrm>
            <a:prstGeom prst="line">
              <a:avLst/>
            </a:prstGeom>
            <a:ln w="12700">
              <a:solidFill>
                <a:schemeClr val="accent1"/>
              </a:solidFill>
              <a:prstDash val="dash"/>
              <a:miter lim="400000"/>
              <a:tailEnd type="oval" w="lg" len="lg"/>
            </a:ln>
          </p:spPr>
          <p:txBody>
            <a:bodyPr lIns="0" tIns="0" rIns="0" bIns="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600"/>
              </a:pPr>
              <a:endParaRPr sz="900">
                <a:latin typeface="Century Gothic" panose="020B0502020202020204" pitchFamily="34" charset="0"/>
              </a:endParaRPr>
            </a:p>
          </p:txBody>
        </p:sp>
        <p:sp>
          <p:nvSpPr>
            <p:cNvPr id="30" name="Shape 452">
              <a:extLst>
                <a:ext uri="{FF2B5EF4-FFF2-40B4-BE49-F238E27FC236}">
                  <a16:creationId xmlns:a16="http://schemas.microsoft.com/office/drawing/2014/main" id="{6B8BA437-E6DF-914E-96C3-EF4948AECA61}"/>
                </a:ext>
              </a:extLst>
            </p:cNvPr>
            <p:cNvSpPr/>
            <p:nvPr/>
          </p:nvSpPr>
          <p:spPr>
            <a:xfrm>
              <a:off x="6096000" y="3984899"/>
              <a:ext cx="1" cy="387406"/>
            </a:xfrm>
            <a:prstGeom prst="line">
              <a:avLst/>
            </a:prstGeom>
            <a:ln w="12700">
              <a:solidFill>
                <a:schemeClr val="accent3"/>
              </a:solidFill>
              <a:prstDash val="dash"/>
              <a:miter lim="400000"/>
              <a:tailEnd type="oval" w="lg" len="lg"/>
            </a:ln>
          </p:spPr>
          <p:txBody>
            <a:bodyPr lIns="0" tIns="0" rIns="0" bIns="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600"/>
              </a:pPr>
              <a:endParaRPr sz="900">
                <a:latin typeface="Century Gothic" panose="020B0502020202020204" pitchFamily="34" charset="0"/>
              </a:endParaRPr>
            </a:p>
          </p:txBody>
        </p:sp>
        <p:sp>
          <p:nvSpPr>
            <p:cNvPr id="31" name="Shape 453">
              <a:extLst>
                <a:ext uri="{FF2B5EF4-FFF2-40B4-BE49-F238E27FC236}">
                  <a16:creationId xmlns:a16="http://schemas.microsoft.com/office/drawing/2014/main" id="{B1CA9860-5534-1640-A1B1-B6F65828B801}"/>
                </a:ext>
              </a:extLst>
            </p:cNvPr>
            <p:cNvSpPr/>
            <p:nvPr/>
          </p:nvSpPr>
          <p:spPr>
            <a:xfrm>
              <a:off x="8134834" y="3984899"/>
              <a:ext cx="1" cy="383748"/>
            </a:xfrm>
            <a:prstGeom prst="line">
              <a:avLst/>
            </a:prstGeom>
            <a:ln w="12700">
              <a:solidFill>
                <a:schemeClr val="accent3"/>
              </a:solidFill>
              <a:prstDash val="dash"/>
              <a:miter lim="400000"/>
              <a:tailEnd type="oval" w="lg" len="lg"/>
            </a:ln>
          </p:spPr>
          <p:txBody>
            <a:bodyPr lIns="0" tIns="0" rIns="0" bIns="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600"/>
              </a:pPr>
              <a:endParaRPr sz="900">
                <a:latin typeface="Century Gothic" panose="020B0502020202020204" pitchFamily="34" charset="0"/>
              </a:endParaRPr>
            </a:p>
          </p:txBody>
        </p:sp>
        <p:sp>
          <p:nvSpPr>
            <p:cNvPr id="32" name="Shape 454">
              <a:extLst>
                <a:ext uri="{FF2B5EF4-FFF2-40B4-BE49-F238E27FC236}">
                  <a16:creationId xmlns:a16="http://schemas.microsoft.com/office/drawing/2014/main" id="{C4E6799E-DD2E-A148-A790-AC41A1132C73}"/>
                </a:ext>
              </a:extLst>
            </p:cNvPr>
            <p:cNvSpPr/>
            <p:nvPr/>
          </p:nvSpPr>
          <p:spPr>
            <a:xfrm>
              <a:off x="10173668" y="3984899"/>
              <a:ext cx="1" cy="383748"/>
            </a:xfrm>
            <a:prstGeom prst="line">
              <a:avLst/>
            </a:prstGeom>
            <a:ln w="12700">
              <a:solidFill>
                <a:schemeClr val="accent2"/>
              </a:solidFill>
              <a:prstDash val="dash"/>
              <a:miter lim="400000"/>
              <a:tailEnd type="oval" w="lg" len="lg"/>
            </a:ln>
          </p:spPr>
          <p:txBody>
            <a:bodyPr lIns="0" tIns="0" rIns="0" bIns="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600"/>
              </a:pPr>
              <a:endParaRPr sz="900">
                <a:latin typeface="Century Gothic" panose="020B0502020202020204" pitchFamily="34" charset="0"/>
              </a:endParaRPr>
            </a:p>
          </p:txBody>
        </p:sp>
      </p:grpSp>
      <p:sp>
        <p:nvSpPr>
          <p:cNvPr id="40" name="Marcador de texto 45">
            <a:extLst>
              <a:ext uri="{FF2B5EF4-FFF2-40B4-BE49-F238E27FC236}">
                <a16:creationId xmlns:a16="http://schemas.microsoft.com/office/drawing/2014/main" id="{6B2BD921-3855-7C4D-B9B0-656C14723256}"/>
              </a:ext>
            </a:extLst>
          </p:cNvPr>
          <p:cNvSpPr>
            <a:spLocks noGrp="1"/>
          </p:cNvSpPr>
          <p:nvPr>
            <p:ph type="body" sz="quarter" idx="35" hasCustomPrompt="1"/>
          </p:nvPr>
        </p:nvSpPr>
        <p:spPr>
          <a:xfrm>
            <a:off x="3767361" y="4320786"/>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1" name="Marcador de texto 45">
            <a:extLst>
              <a:ext uri="{FF2B5EF4-FFF2-40B4-BE49-F238E27FC236}">
                <a16:creationId xmlns:a16="http://schemas.microsoft.com/office/drawing/2014/main" id="{042323F0-8C70-294D-8F1C-5CF6DA7D1BE4}"/>
              </a:ext>
            </a:extLst>
          </p:cNvPr>
          <p:cNvSpPr>
            <a:spLocks noGrp="1"/>
          </p:cNvSpPr>
          <p:nvPr>
            <p:ph type="body" sz="quarter" idx="36" hasCustomPrompt="1"/>
          </p:nvPr>
        </p:nvSpPr>
        <p:spPr>
          <a:xfrm>
            <a:off x="3767361" y="4721659"/>
            <a:ext cx="1207112"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43" name="Marcador de texto 45">
            <a:extLst>
              <a:ext uri="{FF2B5EF4-FFF2-40B4-BE49-F238E27FC236}">
                <a16:creationId xmlns:a16="http://schemas.microsoft.com/office/drawing/2014/main" id="{F8AEE45E-2D30-BA48-8838-E6533D0992C4}"/>
              </a:ext>
            </a:extLst>
          </p:cNvPr>
          <p:cNvSpPr>
            <a:spLocks noGrp="1"/>
          </p:cNvSpPr>
          <p:nvPr>
            <p:ph type="body" sz="quarter" idx="37" hasCustomPrompt="1"/>
          </p:nvPr>
        </p:nvSpPr>
        <p:spPr>
          <a:xfrm>
            <a:off x="5502490" y="4320786"/>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4" name="Marcador de texto 45">
            <a:extLst>
              <a:ext uri="{FF2B5EF4-FFF2-40B4-BE49-F238E27FC236}">
                <a16:creationId xmlns:a16="http://schemas.microsoft.com/office/drawing/2014/main" id="{9168FFC2-0DA6-1A46-86C2-BB7D1885807A}"/>
              </a:ext>
            </a:extLst>
          </p:cNvPr>
          <p:cNvSpPr>
            <a:spLocks noGrp="1"/>
          </p:cNvSpPr>
          <p:nvPr>
            <p:ph type="body" sz="quarter" idx="38" hasCustomPrompt="1"/>
          </p:nvPr>
        </p:nvSpPr>
        <p:spPr>
          <a:xfrm>
            <a:off x="5502490" y="4721659"/>
            <a:ext cx="1207112"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46" name="Marcador de texto 45">
            <a:extLst>
              <a:ext uri="{FF2B5EF4-FFF2-40B4-BE49-F238E27FC236}">
                <a16:creationId xmlns:a16="http://schemas.microsoft.com/office/drawing/2014/main" id="{01EF1D8F-7B22-D444-930F-CAB317E01942}"/>
              </a:ext>
            </a:extLst>
          </p:cNvPr>
          <p:cNvSpPr>
            <a:spLocks noGrp="1"/>
          </p:cNvSpPr>
          <p:nvPr>
            <p:ph type="body" sz="quarter" idx="39" hasCustomPrompt="1"/>
          </p:nvPr>
        </p:nvSpPr>
        <p:spPr>
          <a:xfrm>
            <a:off x="7217526" y="4320786"/>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083A7120-8443-704C-B78E-45A023AF0F75}"/>
              </a:ext>
            </a:extLst>
          </p:cNvPr>
          <p:cNvSpPr>
            <a:spLocks noGrp="1"/>
          </p:cNvSpPr>
          <p:nvPr>
            <p:ph type="body" sz="quarter" idx="40" hasCustomPrompt="1"/>
          </p:nvPr>
        </p:nvSpPr>
        <p:spPr>
          <a:xfrm>
            <a:off x="7217526" y="4721659"/>
            <a:ext cx="1207112"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48" name="Marcador de texto 45">
            <a:extLst>
              <a:ext uri="{FF2B5EF4-FFF2-40B4-BE49-F238E27FC236}">
                <a16:creationId xmlns:a16="http://schemas.microsoft.com/office/drawing/2014/main" id="{06B1DB15-8426-8143-B563-FED7BAFC91A3}"/>
              </a:ext>
            </a:extLst>
          </p:cNvPr>
          <p:cNvSpPr>
            <a:spLocks noGrp="1"/>
          </p:cNvSpPr>
          <p:nvPr>
            <p:ph type="body" sz="quarter" idx="41" hasCustomPrompt="1"/>
          </p:nvPr>
        </p:nvSpPr>
        <p:spPr>
          <a:xfrm>
            <a:off x="8932561" y="4320786"/>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9" name="Marcador de texto 45">
            <a:extLst>
              <a:ext uri="{FF2B5EF4-FFF2-40B4-BE49-F238E27FC236}">
                <a16:creationId xmlns:a16="http://schemas.microsoft.com/office/drawing/2014/main" id="{032968B4-4883-A746-AF23-22048255BC7F}"/>
              </a:ext>
            </a:extLst>
          </p:cNvPr>
          <p:cNvSpPr>
            <a:spLocks noGrp="1"/>
          </p:cNvSpPr>
          <p:nvPr>
            <p:ph type="body" sz="quarter" idx="42" hasCustomPrompt="1"/>
          </p:nvPr>
        </p:nvSpPr>
        <p:spPr>
          <a:xfrm>
            <a:off x="8932561" y="4721659"/>
            <a:ext cx="1207112"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36" name="Line">
            <a:extLst>
              <a:ext uri="{FF2B5EF4-FFF2-40B4-BE49-F238E27FC236}">
                <a16:creationId xmlns:a16="http://schemas.microsoft.com/office/drawing/2014/main" id="{67C49083-E9B1-194F-A9EC-53C333E38D75}"/>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33" name="Marcador de texto 15">
            <a:extLst>
              <a:ext uri="{FF2B5EF4-FFF2-40B4-BE49-F238E27FC236}">
                <a16:creationId xmlns:a16="http://schemas.microsoft.com/office/drawing/2014/main" id="{9D25313C-98A9-F24B-8FD2-D0D617421D60}"/>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4" name="Slide Number Placeholder 5">
            <a:extLst>
              <a:ext uri="{FF2B5EF4-FFF2-40B4-BE49-F238E27FC236}">
                <a16:creationId xmlns:a16="http://schemas.microsoft.com/office/drawing/2014/main" id="{DF815662-EA4C-1A47-A3A3-3AB8B90AAF0F}"/>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56007793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Grafico No. 18">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grpSp>
        <p:nvGrpSpPr>
          <p:cNvPr id="12" name="Group 1">
            <a:extLst>
              <a:ext uri="{FF2B5EF4-FFF2-40B4-BE49-F238E27FC236}">
                <a16:creationId xmlns:a16="http://schemas.microsoft.com/office/drawing/2014/main" id="{383F2DC4-A444-C344-BA40-9342922A4BCF}"/>
              </a:ext>
            </a:extLst>
          </p:cNvPr>
          <p:cNvGrpSpPr/>
          <p:nvPr userDrawn="1"/>
        </p:nvGrpSpPr>
        <p:grpSpPr>
          <a:xfrm>
            <a:off x="1559201" y="1880325"/>
            <a:ext cx="3839556" cy="3814696"/>
            <a:chOff x="743254" y="1642734"/>
            <a:chExt cx="4432967" cy="4404551"/>
          </a:xfrm>
        </p:grpSpPr>
        <p:sp>
          <p:nvSpPr>
            <p:cNvPr id="13" name="Freeform 5">
              <a:extLst>
                <a:ext uri="{FF2B5EF4-FFF2-40B4-BE49-F238E27FC236}">
                  <a16:creationId xmlns:a16="http://schemas.microsoft.com/office/drawing/2014/main" id="{E2F7E41E-1B05-E749-98E2-E8E3351BA1EC}"/>
                </a:ext>
              </a:extLst>
            </p:cNvPr>
            <p:cNvSpPr>
              <a:spLocks/>
            </p:cNvSpPr>
            <p:nvPr/>
          </p:nvSpPr>
          <p:spPr bwMode="auto">
            <a:xfrm>
              <a:off x="2118173" y="1642734"/>
              <a:ext cx="2653660" cy="1744333"/>
            </a:xfrm>
            <a:custGeom>
              <a:avLst/>
              <a:gdLst>
                <a:gd name="T0" fmla="*/ 215 w 708"/>
                <a:gd name="T1" fmla="*/ 0 h 467"/>
                <a:gd name="T2" fmla="*/ 90 w 708"/>
                <a:gd name="T3" fmla="*/ 13 h 467"/>
                <a:gd name="T4" fmla="*/ 70 w 708"/>
                <a:gd name="T5" fmla="*/ 18 h 467"/>
                <a:gd name="T6" fmla="*/ 50 w 708"/>
                <a:gd name="T7" fmla="*/ 24 h 467"/>
                <a:gd name="T8" fmla="*/ 27 w 708"/>
                <a:gd name="T9" fmla="*/ 31 h 467"/>
                <a:gd name="T10" fmla="*/ 6 w 708"/>
                <a:gd name="T11" fmla="*/ 39 h 467"/>
                <a:gd name="T12" fmla="*/ 0 w 708"/>
                <a:gd name="T13" fmla="*/ 41 h 467"/>
                <a:gd name="T14" fmla="*/ 245 w 708"/>
                <a:gd name="T15" fmla="*/ 188 h 467"/>
                <a:gd name="T16" fmla="*/ 250 w 708"/>
                <a:gd name="T17" fmla="*/ 197 h 467"/>
                <a:gd name="T18" fmla="*/ 255 w 708"/>
                <a:gd name="T19" fmla="*/ 209 h 467"/>
                <a:gd name="T20" fmla="*/ 270 w 708"/>
                <a:gd name="T21" fmla="*/ 249 h 467"/>
                <a:gd name="T22" fmla="*/ 283 w 708"/>
                <a:gd name="T23" fmla="*/ 285 h 467"/>
                <a:gd name="T24" fmla="*/ 284 w 708"/>
                <a:gd name="T25" fmla="*/ 286 h 467"/>
                <a:gd name="T26" fmla="*/ 285 w 708"/>
                <a:gd name="T27" fmla="*/ 291 h 467"/>
                <a:gd name="T28" fmla="*/ 287 w 708"/>
                <a:gd name="T29" fmla="*/ 295 h 467"/>
                <a:gd name="T30" fmla="*/ 289 w 708"/>
                <a:gd name="T31" fmla="*/ 300 h 467"/>
                <a:gd name="T32" fmla="*/ 291 w 708"/>
                <a:gd name="T33" fmla="*/ 305 h 467"/>
                <a:gd name="T34" fmla="*/ 294 w 708"/>
                <a:gd name="T35" fmla="*/ 310 h 467"/>
                <a:gd name="T36" fmla="*/ 306 w 708"/>
                <a:gd name="T37" fmla="*/ 334 h 467"/>
                <a:gd name="T38" fmla="*/ 309 w 708"/>
                <a:gd name="T39" fmla="*/ 339 h 467"/>
                <a:gd name="T40" fmla="*/ 311 w 708"/>
                <a:gd name="T41" fmla="*/ 343 h 467"/>
                <a:gd name="T42" fmla="*/ 314 w 708"/>
                <a:gd name="T43" fmla="*/ 347 h 467"/>
                <a:gd name="T44" fmla="*/ 317 w 708"/>
                <a:gd name="T45" fmla="*/ 352 h 467"/>
                <a:gd name="T46" fmla="*/ 320 w 708"/>
                <a:gd name="T47" fmla="*/ 356 h 467"/>
                <a:gd name="T48" fmla="*/ 324 w 708"/>
                <a:gd name="T49" fmla="*/ 361 h 467"/>
                <a:gd name="T50" fmla="*/ 327 w 708"/>
                <a:gd name="T51" fmla="*/ 365 h 467"/>
                <a:gd name="T52" fmla="*/ 331 w 708"/>
                <a:gd name="T53" fmla="*/ 369 h 467"/>
                <a:gd name="T54" fmla="*/ 335 w 708"/>
                <a:gd name="T55" fmla="*/ 373 h 467"/>
                <a:gd name="T56" fmla="*/ 343 w 708"/>
                <a:gd name="T57" fmla="*/ 382 h 467"/>
                <a:gd name="T58" fmla="*/ 348 w 708"/>
                <a:gd name="T59" fmla="*/ 386 h 467"/>
                <a:gd name="T60" fmla="*/ 353 w 708"/>
                <a:gd name="T61" fmla="*/ 390 h 467"/>
                <a:gd name="T62" fmla="*/ 358 w 708"/>
                <a:gd name="T63" fmla="*/ 394 h 467"/>
                <a:gd name="T64" fmla="*/ 362 w 708"/>
                <a:gd name="T65" fmla="*/ 397 h 467"/>
                <a:gd name="T66" fmla="*/ 367 w 708"/>
                <a:gd name="T67" fmla="*/ 400 h 467"/>
                <a:gd name="T68" fmla="*/ 372 w 708"/>
                <a:gd name="T69" fmla="*/ 403 h 467"/>
                <a:gd name="T70" fmla="*/ 377 w 708"/>
                <a:gd name="T71" fmla="*/ 406 h 467"/>
                <a:gd name="T72" fmla="*/ 383 w 708"/>
                <a:gd name="T73" fmla="*/ 409 h 467"/>
                <a:gd name="T74" fmla="*/ 388 w 708"/>
                <a:gd name="T75" fmla="*/ 412 h 467"/>
                <a:gd name="T76" fmla="*/ 394 w 708"/>
                <a:gd name="T77" fmla="*/ 414 h 467"/>
                <a:gd name="T78" fmla="*/ 400 w 708"/>
                <a:gd name="T79" fmla="*/ 416 h 467"/>
                <a:gd name="T80" fmla="*/ 414 w 708"/>
                <a:gd name="T81" fmla="*/ 421 h 467"/>
                <a:gd name="T82" fmla="*/ 421 w 708"/>
                <a:gd name="T83" fmla="*/ 423 h 467"/>
                <a:gd name="T84" fmla="*/ 428 w 708"/>
                <a:gd name="T85" fmla="*/ 424 h 467"/>
                <a:gd name="T86" fmla="*/ 435 w 708"/>
                <a:gd name="T87" fmla="*/ 426 h 467"/>
                <a:gd name="T88" fmla="*/ 443 w 708"/>
                <a:gd name="T89" fmla="*/ 427 h 467"/>
                <a:gd name="T90" fmla="*/ 451 w 708"/>
                <a:gd name="T91" fmla="*/ 428 h 467"/>
                <a:gd name="T92" fmla="*/ 458 w 708"/>
                <a:gd name="T93" fmla="*/ 428 h 467"/>
                <a:gd name="T94" fmla="*/ 467 w 708"/>
                <a:gd name="T95" fmla="*/ 429 h 467"/>
                <a:gd name="T96" fmla="*/ 475 w 708"/>
                <a:gd name="T97" fmla="*/ 429 h 467"/>
                <a:gd name="T98" fmla="*/ 483 w 708"/>
                <a:gd name="T99" fmla="*/ 429 h 467"/>
                <a:gd name="T100" fmla="*/ 492 w 708"/>
                <a:gd name="T101" fmla="*/ 429 h 467"/>
                <a:gd name="T102" fmla="*/ 501 w 708"/>
                <a:gd name="T103" fmla="*/ 429 h 467"/>
                <a:gd name="T104" fmla="*/ 533 w 708"/>
                <a:gd name="T105" fmla="*/ 427 h 467"/>
                <a:gd name="T106" fmla="*/ 603 w 708"/>
                <a:gd name="T107" fmla="*/ 467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08" h="467">
                  <a:moveTo>
                    <a:pt x="625" y="169"/>
                  </a:moveTo>
                  <a:cubicBezTo>
                    <a:pt x="516" y="60"/>
                    <a:pt x="370" y="0"/>
                    <a:pt x="215" y="0"/>
                  </a:cubicBezTo>
                  <a:cubicBezTo>
                    <a:pt x="209" y="0"/>
                    <a:pt x="203" y="0"/>
                    <a:pt x="196" y="0"/>
                  </a:cubicBezTo>
                  <a:cubicBezTo>
                    <a:pt x="160" y="1"/>
                    <a:pt x="125" y="6"/>
                    <a:pt x="90" y="13"/>
                  </a:cubicBezTo>
                  <a:cubicBezTo>
                    <a:pt x="89" y="14"/>
                    <a:pt x="89" y="14"/>
                    <a:pt x="89" y="14"/>
                  </a:cubicBezTo>
                  <a:cubicBezTo>
                    <a:pt x="83" y="15"/>
                    <a:pt x="77" y="16"/>
                    <a:pt x="70" y="18"/>
                  </a:cubicBezTo>
                  <a:cubicBezTo>
                    <a:pt x="66" y="19"/>
                    <a:pt x="66" y="19"/>
                    <a:pt x="66" y="19"/>
                  </a:cubicBezTo>
                  <a:cubicBezTo>
                    <a:pt x="61" y="21"/>
                    <a:pt x="56" y="22"/>
                    <a:pt x="50" y="24"/>
                  </a:cubicBezTo>
                  <a:cubicBezTo>
                    <a:pt x="46" y="25"/>
                    <a:pt x="46" y="25"/>
                    <a:pt x="46" y="25"/>
                  </a:cubicBezTo>
                  <a:cubicBezTo>
                    <a:pt x="39" y="27"/>
                    <a:pt x="33" y="29"/>
                    <a:pt x="27" y="31"/>
                  </a:cubicBezTo>
                  <a:cubicBezTo>
                    <a:pt x="21" y="33"/>
                    <a:pt x="15" y="35"/>
                    <a:pt x="8" y="38"/>
                  </a:cubicBezTo>
                  <a:cubicBezTo>
                    <a:pt x="7" y="38"/>
                    <a:pt x="6" y="39"/>
                    <a:pt x="6" y="39"/>
                  </a:cubicBezTo>
                  <a:cubicBezTo>
                    <a:pt x="4" y="40"/>
                    <a:pt x="4" y="40"/>
                    <a:pt x="4" y="40"/>
                  </a:cubicBezTo>
                  <a:cubicBezTo>
                    <a:pt x="3" y="40"/>
                    <a:pt x="1" y="40"/>
                    <a:pt x="0" y="41"/>
                  </a:cubicBezTo>
                  <a:cubicBezTo>
                    <a:pt x="27" y="39"/>
                    <a:pt x="56" y="42"/>
                    <a:pt x="82" y="49"/>
                  </a:cubicBezTo>
                  <a:cubicBezTo>
                    <a:pt x="131" y="63"/>
                    <a:pt x="198" y="98"/>
                    <a:pt x="245" y="188"/>
                  </a:cubicBezTo>
                  <a:cubicBezTo>
                    <a:pt x="247" y="191"/>
                    <a:pt x="248" y="193"/>
                    <a:pt x="250" y="196"/>
                  </a:cubicBezTo>
                  <a:cubicBezTo>
                    <a:pt x="250" y="197"/>
                    <a:pt x="250" y="197"/>
                    <a:pt x="250" y="197"/>
                  </a:cubicBezTo>
                  <a:cubicBezTo>
                    <a:pt x="251" y="199"/>
                    <a:pt x="253" y="202"/>
                    <a:pt x="254" y="205"/>
                  </a:cubicBezTo>
                  <a:cubicBezTo>
                    <a:pt x="255" y="209"/>
                    <a:pt x="255" y="209"/>
                    <a:pt x="255" y="209"/>
                  </a:cubicBezTo>
                  <a:cubicBezTo>
                    <a:pt x="258" y="213"/>
                    <a:pt x="260" y="219"/>
                    <a:pt x="262" y="226"/>
                  </a:cubicBezTo>
                  <a:cubicBezTo>
                    <a:pt x="265" y="233"/>
                    <a:pt x="268" y="241"/>
                    <a:pt x="270" y="249"/>
                  </a:cubicBezTo>
                  <a:cubicBezTo>
                    <a:pt x="274" y="259"/>
                    <a:pt x="278" y="270"/>
                    <a:pt x="282" y="281"/>
                  </a:cubicBezTo>
                  <a:cubicBezTo>
                    <a:pt x="282" y="283"/>
                    <a:pt x="283" y="284"/>
                    <a:pt x="283" y="285"/>
                  </a:cubicBezTo>
                  <a:cubicBezTo>
                    <a:pt x="284" y="286"/>
                    <a:pt x="284" y="286"/>
                    <a:pt x="284" y="286"/>
                  </a:cubicBezTo>
                  <a:cubicBezTo>
                    <a:pt x="284" y="286"/>
                    <a:pt x="284" y="286"/>
                    <a:pt x="284" y="286"/>
                  </a:cubicBezTo>
                  <a:cubicBezTo>
                    <a:pt x="284" y="287"/>
                    <a:pt x="284" y="287"/>
                    <a:pt x="284" y="287"/>
                  </a:cubicBezTo>
                  <a:cubicBezTo>
                    <a:pt x="284" y="288"/>
                    <a:pt x="285" y="289"/>
                    <a:pt x="285" y="291"/>
                  </a:cubicBezTo>
                  <a:cubicBezTo>
                    <a:pt x="286" y="291"/>
                    <a:pt x="286" y="291"/>
                    <a:pt x="286" y="291"/>
                  </a:cubicBezTo>
                  <a:cubicBezTo>
                    <a:pt x="286" y="293"/>
                    <a:pt x="287" y="294"/>
                    <a:pt x="287" y="295"/>
                  </a:cubicBezTo>
                  <a:cubicBezTo>
                    <a:pt x="288" y="296"/>
                    <a:pt x="288" y="296"/>
                    <a:pt x="288" y="296"/>
                  </a:cubicBezTo>
                  <a:cubicBezTo>
                    <a:pt x="288" y="297"/>
                    <a:pt x="289" y="299"/>
                    <a:pt x="289" y="300"/>
                  </a:cubicBezTo>
                  <a:cubicBezTo>
                    <a:pt x="290" y="301"/>
                    <a:pt x="290" y="301"/>
                    <a:pt x="290" y="301"/>
                  </a:cubicBezTo>
                  <a:cubicBezTo>
                    <a:pt x="290" y="302"/>
                    <a:pt x="291" y="304"/>
                    <a:pt x="291" y="305"/>
                  </a:cubicBezTo>
                  <a:cubicBezTo>
                    <a:pt x="292" y="306"/>
                    <a:pt x="292" y="306"/>
                    <a:pt x="292" y="306"/>
                  </a:cubicBezTo>
                  <a:cubicBezTo>
                    <a:pt x="292" y="307"/>
                    <a:pt x="293" y="309"/>
                    <a:pt x="294" y="310"/>
                  </a:cubicBezTo>
                  <a:cubicBezTo>
                    <a:pt x="297" y="317"/>
                    <a:pt x="300" y="323"/>
                    <a:pt x="303" y="329"/>
                  </a:cubicBezTo>
                  <a:cubicBezTo>
                    <a:pt x="304" y="331"/>
                    <a:pt x="305" y="333"/>
                    <a:pt x="306" y="334"/>
                  </a:cubicBezTo>
                  <a:cubicBezTo>
                    <a:pt x="307" y="335"/>
                    <a:pt x="307" y="335"/>
                    <a:pt x="307" y="335"/>
                  </a:cubicBezTo>
                  <a:cubicBezTo>
                    <a:pt x="307" y="336"/>
                    <a:pt x="308" y="337"/>
                    <a:pt x="309" y="339"/>
                  </a:cubicBezTo>
                  <a:cubicBezTo>
                    <a:pt x="309" y="340"/>
                    <a:pt x="309" y="340"/>
                    <a:pt x="309" y="340"/>
                  </a:cubicBezTo>
                  <a:cubicBezTo>
                    <a:pt x="310" y="341"/>
                    <a:pt x="311" y="342"/>
                    <a:pt x="311" y="343"/>
                  </a:cubicBezTo>
                  <a:cubicBezTo>
                    <a:pt x="312" y="344"/>
                    <a:pt x="312" y="344"/>
                    <a:pt x="312" y="344"/>
                  </a:cubicBezTo>
                  <a:cubicBezTo>
                    <a:pt x="313" y="345"/>
                    <a:pt x="314" y="346"/>
                    <a:pt x="314" y="347"/>
                  </a:cubicBezTo>
                  <a:cubicBezTo>
                    <a:pt x="315" y="349"/>
                    <a:pt x="315" y="349"/>
                    <a:pt x="315" y="349"/>
                  </a:cubicBezTo>
                  <a:cubicBezTo>
                    <a:pt x="316" y="350"/>
                    <a:pt x="317" y="351"/>
                    <a:pt x="317" y="352"/>
                  </a:cubicBezTo>
                  <a:cubicBezTo>
                    <a:pt x="318" y="353"/>
                    <a:pt x="318" y="353"/>
                    <a:pt x="318" y="353"/>
                  </a:cubicBezTo>
                  <a:cubicBezTo>
                    <a:pt x="319" y="354"/>
                    <a:pt x="320" y="355"/>
                    <a:pt x="320" y="356"/>
                  </a:cubicBezTo>
                  <a:cubicBezTo>
                    <a:pt x="322" y="358"/>
                    <a:pt x="322" y="358"/>
                    <a:pt x="322" y="358"/>
                  </a:cubicBezTo>
                  <a:cubicBezTo>
                    <a:pt x="322" y="359"/>
                    <a:pt x="323" y="360"/>
                    <a:pt x="324" y="361"/>
                  </a:cubicBezTo>
                  <a:cubicBezTo>
                    <a:pt x="325" y="362"/>
                    <a:pt x="325" y="362"/>
                    <a:pt x="325" y="362"/>
                  </a:cubicBezTo>
                  <a:cubicBezTo>
                    <a:pt x="326" y="363"/>
                    <a:pt x="326" y="364"/>
                    <a:pt x="327" y="365"/>
                  </a:cubicBezTo>
                  <a:cubicBezTo>
                    <a:pt x="328" y="366"/>
                    <a:pt x="328" y="366"/>
                    <a:pt x="328" y="366"/>
                  </a:cubicBezTo>
                  <a:cubicBezTo>
                    <a:pt x="329" y="367"/>
                    <a:pt x="330" y="368"/>
                    <a:pt x="331" y="369"/>
                  </a:cubicBezTo>
                  <a:cubicBezTo>
                    <a:pt x="332" y="370"/>
                    <a:pt x="332" y="370"/>
                    <a:pt x="332" y="370"/>
                  </a:cubicBezTo>
                  <a:cubicBezTo>
                    <a:pt x="333" y="371"/>
                    <a:pt x="334" y="372"/>
                    <a:pt x="335" y="373"/>
                  </a:cubicBezTo>
                  <a:cubicBezTo>
                    <a:pt x="335" y="374"/>
                    <a:pt x="335" y="374"/>
                    <a:pt x="335" y="374"/>
                  </a:cubicBezTo>
                  <a:cubicBezTo>
                    <a:pt x="338" y="377"/>
                    <a:pt x="341" y="379"/>
                    <a:pt x="343" y="382"/>
                  </a:cubicBezTo>
                  <a:cubicBezTo>
                    <a:pt x="345" y="383"/>
                    <a:pt x="346" y="384"/>
                    <a:pt x="347" y="385"/>
                  </a:cubicBezTo>
                  <a:cubicBezTo>
                    <a:pt x="348" y="386"/>
                    <a:pt x="348" y="386"/>
                    <a:pt x="348" y="386"/>
                  </a:cubicBezTo>
                  <a:cubicBezTo>
                    <a:pt x="350" y="387"/>
                    <a:pt x="351" y="388"/>
                    <a:pt x="352" y="389"/>
                  </a:cubicBezTo>
                  <a:cubicBezTo>
                    <a:pt x="353" y="390"/>
                    <a:pt x="353" y="390"/>
                    <a:pt x="353" y="390"/>
                  </a:cubicBezTo>
                  <a:cubicBezTo>
                    <a:pt x="354" y="391"/>
                    <a:pt x="355" y="392"/>
                    <a:pt x="356" y="392"/>
                  </a:cubicBezTo>
                  <a:cubicBezTo>
                    <a:pt x="358" y="394"/>
                    <a:pt x="358" y="394"/>
                    <a:pt x="358" y="394"/>
                  </a:cubicBezTo>
                  <a:cubicBezTo>
                    <a:pt x="359" y="394"/>
                    <a:pt x="360" y="395"/>
                    <a:pt x="361" y="396"/>
                  </a:cubicBezTo>
                  <a:cubicBezTo>
                    <a:pt x="362" y="397"/>
                    <a:pt x="362" y="397"/>
                    <a:pt x="362" y="397"/>
                  </a:cubicBezTo>
                  <a:cubicBezTo>
                    <a:pt x="363" y="398"/>
                    <a:pt x="364" y="398"/>
                    <a:pt x="365" y="399"/>
                  </a:cubicBezTo>
                  <a:cubicBezTo>
                    <a:pt x="367" y="400"/>
                    <a:pt x="367" y="400"/>
                    <a:pt x="367" y="400"/>
                  </a:cubicBezTo>
                  <a:cubicBezTo>
                    <a:pt x="368" y="401"/>
                    <a:pt x="369" y="401"/>
                    <a:pt x="370" y="402"/>
                  </a:cubicBezTo>
                  <a:cubicBezTo>
                    <a:pt x="372" y="403"/>
                    <a:pt x="372" y="403"/>
                    <a:pt x="372" y="403"/>
                  </a:cubicBezTo>
                  <a:cubicBezTo>
                    <a:pt x="373" y="404"/>
                    <a:pt x="374" y="404"/>
                    <a:pt x="375" y="405"/>
                  </a:cubicBezTo>
                  <a:cubicBezTo>
                    <a:pt x="377" y="406"/>
                    <a:pt x="377" y="406"/>
                    <a:pt x="377" y="406"/>
                  </a:cubicBezTo>
                  <a:cubicBezTo>
                    <a:pt x="378" y="407"/>
                    <a:pt x="380" y="407"/>
                    <a:pt x="381" y="408"/>
                  </a:cubicBezTo>
                  <a:cubicBezTo>
                    <a:pt x="383" y="409"/>
                    <a:pt x="383" y="409"/>
                    <a:pt x="383" y="409"/>
                  </a:cubicBezTo>
                  <a:cubicBezTo>
                    <a:pt x="384" y="409"/>
                    <a:pt x="385" y="410"/>
                    <a:pt x="386" y="411"/>
                  </a:cubicBezTo>
                  <a:cubicBezTo>
                    <a:pt x="388" y="412"/>
                    <a:pt x="388" y="412"/>
                    <a:pt x="388" y="412"/>
                  </a:cubicBezTo>
                  <a:cubicBezTo>
                    <a:pt x="390" y="412"/>
                    <a:pt x="391" y="413"/>
                    <a:pt x="392" y="413"/>
                  </a:cubicBezTo>
                  <a:cubicBezTo>
                    <a:pt x="394" y="414"/>
                    <a:pt x="394" y="414"/>
                    <a:pt x="394" y="414"/>
                  </a:cubicBezTo>
                  <a:cubicBezTo>
                    <a:pt x="395" y="415"/>
                    <a:pt x="397" y="415"/>
                    <a:pt x="398" y="416"/>
                  </a:cubicBezTo>
                  <a:cubicBezTo>
                    <a:pt x="400" y="416"/>
                    <a:pt x="400" y="416"/>
                    <a:pt x="400" y="416"/>
                  </a:cubicBezTo>
                  <a:cubicBezTo>
                    <a:pt x="404" y="418"/>
                    <a:pt x="408" y="419"/>
                    <a:pt x="412" y="420"/>
                  </a:cubicBezTo>
                  <a:cubicBezTo>
                    <a:pt x="414" y="421"/>
                    <a:pt x="414" y="421"/>
                    <a:pt x="414" y="421"/>
                  </a:cubicBezTo>
                  <a:cubicBezTo>
                    <a:pt x="416" y="421"/>
                    <a:pt x="417" y="422"/>
                    <a:pt x="419" y="422"/>
                  </a:cubicBezTo>
                  <a:cubicBezTo>
                    <a:pt x="421" y="423"/>
                    <a:pt x="421" y="423"/>
                    <a:pt x="421" y="423"/>
                  </a:cubicBezTo>
                  <a:cubicBezTo>
                    <a:pt x="423" y="423"/>
                    <a:pt x="424" y="423"/>
                    <a:pt x="426" y="424"/>
                  </a:cubicBezTo>
                  <a:cubicBezTo>
                    <a:pt x="428" y="424"/>
                    <a:pt x="428" y="424"/>
                    <a:pt x="428" y="424"/>
                  </a:cubicBezTo>
                  <a:cubicBezTo>
                    <a:pt x="430" y="425"/>
                    <a:pt x="431" y="425"/>
                    <a:pt x="433" y="425"/>
                  </a:cubicBezTo>
                  <a:cubicBezTo>
                    <a:pt x="434" y="425"/>
                    <a:pt x="435" y="425"/>
                    <a:pt x="435" y="426"/>
                  </a:cubicBezTo>
                  <a:cubicBezTo>
                    <a:pt x="437" y="426"/>
                    <a:pt x="438" y="426"/>
                    <a:pt x="440" y="426"/>
                  </a:cubicBezTo>
                  <a:cubicBezTo>
                    <a:pt x="441" y="426"/>
                    <a:pt x="442" y="427"/>
                    <a:pt x="443" y="427"/>
                  </a:cubicBezTo>
                  <a:cubicBezTo>
                    <a:pt x="444" y="427"/>
                    <a:pt x="446" y="427"/>
                    <a:pt x="447" y="427"/>
                  </a:cubicBezTo>
                  <a:cubicBezTo>
                    <a:pt x="448" y="427"/>
                    <a:pt x="450" y="428"/>
                    <a:pt x="451" y="428"/>
                  </a:cubicBezTo>
                  <a:cubicBezTo>
                    <a:pt x="452" y="428"/>
                    <a:pt x="454" y="428"/>
                    <a:pt x="455" y="428"/>
                  </a:cubicBezTo>
                  <a:cubicBezTo>
                    <a:pt x="458" y="428"/>
                    <a:pt x="458" y="428"/>
                    <a:pt x="458" y="428"/>
                  </a:cubicBezTo>
                  <a:cubicBezTo>
                    <a:pt x="460" y="429"/>
                    <a:pt x="461" y="429"/>
                    <a:pt x="463" y="429"/>
                  </a:cubicBezTo>
                  <a:cubicBezTo>
                    <a:pt x="464" y="429"/>
                    <a:pt x="465" y="429"/>
                    <a:pt x="467" y="429"/>
                  </a:cubicBezTo>
                  <a:cubicBezTo>
                    <a:pt x="468" y="429"/>
                    <a:pt x="470" y="429"/>
                    <a:pt x="471" y="429"/>
                  </a:cubicBezTo>
                  <a:cubicBezTo>
                    <a:pt x="473" y="429"/>
                    <a:pt x="474" y="429"/>
                    <a:pt x="475" y="429"/>
                  </a:cubicBezTo>
                  <a:cubicBezTo>
                    <a:pt x="476" y="429"/>
                    <a:pt x="478" y="429"/>
                    <a:pt x="480" y="429"/>
                  </a:cubicBezTo>
                  <a:cubicBezTo>
                    <a:pt x="483" y="429"/>
                    <a:pt x="483" y="429"/>
                    <a:pt x="483" y="429"/>
                  </a:cubicBezTo>
                  <a:cubicBezTo>
                    <a:pt x="485" y="429"/>
                    <a:pt x="487" y="429"/>
                    <a:pt x="489" y="429"/>
                  </a:cubicBezTo>
                  <a:cubicBezTo>
                    <a:pt x="492" y="429"/>
                    <a:pt x="492" y="429"/>
                    <a:pt x="492" y="429"/>
                  </a:cubicBezTo>
                  <a:cubicBezTo>
                    <a:pt x="494" y="429"/>
                    <a:pt x="496" y="429"/>
                    <a:pt x="498" y="429"/>
                  </a:cubicBezTo>
                  <a:cubicBezTo>
                    <a:pt x="501" y="429"/>
                    <a:pt x="501" y="429"/>
                    <a:pt x="501" y="429"/>
                  </a:cubicBezTo>
                  <a:cubicBezTo>
                    <a:pt x="504" y="428"/>
                    <a:pt x="507" y="428"/>
                    <a:pt x="510" y="428"/>
                  </a:cubicBezTo>
                  <a:cubicBezTo>
                    <a:pt x="518" y="427"/>
                    <a:pt x="526" y="427"/>
                    <a:pt x="533" y="427"/>
                  </a:cubicBezTo>
                  <a:cubicBezTo>
                    <a:pt x="563" y="427"/>
                    <a:pt x="584" y="434"/>
                    <a:pt x="595" y="447"/>
                  </a:cubicBezTo>
                  <a:cubicBezTo>
                    <a:pt x="599" y="453"/>
                    <a:pt x="602" y="459"/>
                    <a:pt x="603" y="467"/>
                  </a:cubicBezTo>
                  <a:cubicBezTo>
                    <a:pt x="708" y="346"/>
                    <a:pt x="663" y="212"/>
                    <a:pt x="625" y="169"/>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14" name="Freeform 6">
              <a:extLst>
                <a:ext uri="{FF2B5EF4-FFF2-40B4-BE49-F238E27FC236}">
                  <a16:creationId xmlns:a16="http://schemas.microsoft.com/office/drawing/2014/main" id="{2D30858F-C9F9-0941-96AA-46A370AD6221}"/>
                </a:ext>
              </a:extLst>
            </p:cNvPr>
            <p:cNvSpPr>
              <a:spLocks/>
            </p:cNvSpPr>
            <p:nvPr/>
          </p:nvSpPr>
          <p:spPr bwMode="auto">
            <a:xfrm>
              <a:off x="743254" y="1793560"/>
              <a:ext cx="2223041" cy="2159651"/>
            </a:xfrm>
            <a:custGeom>
              <a:avLst/>
              <a:gdLst>
                <a:gd name="T0" fmla="*/ 29 w 593"/>
                <a:gd name="T1" fmla="*/ 362 h 579"/>
                <a:gd name="T2" fmla="*/ 3 w 593"/>
                <a:gd name="T3" fmla="*/ 485 h 579"/>
                <a:gd name="T4" fmla="*/ 1 w 593"/>
                <a:gd name="T5" fmla="*/ 505 h 579"/>
                <a:gd name="T6" fmla="*/ 0 w 593"/>
                <a:gd name="T7" fmla="*/ 526 h 579"/>
                <a:gd name="T8" fmla="*/ 0 w 593"/>
                <a:gd name="T9" fmla="*/ 550 h 579"/>
                <a:gd name="T10" fmla="*/ 1 w 593"/>
                <a:gd name="T11" fmla="*/ 573 h 579"/>
                <a:gd name="T12" fmla="*/ 1 w 593"/>
                <a:gd name="T13" fmla="*/ 579 h 579"/>
                <a:gd name="T14" fmla="*/ 217 w 593"/>
                <a:gd name="T15" fmla="*/ 391 h 579"/>
                <a:gd name="T16" fmla="*/ 227 w 593"/>
                <a:gd name="T17" fmla="*/ 389 h 579"/>
                <a:gd name="T18" fmla="*/ 240 w 593"/>
                <a:gd name="T19" fmla="*/ 388 h 579"/>
                <a:gd name="T20" fmla="*/ 283 w 593"/>
                <a:gd name="T21" fmla="*/ 386 h 579"/>
                <a:gd name="T22" fmla="*/ 321 w 593"/>
                <a:gd name="T23" fmla="*/ 385 h 579"/>
                <a:gd name="T24" fmla="*/ 322 w 593"/>
                <a:gd name="T25" fmla="*/ 385 h 579"/>
                <a:gd name="T26" fmla="*/ 327 w 593"/>
                <a:gd name="T27" fmla="*/ 385 h 579"/>
                <a:gd name="T28" fmla="*/ 332 w 593"/>
                <a:gd name="T29" fmla="*/ 384 h 579"/>
                <a:gd name="T30" fmla="*/ 337 w 593"/>
                <a:gd name="T31" fmla="*/ 384 h 579"/>
                <a:gd name="T32" fmla="*/ 343 w 593"/>
                <a:gd name="T33" fmla="*/ 383 h 579"/>
                <a:gd name="T34" fmla="*/ 348 w 593"/>
                <a:gd name="T35" fmla="*/ 383 h 579"/>
                <a:gd name="T36" fmla="*/ 375 w 593"/>
                <a:gd name="T37" fmla="*/ 378 h 579"/>
                <a:gd name="T38" fmla="*/ 380 w 593"/>
                <a:gd name="T39" fmla="*/ 377 h 579"/>
                <a:gd name="T40" fmla="*/ 385 w 593"/>
                <a:gd name="T41" fmla="*/ 376 h 579"/>
                <a:gd name="T42" fmla="*/ 390 w 593"/>
                <a:gd name="T43" fmla="*/ 375 h 579"/>
                <a:gd name="T44" fmla="*/ 395 w 593"/>
                <a:gd name="T45" fmla="*/ 373 h 579"/>
                <a:gd name="T46" fmla="*/ 400 w 593"/>
                <a:gd name="T47" fmla="*/ 371 h 579"/>
                <a:gd name="T48" fmla="*/ 405 w 593"/>
                <a:gd name="T49" fmla="*/ 370 h 579"/>
                <a:gd name="T50" fmla="*/ 410 w 593"/>
                <a:gd name="T51" fmla="*/ 368 h 579"/>
                <a:gd name="T52" fmla="*/ 416 w 593"/>
                <a:gd name="T53" fmla="*/ 366 h 579"/>
                <a:gd name="T54" fmla="*/ 421 w 593"/>
                <a:gd name="T55" fmla="*/ 363 h 579"/>
                <a:gd name="T56" fmla="*/ 432 w 593"/>
                <a:gd name="T57" fmla="*/ 358 h 579"/>
                <a:gd name="T58" fmla="*/ 438 w 593"/>
                <a:gd name="T59" fmla="*/ 354 h 579"/>
                <a:gd name="T60" fmla="*/ 443 w 593"/>
                <a:gd name="T61" fmla="*/ 351 h 579"/>
                <a:gd name="T62" fmla="*/ 447 w 593"/>
                <a:gd name="T63" fmla="*/ 348 h 579"/>
                <a:gd name="T64" fmla="*/ 452 w 593"/>
                <a:gd name="T65" fmla="*/ 344 h 579"/>
                <a:gd name="T66" fmla="*/ 457 w 593"/>
                <a:gd name="T67" fmla="*/ 341 h 579"/>
                <a:gd name="T68" fmla="*/ 461 w 593"/>
                <a:gd name="T69" fmla="*/ 337 h 579"/>
                <a:gd name="T70" fmla="*/ 465 w 593"/>
                <a:gd name="T71" fmla="*/ 333 h 579"/>
                <a:gd name="T72" fmla="*/ 470 w 593"/>
                <a:gd name="T73" fmla="*/ 328 h 579"/>
                <a:gd name="T74" fmla="*/ 474 w 593"/>
                <a:gd name="T75" fmla="*/ 324 h 579"/>
                <a:gd name="T76" fmla="*/ 478 w 593"/>
                <a:gd name="T77" fmla="*/ 319 h 579"/>
                <a:gd name="T78" fmla="*/ 482 w 593"/>
                <a:gd name="T79" fmla="*/ 314 h 579"/>
                <a:gd name="T80" fmla="*/ 491 w 593"/>
                <a:gd name="T81" fmla="*/ 302 h 579"/>
                <a:gd name="T82" fmla="*/ 495 w 593"/>
                <a:gd name="T83" fmla="*/ 296 h 579"/>
                <a:gd name="T84" fmla="*/ 498 w 593"/>
                <a:gd name="T85" fmla="*/ 290 h 579"/>
                <a:gd name="T86" fmla="*/ 502 w 593"/>
                <a:gd name="T87" fmla="*/ 284 h 579"/>
                <a:gd name="T88" fmla="*/ 505 w 593"/>
                <a:gd name="T89" fmla="*/ 277 h 579"/>
                <a:gd name="T90" fmla="*/ 508 w 593"/>
                <a:gd name="T91" fmla="*/ 270 h 579"/>
                <a:gd name="T92" fmla="*/ 512 w 593"/>
                <a:gd name="T93" fmla="*/ 263 h 579"/>
                <a:gd name="T94" fmla="*/ 515 w 593"/>
                <a:gd name="T95" fmla="*/ 255 h 579"/>
                <a:gd name="T96" fmla="*/ 517 w 593"/>
                <a:gd name="T97" fmla="*/ 247 h 579"/>
                <a:gd name="T98" fmla="*/ 520 w 593"/>
                <a:gd name="T99" fmla="*/ 239 h 579"/>
                <a:gd name="T100" fmla="*/ 523 w 593"/>
                <a:gd name="T101" fmla="*/ 231 h 579"/>
                <a:gd name="T102" fmla="*/ 525 w 593"/>
                <a:gd name="T103" fmla="*/ 222 h 579"/>
                <a:gd name="T104" fmla="*/ 533 w 593"/>
                <a:gd name="T105" fmla="*/ 191 h 579"/>
                <a:gd name="T106" fmla="*/ 593 w 593"/>
                <a:gd name="T107" fmla="*/ 137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93" h="579">
                  <a:moveTo>
                    <a:pt x="317" y="24"/>
                  </a:moveTo>
                  <a:cubicBezTo>
                    <a:pt x="179" y="94"/>
                    <a:pt x="77" y="214"/>
                    <a:pt x="29" y="362"/>
                  </a:cubicBezTo>
                  <a:cubicBezTo>
                    <a:pt x="27" y="368"/>
                    <a:pt x="25" y="373"/>
                    <a:pt x="23" y="380"/>
                  </a:cubicBezTo>
                  <a:cubicBezTo>
                    <a:pt x="13" y="414"/>
                    <a:pt x="7" y="449"/>
                    <a:pt x="3" y="485"/>
                  </a:cubicBezTo>
                  <a:cubicBezTo>
                    <a:pt x="3" y="486"/>
                    <a:pt x="3" y="486"/>
                    <a:pt x="3" y="486"/>
                  </a:cubicBezTo>
                  <a:cubicBezTo>
                    <a:pt x="2" y="492"/>
                    <a:pt x="2" y="498"/>
                    <a:pt x="1" y="505"/>
                  </a:cubicBezTo>
                  <a:cubicBezTo>
                    <a:pt x="1" y="509"/>
                    <a:pt x="1" y="509"/>
                    <a:pt x="1" y="509"/>
                  </a:cubicBezTo>
                  <a:cubicBezTo>
                    <a:pt x="1" y="515"/>
                    <a:pt x="1" y="520"/>
                    <a:pt x="0" y="526"/>
                  </a:cubicBezTo>
                  <a:cubicBezTo>
                    <a:pt x="0" y="530"/>
                    <a:pt x="0" y="530"/>
                    <a:pt x="0" y="530"/>
                  </a:cubicBezTo>
                  <a:cubicBezTo>
                    <a:pt x="0" y="537"/>
                    <a:pt x="0" y="544"/>
                    <a:pt x="0" y="550"/>
                  </a:cubicBezTo>
                  <a:cubicBezTo>
                    <a:pt x="0" y="556"/>
                    <a:pt x="1" y="563"/>
                    <a:pt x="1" y="570"/>
                  </a:cubicBezTo>
                  <a:cubicBezTo>
                    <a:pt x="1" y="571"/>
                    <a:pt x="1" y="572"/>
                    <a:pt x="1" y="573"/>
                  </a:cubicBezTo>
                  <a:cubicBezTo>
                    <a:pt x="1" y="575"/>
                    <a:pt x="1" y="575"/>
                    <a:pt x="1" y="575"/>
                  </a:cubicBezTo>
                  <a:cubicBezTo>
                    <a:pt x="1" y="576"/>
                    <a:pt x="1" y="577"/>
                    <a:pt x="1" y="579"/>
                  </a:cubicBezTo>
                  <a:cubicBezTo>
                    <a:pt x="8" y="552"/>
                    <a:pt x="20" y="526"/>
                    <a:pt x="35" y="503"/>
                  </a:cubicBezTo>
                  <a:cubicBezTo>
                    <a:pt x="62" y="461"/>
                    <a:pt x="116" y="408"/>
                    <a:pt x="217" y="391"/>
                  </a:cubicBezTo>
                  <a:cubicBezTo>
                    <a:pt x="220" y="390"/>
                    <a:pt x="223" y="390"/>
                    <a:pt x="226" y="389"/>
                  </a:cubicBezTo>
                  <a:cubicBezTo>
                    <a:pt x="227" y="389"/>
                    <a:pt x="227" y="389"/>
                    <a:pt x="227" y="389"/>
                  </a:cubicBezTo>
                  <a:cubicBezTo>
                    <a:pt x="230" y="389"/>
                    <a:pt x="233" y="389"/>
                    <a:pt x="236" y="388"/>
                  </a:cubicBezTo>
                  <a:cubicBezTo>
                    <a:pt x="240" y="388"/>
                    <a:pt x="240" y="388"/>
                    <a:pt x="240" y="388"/>
                  </a:cubicBezTo>
                  <a:cubicBezTo>
                    <a:pt x="245" y="387"/>
                    <a:pt x="251" y="387"/>
                    <a:pt x="258" y="386"/>
                  </a:cubicBezTo>
                  <a:cubicBezTo>
                    <a:pt x="266" y="386"/>
                    <a:pt x="275" y="386"/>
                    <a:pt x="283" y="386"/>
                  </a:cubicBezTo>
                  <a:cubicBezTo>
                    <a:pt x="294" y="386"/>
                    <a:pt x="305" y="386"/>
                    <a:pt x="317" y="385"/>
                  </a:cubicBezTo>
                  <a:cubicBezTo>
                    <a:pt x="319" y="385"/>
                    <a:pt x="320" y="385"/>
                    <a:pt x="321" y="385"/>
                  </a:cubicBezTo>
                  <a:cubicBezTo>
                    <a:pt x="322" y="385"/>
                    <a:pt x="322" y="385"/>
                    <a:pt x="322" y="385"/>
                  </a:cubicBezTo>
                  <a:cubicBezTo>
                    <a:pt x="322" y="385"/>
                    <a:pt x="322" y="385"/>
                    <a:pt x="322" y="385"/>
                  </a:cubicBezTo>
                  <a:cubicBezTo>
                    <a:pt x="323" y="385"/>
                    <a:pt x="323" y="385"/>
                    <a:pt x="323" y="385"/>
                  </a:cubicBezTo>
                  <a:cubicBezTo>
                    <a:pt x="325" y="385"/>
                    <a:pt x="326" y="385"/>
                    <a:pt x="327" y="385"/>
                  </a:cubicBezTo>
                  <a:cubicBezTo>
                    <a:pt x="328" y="384"/>
                    <a:pt x="328" y="384"/>
                    <a:pt x="328" y="384"/>
                  </a:cubicBezTo>
                  <a:cubicBezTo>
                    <a:pt x="329" y="384"/>
                    <a:pt x="331" y="384"/>
                    <a:pt x="332" y="384"/>
                  </a:cubicBezTo>
                  <a:cubicBezTo>
                    <a:pt x="333" y="384"/>
                    <a:pt x="333" y="384"/>
                    <a:pt x="333" y="384"/>
                  </a:cubicBezTo>
                  <a:cubicBezTo>
                    <a:pt x="334" y="384"/>
                    <a:pt x="336" y="384"/>
                    <a:pt x="337" y="384"/>
                  </a:cubicBezTo>
                  <a:cubicBezTo>
                    <a:pt x="338" y="384"/>
                    <a:pt x="338" y="384"/>
                    <a:pt x="338" y="384"/>
                  </a:cubicBezTo>
                  <a:cubicBezTo>
                    <a:pt x="340" y="384"/>
                    <a:pt x="341" y="383"/>
                    <a:pt x="343" y="383"/>
                  </a:cubicBezTo>
                  <a:cubicBezTo>
                    <a:pt x="343" y="383"/>
                    <a:pt x="343" y="383"/>
                    <a:pt x="343" y="383"/>
                  </a:cubicBezTo>
                  <a:cubicBezTo>
                    <a:pt x="345" y="383"/>
                    <a:pt x="346" y="383"/>
                    <a:pt x="348" y="383"/>
                  </a:cubicBezTo>
                  <a:cubicBezTo>
                    <a:pt x="356" y="382"/>
                    <a:pt x="363" y="381"/>
                    <a:pt x="370" y="379"/>
                  </a:cubicBezTo>
                  <a:cubicBezTo>
                    <a:pt x="371" y="379"/>
                    <a:pt x="373" y="379"/>
                    <a:pt x="375" y="378"/>
                  </a:cubicBezTo>
                  <a:cubicBezTo>
                    <a:pt x="376" y="378"/>
                    <a:pt x="376" y="378"/>
                    <a:pt x="376" y="378"/>
                  </a:cubicBezTo>
                  <a:cubicBezTo>
                    <a:pt x="377" y="378"/>
                    <a:pt x="378" y="378"/>
                    <a:pt x="380" y="377"/>
                  </a:cubicBezTo>
                  <a:cubicBezTo>
                    <a:pt x="381" y="377"/>
                    <a:pt x="381" y="377"/>
                    <a:pt x="381" y="377"/>
                  </a:cubicBezTo>
                  <a:cubicBezTo>
                    <a:pt x="382" y="377"/>
                    <a:pt x="384" y="376"/>
                    <a:pt x="385" y="376"/>
                  </a:cubicBezTo>
                  <a:cubicBezTo>
                    <a:pt x="386" y="376"/>
                    <a:pt x="386" y="376"/>
                    <a:pt x="386" y="376"/>
                  </a:cubicBezTo>
                  <a:cubicBezTo>
                    <a:pt x="388" y="375"/>
                    <a:pt x="389" y="375"/>
                    <a:pt x="390" y="375"/>
                  </a:cubicBezTo>
                  <a:cubicBezTo>
                    <a:pt x="392" y="374"/>
                    <a:pt x="392" y="374"/>
                    <a:pt x="392" y="374"/>
                  </a:cubicBezTo>
                  <a:cubicBezTo>
                    <a:pt x="393" y="374"/>
                    <a:pt x="394" y="373"/>
                    <a:pt x="395" y="373"/>
                  </a:cubicBezTo>
                  <a:cubicBezTo>
                    <a:pt x="397" y="373"/>
                    <a:pt x="397" y="373"/>
                    <a:pt x="397" y="373"/>
                  </a:cubicBezTo>
                  <a:cubicBezTo>
                    <a:pt x="398" y="372"/>
                    <a:pt x="399" y="372"/>
                    <a:pt x="400" y="371"/>
                  </a:cubicBezTo>
                  <a:cubicBezTo>
                    <a:pt x="402" y="371"/>
                    <a:pt x="402" y="371"/>
                    <a:pt x="402" y="371"/>
                  </a:cubicBezTo>
                  <a:cubicBezTo>
                    <a:pt x="403" y="370"/>
                    <a:pt x="404" y="370"/>
                    <a:pt x="405" y="370"/>
                  </a:cubicBezTo>
                  <a:cubicBezTo>
                    <a:pt x="407" y="369"/>
                    <a:pt x="407" y="369"/>
                    <a:pt x="407" y="369"/>
                  </a:cubicBezTo>
                  <a:cubicBezTo>
                    <a:pt x="408" y="369"/>
                    <a:pt x="409" y="368"/>
                    <a:pt x="410" y="368"/>
                  </a:cubicBezTo>
                  <a:cubicBezTo>
                    <a:pt x="412" y="367"/>
                    <a:pt x="412" y="367"/>
                    <a:pt x="412" y="367"/>
                  </a:cubicBezTo>
                  <a:cubicBezTo>
                    <a:pt x="413" y="367"/>
                    <a:pt x="414" y="366"/>
                    <a:pt x="416" y="366"/>
                  </a:cubicBezTo>
                  <a:cubicBezTo>
                    <a:pt x="417" y="365"/>
                    <a:pt x="417" y="365"/>
                    <a:pt x="417" y="365"/>
                  </a:cubicBezTo>
                  <a:cubicBezTo>
                    <a:pt x="418" y="364"/>
                    <a:pt x="420" y="364"/>
                    <a:pt x="421" y="363"/>
                  </a:cubicBezTo>
                  <a:cubicBezTo>
                    <a:pt x="422" y="363"/>
                    <a:pt x="422" y="363"/>
                    <a:pt x="422" y="363"/>
                  </a:cubicBezTo>
                  <a:cubicBezTo>
                    <a:pt x="425" y="361"/>
                    <a:pt x="428" y="359"/>
                    <a:pt x="432" y="358"/>
                  </a:cubicBezTo>
                  <a:cubicBezTo>
                    <a:pt x="433" y="357"/>
                    <a:pt x="435" y="356"/>
                    <a:pt x="436" y="355"/>
                  </a:cubicBezTo>
                  <a:cubicBezTo>
                    <a:pt x="438" y="354"/>
                    <a:pt x="438" y="354"/>
                    <a:pt x="438" y="354"/>
                  </a:cubicBezTo>
                  <a:cubicBezTo>
                    <a:pt x="439" y="353"/>
                    <a:pt x="440" y="353"/>
                    <a:pt x="441" y="352"/>
                  </a:cubicBezTo>
                  <a:cubicBezTo>
                    <a:pt x="443" y="351"/>
                    <a:pt x="443" y="351"/>
                    <a:pt x="443" y="351"/>
                  </a:cubicBezTo>
                  <a:cubicBezTo>
                    <a:pt x="444" y="350"/>
                    <a:pt x="445" y="350"/>
                    <a:pt x="446" y="349"/>
                  </a:cubicBezTo>
                  <a:cubicBezTo>
                    <a:pt x="447" y="348"/>
                    <a:pt x="447" y="348"/>
                    <a:pt x="447" y="348"/>
                  </a:cubicBezTo>
                  <a:cubicBezTo>
                    <a:pt x="448" y="347"/>
                    <a:pt x="449" y="346"/>
                    <a:pt x="450" y="346"/>
                  </a:cubicBezTo>
                  <a:cubicBezTo>
                    <a:pt x="452" y="344"/>
                    <a:pt x="452" y="344"/>
                    <a:pt x="452" y="344"/>
                  </a:cubicBezTo>
                  <a:cubicBezTo>
                    <a:pt x="453" y="343"/>
                    <a:pt x="454" y="343"/>
                    <a:pt x="455" y="342"/>
                  </a:cubicBezTo>
                  <a:cubicBezTo>
                    <a:pt x="457" y="341"/>
                    <a:pt x="457" y="341"/>
                    <a:pt x="457" y="341"/>
                  </a:cubicBezTo>
                  <a:cubicBezTo>
                    <a:pt x="457" y="340"/>
                    <a:pt x="458" y="339"/>
                    <a:pt x="459" y="338"/>
                  </a:cubicBezTo>
                  <a:cubicBezTo>
                    <a:pt x="461" y="337"/>
                    <a:pt x="461" y="337"/>
                    <a:pt x="461" y="337"/>
                  </a:cubicBezTo>
                  <a:cubicBezTo>
                    <a:pt x="462" y="336"/>
                    <a:pt x="463" y="335"/>
                    <a:pt x="464" y="334"/>
                  </a:cubicBezTo>
                  <a:cubicBezTo>
                    <a:pt x="465" y="333"/>
                    <a:pt x="465" y="333"/>
                    <a:pt x="465" y="333"/>
                  </a:cubicBezTo>
                  <a:cubicBezTo>
                    <a:pt x="466" y="332"/>
                    <a:pt x="467" y="331"/>
                    <a:pt x="468" y="330"/>
                  </a:cubicBezTo>
                  <a:cubicBezTo>
                    <a:pt x="470" y="328"/>
                    <a:pt x="470" y="328"/>
                    <a:pt x="470" y="328"/>
                  </a:cubicBezTo>
                  <a:cubicBezTo>
                    <a:pt x="471" y="328"/>
                    <a:pt x="471" y="327"/>
                    <a:pt x="472" y="326"/>
                  </a:cubicBezTo>
                  <a:cubicBezTo>
                    <a:pt x="474" y="324"/>
                    <a:pt x="474" y="324"/>
                    <a:pt x="474" y="324"/>
                  </a:cubicBezTo>
                  <a:cubicBezTo>
                    <a:pt x="475" y="323"/>
                    <a:pt x="476" y="322"/>
                    <a:pt x="477" y="321"/>
                  </a:cubicBezTo>
                  <a:cubicBezTo>
                    <a:pt x="478" y="319"/>
                    <a:pt x="478" y="319"/>
                    <a:pt x="478" y="319"/>
                  </a:cubicBezTo>
                  <a:cubicBezTo>
                    <a:pt x="479" y="318"/>
                    <a:pt x="480" y="317"/>
                    <a:pt x="481" y="316"/>
                  </a:cubicBezTo>
                  <a:cubicBezTo>
                    <a:pt x="482" y="314"/>
                    <a:pt x="482" y="314"/>
                    <a:pt x="482" y="314"/>
                  </a:cubicBezTo>
                  <a:cubicBezTo>
                    <a:pt x="485" y="311"/>
                    <a:pt x="487" y="307"/>
                    <a:pt x="490" y="304"/>
                  </a:cubicBezTo>
                  <a:cubicBezTo>
                    <a:pt x="491" y="302"/>
                    <a:pt x="491" y="302"/>
                    <a:pt x="491" y="302"/>
                  </a:cubicBezTo>
                  <a:cubicBezTo>
                    <a:pt x="492" y="301"/>
                    <a:pt x="492" y="300"/>
                    <a:pt x="493" y="298"/>
                  </a:cubicBezTo>
                  <a:cubicBezTo>
                    <a:pt x="495" y="296"/>
                    <a:pt x="495" y="296"/>
                    <a:pt x="495" y="296"/>
                  </a:cubicBezTo>
                  <a:cubicBezTo>
                    <a:pt x="496" y="295"/>
                    <a:pt x="496" y="293"/>
                    <a:pt x="497" y="292"/>
                  </a:cubicBezTo>
                  <a:cubicBezTo>
                    <a:pt x="498" y="290"/>
                    <a:pt x="498" y="290"/>
                    <a:pt x="498" y="290"/>
                  </a:cubicBezTo>
                  <a:cubicBezTo>
                    <a:pt x="499" y="289"/>
                    <a:pt x="500" y="287"/>
                    <a:pt x="500" y="286"/>
                  </a:cubicBezTo>
                  <a:cubicBezTo>
                    <a:pt x="501" y="285"/>
                    <a:pt x="501" y="284"/>
                    <a:pt x="502" y="284"/>
                  </a:cubicBezTo>
                  <a:cubicBezTo>
                    <a:pt x="503" y="282"/>
                    <a:pt x="503" y="281"/>
                    <a:pt x="504" y="280"/>
                  </a:cubicBezTo>
                  <a:cubicBezTo>
                    <a:pt x="504" y="279"/>
                    <a:pt x="505" y="278"/>
                    <a:pt x="505" y="277"/>
                  </a:cubicBezTo>
                  <a:cubicBezTo>
                    <a:pt x="506" y="275"/>
                    <a:pt x="506" y="274"/>
                    <a:pt x="507" y="273"/>
                  </a:cubicBezTo>
                  <a:cubicBezTo>
                    <a:pt x="508" y="272"/>
                    <a:pt x="508" y="271"/>
                    <a:pt x="508" y="270"/>
                  </a:cubicBezTo>
                  <a:cubicBezTo>
                    <a:pt x="509" y="268"/>
                    <a:pt x="510" y="267"/>
                    <a:pt x="510" y="266"/>
                  </a:cubicBezTo>
                  <a:cubicBezTo>
                    <a:pt x="512" y="263"/>
                    <a:pt x="512" y="263"/>
                    <a:pt x="512" y="263"/>
                  </a:cubicBezTo>
                  <a:cubicBezTo>
                    <a:pt x="512" y="261"/>
                    <a:pt x="513" y="260"/>
                    <a:pt x="513" y="258"/>
                  </a:cubicBezTo>
                  <a:cubicBezTo>
                    <a:pt x="514" y="257"/>
                    <a:pt x="514" y="256"/>
                    <a:pt x="515" y="255"/>
                  </a:cubicBezTo>
                  <a:cubicBezTo>
                    <a:pt x="515" y="254"/>
                    <a:pt x="516" y="252"/>
                    <a:pt x="516" y="251"/>
                  </a:cubicBezTo>
                  <a:cubicBezTo>
                    <a:pt x="517" y="249"/>
                    <a:pt x="517" y="248"/>
                    <a:pt x="517" y="247"/>
                  </a:cubicBezTo>
                  <a:cubicBezTo>
                    <a:pt x="518" y="246"/>
                    <a:pt x="518" y="244"/>
                    <a:pt x="519" y="243"/>
                  </a:cubicBezTo>
                  <a:cubicBezTo>
                    <a:pt x="520" y="239"/>
                    <a:pt x="520" y="239"/>
                    <a:pt x="520" y="239"/>
                  </a:cubicBezTo>
                  <a:cubicBezTo>
                    <a:pt x="521" y="237"/>
                    <a:pt x="521" y="236"/>
                    <a:pt x="522" y="234"/>
                  </a:cubicBezTo>
                  <a:cubicBezTo>
                    <a:pt x="523" y="231"/>
                    <a:pt x="523" y="231"/>
                    <a:pt x="523" y="231"/>
                  </a:cubicBezTo>
                  <a:cubicBezTo>
                    <a:pt x="523" y="229"/>
                    <a:pt x="524" y="227"/>
                    <a:pt x="524" y="225"/>
                  </a:cubicBezTo>
                  <a:cubicBezTo>
                    <a:pt x="525" y="222"/>
                    <a:pt x="525" y="222"/>
                    <a:pt x="525" y="222"/>
                  </a:cubicBezTo>
                  <a:cubicBezTo>
                    <a:pt x="526" y="219"/>
                    <a:pt x="526" y="216"/>
                    <a:pt x="527" y="213"/>
                  </a:cubicBezTo>
                  <a:cubicBezTo>
                    <a:pt x="529" y="205"/>
                    <a:pt x="531" y="198"/>
                    <a:pt x="533" y="191"/>
                  </a:cubicBezTo>
                  <a:cubicBezTo>
                    <a:pt x="542" y="162"/>
                    <a:pt x="555" y="145"/>
                    <a:pt x="571" y="139"/>
                  </a:cubicBezTo>
                  <a:cubicBezTo>
                    <a:pt x="578" y="136"/>
                    <a:pt x="585" y="136"/>
                    <a:pt x="593" y="137"/>
                  </a:cubicBezTo>
                  <a:cubicBezTo>
                    <a:pt x="511" y="0"/>
                    <a:pt x="369" y="2"/>
                    <a:pt x="317" y="2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15" name="Freeform 7">
              <a:extLst>
                <a:ext uri="{FF2B5EF4-FFF2-40B4-BE49-F238E27FC236}">
                  <a16:creationId xmlns:a16="http://schemas.microsoft.com/office/drawing/2014/main" id="{F706DD01-E6CF-3749-9C7A-A57B0B3B754C}"/>
                </a:ext>
              </a:extLst>
            </p:cNvPr>
            <p:cNvSpPr>
              <a:spLocks/>
            </p:cNvSpPr>
            <p:nvPr/>
          </p:nvSpPr>
          <p:spPr bwMode="auto">
            <a:xfrm>
              <a:off x="754183" y="3308375"/>
              <a:ext cx="1630667" cy="2607757"/>
            </a:xfrm>
            <a:custGeom>
              <a:avLst/>
              <a:gdLst>
                <a:gd name="T0" fmla="*/ 237 w 435"/>
                <a:gd name="T1" fmla="*/ 606 h 699"/>
                <a:gd name="T2" fmla="*/ 346 w 435"/>
                <a:gd name="T3" fmla="*/ 668 h 699"/>
                <a:gd name="T4" fmla="*/ 365 w 435"/>
                <a:gd name="T5" fmla="*/ 676 h 699"/>
                <a:gd name="T6" fmla="*/ 384 w 435"/>
                <a:gd name="T7" fmla="*/ 684 h 699"/>
                <a:gd name="T8" fmla="*/ 407 w 435"/>
                <a:gd name="T9" fmla="*/ 691 h 699"/>
                <a:gd name="T10" fmla="*/ 429 w 435"/>
                <a:gd name="T11" fmla="*/ 698 h 699"/>
                <a:gd name="T12" fmla="*/ 435 w 435"/>
                <a:gd name="T13" fmla="*/ 699 h 699"/>
                <a:gd name="T14" fmla="*/ 323 w 435"/>
                <a:gd name="T15" fmla="*/ 436 h 699"/>
                <a:gd name="T16" fmla="*/ 324 w 435"/>
                <a:gd name="T17" fmla="*/ 426 h 699"/>
                <a:gd name="T18" fmla="*/ 327 w 435"/>
                <a:gd name="T19" fmla="*/ 413 h 699"/>
                <a:gd name="T20" fmla="*/ 339 w 435"/>
                <a:gd name="T21" fmla="*/ 372 h 699"/>
                <a:gd name="T22" fmla="*/ 349 w 435"/>
                <a:gd name="T23" fmla="*/ 335 h 699"/>
                <a:gd name="T24" fmla="*/ 350 w 435"/>
                <a:gd name="T25" fmla="*/ 334 h 699"/>
                <a:gd name="T26" fmla="*/ 351 w 435"/>
                <a:gd name="T27" fmla="*/ 329 h 699"/>
                <a:gd name="T28" fmla="*/ 352 w 435"/>
                <a:gd name="T29" fmla="*/ 324 h 699"/>
                <a:gd name="T30" fmla="*/ 353 w 435"/>
                <a:gd name="T31" fmla="*/ 319 h 699"/>
                <a:gd name="T32" fmla="*/ 354 w 435"/>
                <a:gd name="T33" fmla="*/ 314 h 699"/>
                <a:gd name="T34" fmla="*/ 356 w 435"/>
                <a:gd name="T35" fmla="*/ 309 h 699"/>
                <a:gd name="T36" fmla="*/ 360 w 435"/>
                <a:gd name="T37" fmla="*/ 282 h 699"/>
                <a:gd name="T38" fmla="*/ 360 w 435"/>
                <a:gd name="T39" fmla="*/ 277 h 699"/>
                <a:gd name="T40" fmla="*/ 361 w 435"/>
                <a:gd name="T41" fmla="*/ 272 h 699"/>
                <a:gd name="T42" fmla="*/ 361 w 435"/>
                <a:gd name="T43" fmla="*/ 266 h 699"/>
                <a:gd name="T44" fmla="*/ 361 w 435"/>
                <a:gd name="T45" fmla="*/ 261 h 699"/>
                <a:gd name="T46" fmla="*/ 361 w 435"/>
                <a:gd name="T47" fmla="*/ 256 h 699"/>
                <a:gd name="T48" fmla="*/ 361 w 435"/>
                <a:gd name="T49" fmla="*/ 250 h 699"/>
                <a:gd name="T50" fmla="*/ 361 w 435"/>
                <a:gd name="T51" fmla="*/ 245 h 699"/>
                <a:gd name="T52" fmla="*/ 360 w 435"/>
                <a:gd name="T53" fmla="*/ 239 h 699"/>
                <a:gd name="T54" fmla="*/ 360 w 435"/>
                <a:gd name="T55" fmla="*/ 233 h 699"/>
                <a:gd name="T56" fmla="*/ 358 w 435"/>
                <a:gd name="T57" fmla="*/ 222 h 699"/>
                <a:gd name="T58" fmla="*/ 356 w 435"/>
                <a:gd name="T59" fmla="*/ 215 h 699"/>
                <a:gd name="T60" fmla="*/ 355 w 435"/>
                <a:gd name="T61" fmla="*/ 209 h 699"/>
                <a:gd name="T62" fmla="*/ 353 w 435"/>
                <a:gd name="T63" fmla="*/ 203 h 699"/>
                <a:gd name="T64" fmla="*/ 351 w 435"/>
                <a:gd name="T65" fmla="*/ 198 h 699"/>
                <a:gd name="T66" fmla="*/ 349 w 435"/>
                <a:gd name="T67" fmla="*/ 193 h 699"/>
                <a:gd name="T68" fmla="*/ 347 w 435"/>
                <a:gd name="T69" fmla="*/ 187 h 699"/>
                <a:gd name="T70" fmla="*/ 344 w 435"/>
                <a:gd name="T71" fmla="*/ 182 h 699"/>
                <a:gd name="T72" fmla="*/ 342 w 435"/>
                <a:gd name="T73" fmla="*/ 176 h 699"/>
                <a:gd name="T74" fmla="*/ 339 w 435"/>
                <a:gd name="T75" fmla="*/ 171 h 699"/>
                <a:gd name="T76" fmla="*/ 335 w 435"/>
                <a:gd name="T77" fmla="*/ 166 h 699"/>
                <a:gd name="T78" fmla="*/ 332 w 435"/>
                <a:gd name="T79" fmla="*/ 160 h 699"/>
                <a:gd name="T80" fmla="*/ 323 w 435"/>
                <a:gd name="T81" fmla="*/ 148 h 699"/>
                <a:gd name="T82" fmla="*/ 319 w 435"/>
                <a:gd name="T83" fmla="*/ 143 h 699"/>
                <a:gd name="T84" fmla="*/ 314 w 435"/>
                <a:gd name="T85" fmla="*/ 137 h 699"/>
                <a:gd name="T86" fmla="*/ 309 w 435"/>
                <a:gd name="T87" fmla="*/ 132 h 699"/>
                <a:gd name="T88" fmla="*/ 303 w 435"/>
                <a:gd name="T89" fmla="*/ 127 h 699"/>
                <a:gd name="T90" fmla="*/ 298 w 435"/>
                <a:gd name="T91" fmla="*/ 121 h 699"/>
                <a:gd name="T92" fmla="*/ 292 w 435"/>
                <a:gd name="T93" fmla="*/ 116 h 699"/>
                <a:gd name="T94" fmla="*/ 286 w 435"/>
                <a:gd name="T95" fmla="*/ 111 h 699"/>
                <a:gd name="T96" fmla="*/ 279 w 435"/>
                <a:gd name="T97" fmla="*/ 106 h 699"/>
                <a:gd name="T98" fmla="*/ 272 w 435"/>
                <a:gd name="T99" fmla="*/ 101 h 699"/>
                <a:gd name="T100" fmla="*/ 265 w 435"/>
                <a:gd name="T101" fmla="*/ 96 h 699"/>
                <a:gd name="T102" fmla="*/ 257 w 435"/>
                <a:gd name="T103" fmla="*/ 91 h 699"/>
                <a:gd name="T104" fmla="*/ 231 w 435"/>
                <a:gd name="T105" fmla="*/ 74 h 699"/>
                <a:gd name="T106" fmla="*/ 198 w 435"/>
                <a:gd name="T107" fmla="*/ 0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35" h="699">
                  <a:moveTo>
                    <a:pt x="5" y="228"/>
                  </a:moveTo>
                  <a:cubicBezTo>
                    <a:pt x="29" y="380"/>
                    <a:pt x="112" y="515"/>
                    <a:pt x="237" y="606"/>
                  </a:cubicBezTo>
                  <a:cubicBezTo>
                    <a:pt x="242" y="610"/>
                    <a:pt x="247" y="613"/>
                    <a:pt x="252" y="617"/>
                  </a:cubicBezTo>
                  <a:cubicBezTo>
                    <a:pt x="282" y="637"/>
                    <a:pt x="314" y="654"/>
                    <a:pt x="346" y="668"/>
                  </a:cubicBezTo>
                  <a:cubicBezTo>
                    <a:pt x="347" y="669"/>
                    <a:pt x="347" y="669"/>
                    <a:pt x="347" y="669"/>
                  </a:cubicBezTo>
                  <a:cubicBezTo>
                    <a:pt x="353" y="671"/>
                    <a:pt x="359" y="674"/>
                    <a:pt x="365" y="676"/>
                  </a:cubicBezTo>
                  <a:cubicBezTo>
                    <a:pt x="369" y="678"/>
                    <a:pt x="369" y="678"/>
                    <a:pt x="369" y="678"/>
                  </a:cubicBezTo>
                  <a:cubicBezTo>
                    <a:pt x="374" y="680"/>
                    <a:pt x="379" y="682"/>
                    <a:pt x="384" y="684"/>
                  </a:cubicBezTo>
                  <a:cubicBezTo>
                    <a:pt x="388" y="685"/>
                    <a:pt x="388" y="685"/>
                    <a:pt x="388" y="685"/>
                  </a:cubicBezTo>
                  <a:cubicBezTo>
                    <a:pt x="395" y="687"/>
                    <a:pt x="401" y="689"/>
                    <a:pt x="407" y="691"/>
                  </a:cubicBezTo>
                  <a:cubicBezTo>
                    <a:pt x="413" y="693"/>
                    <a:pt x="420" y="695"/>
                    <a:pt x="427" y="697"/>
                  </a:cubicBezTo>
                  <a:cubicBezTo>
                    <a:pt x="428" y="697"/>
                    <a:pt x="428" y="697"/>
                    <a:pt x="429" y="698"/>
                  </a:cubicBezTo>
                  <a:cubicBezTo>
                    <a:pt x="431" y="698"/>
                    <a:pt x="431" y="698"/>
                    <a:pt x="431" y="698"/>
                  </a:cubicBezTo>
                  <a:cubicBezTo>
                    <a:pt x="432" y="698"/>
                    <a:pt x="434" y="699"/>
                    <a:pt x="435" y="699"/>
                  </a:cubicBezTo>
                  <a:cubicBezTo>
                    <a:pt x="412" y="685"/>
                    <a:pt x="390" y="665"/>
                    <a:pt x="373" y="644"/>
                  </a:cubicBezTo>
                  <a:cubicBezTo>
                    <a:pt x="342" y="605"/>
                    <a:pt x="308" y="537"/>
                    <a:pt x="323" y="436"/>
                  </a:cubicBezTo>
                  <a:cubicBezTo>
                    <a:pt x="323" y="433"/>
                    <a:pt x="324" y="430"/>
                    <a:pt x="324" y="427"/>
                  </a:cubicBezTo>
                  <a:cubicBezTo>
                    <a:pt x="324" y="426"/>
                    <a:pt x="324" y="426"/>
                    <a:pt x="324" y="426"/>
                  </a:cubicBezTo>
                  <a:cubicBezTo>
                    <a:pt x="325" y="423"/>
                    <a:pt x="326" y="420"/>
                    <a:pt x="326" y="417"/>
                  </a:cubicBezTo>
                  <a:cubicBezTo>
                    <a:pt x="327" y="413"/>
                    <a:pt x="327" y="413"/>
                    <a:pt x="327" y="413"/>
                  </a:cubicBezTo>
                  <a:cubicBezTo>
                    <a:pt x="328" y="408"/>
                    <a:pt x="329" y="402"/>
                    <a:pt x="331" y="395"/>
                  </a:cubicBezTo>
                  <a:cubicBezTo>
                    <a:pt x="334" y="388"/>
                    <a:pt x="336" y="380"/>
                    <a:pt x="339" y="372"/>
                  </a:cubicBezTo>
                  <a:cubicBezTo>
                    <a:pt x="342" y="361"/>
                    <a:pt x="345" y="350"/>
                    <a:pt x="348" y="339"/>
                  </a:cubicBezTo>
                  <a:cubicBezTo>
                    <a:pt x="349" y="338"/>
                    <a:pt x="349" y="336"/>
                    <a:pt x="349" y="335"/>
                  </a:cubicBezTo>
                  <a:cubicBezTo>
                    <a:pt x="350" y="334"/>
                    <a:pt x="350" y="334"/>
                    <a:pt x="350" y="334"/>
                  </a:cubicBezTo>
                  <a:cubicBezTo>
                    <a:pt x="350" y="334"/>
                    <a:pt x="350" y="334"/>
                    <a:pt x="350" y="334"/>
                  </a:cubicBezTo>
                  <a:cubicBezTo>
                    <a:pt x="350" y="333"/>
                    <a:pt x="350" y="333"/>
                    <a:pt x="350" y="333"/>
                  </a:cubicBezTo>
                  <a:cubicBezTo>
                    <a:pt x="350" y="332"/>
                    <a:pt x="351" y="331"/>
                    <a:pt x="351" y="329"/>
                  </a:cubicBezTo>
                  <a:cubicBezTo>
                    <a:pt x="351" y="329"/>
                    <a:pt x="351" y="329"/>
                    <a:pt x="351" y="329"/>
                  </a:cubicBezTo>
                  <a:cubicBezTo>
                    <a:pt x="351" y="327"/>
                    <a:pt x="352" y="326"/>
                    <a:pt x="352" y="324"/>
                  </a:cubicBezTo>
                  <a:cubicBezTo>
                    <a:pt x="352" y="324"/>
                    <a:pt x="352" y="324"/>
                    <a:pt x="352" y="324"/>
                  </a:cubicBezTo>
                  <a:cubicBezTo>
                    <a:pt x="353" y="322"/>
                    <a:pt x="353" y="321"/>
                    <a:pt x="353" y="319"/>
                  </a:cubicBezTo>
                  <a:cubicBezTo>
                    <a:pt x="353" y="319"/>
                    <a:pt x="353" y="319"/>
                    <a:pt x="353" y="319"/>
                  </a:cubicBezTo>
                  <a:cubicBezTo>
                    <a:pt x="354" y="317"/>
                    <a:pt x="354" y="316"/>
                    <a:pt x="354" y="314"/>
                  </a:cubicBezTo>
                  <a:cubicBezTo>
                    <a:pt x="355" y="313"/>
                    <a:pt x="355" y="313"/>
                    <a:pt x="355" y="313"/>
                  </a:cubicBezTo>
                  <a:cubicBezTo>
                    <a:pt x="355" y="312"/>
                    <a:pt x="355" y="310"/>
                    <a:pt x="356" y="309"/>
                  </a:cubicBezTo>
                  <a:cubicBezTo>
                    <a:pt x="357" y="301"/>
                    <a:pt x="358" y="294"/>
                    <a:pt x="359" y="287"/>
                  </a:cubicBezTo>
                  <a:cubicBezTo>
                    <a:pt x="359" y="285"/>
                    <a:pt x="360" y="284"/>
                    <a:pt x="360" y="282"/>
                  </a:cubicBezTo>
                  <a:cubicBezTo>
                    <a:pt x="360" y="281"/>
                    <a:pt x="360" y="281"/>
                    <a:pt x="360" y="281"/>
                  </a:cubicBezTo>
                  <a:cubicBezTo>
                    <a:pt x="360" y="280"/>
                    <a:pt x="360" y="278"/>
                    <a:pt x="360" y="277"/>
                  </a:cubicBezTo>
                  <a:cubicBezTo>
                    <a:pt x="360" y="276"/>
                    <a:pt x="360" y="276"/>
                    <a:pt x="360" y="276"/>
                  </a:cubicBezTo>
                  <a:cubicBezTo>
                    <a:pt x="360" y="274"/>
                    <a:pt x="361" y="273"/>
                    <a:pt x="361" y="272"/>
                  </a:cubicBezTo>
                  <a:cubicBezTo>
                    <a:pt x="361" y="270"/>
                    <a:pt x="361" y="270"/>
                    <a:pt x="361" y="270"/>
                  </a:cubicBezTo>
                  <a:cubicBezTo>
                    <a:pt x="361" y="269"/>
                    <a:pt x="361" y="268"/>
                    <a:pt x="361" y="266"/>
                  </a:cubicBezTo>
                  <a:cubicBezTo>
                    <a:pt x="361" y="265"/>
                    <a:pt x="361" y="265"/>
                    <a:pt x="361" y="265"/>
                  </a:cubicBezTo>
                  <a:cubicBezTo>
                    <a:pt x="361" y="263"/>
                    <a:pt x="361" y="262"/>
                    <a:pt x="361" y="261"/>
                  </a:cubicBezTo>
                  <a:cubicBezTo>
                    <a:pt x="361" y="259"/>
                    <a:pt x="361" y="259"/>
                    <a:pt x="361" y="259"/>
                  </a:cubicBezTo>
                  <a:cubicBezTo>
                    <a:pt x="361" y="258"/>
                    <a:pt x="361" y="257"/>
                    <a:pt x="361" y="256"/>
                  </a:cubicBezTo>
                  <a:cubicBezTo>
                    <a:pt x="361" y="254"/>
                    <a:pt x="361" y="254"/>
                    <a:pt x="361" y="254"/>
                  </a:cubicBezTo>
                  <a:cubicBezTo>
                    <a:pt x="361" y="253"/>
                    <a:pt x="361" y="252"/>
                    <a:pt x="361" y="250"/>
                  </a:cubicBezTo>
                  <a:cubicBezTo>
                    <a:pt x="361" y="249"/>
                    <a:pt x="361" y="249"/>
                    <a:pt x="361" y="249"/>
                  </a:cubicBezTo>
                  <a:cubicBezTo>
                    <a:pt x="361" y="247"/>
                    <a:pt x="361" y="246"/>
                    <a:pt x="361" y="245"/>
                  </a:cubicBezTo>
                  <a:cubicBezTo>
                    <a:pt x="361" y="243"/>
                    <a:pt x="361" y="243"/>
                    <a:pt x="361" y="243"/>
                  </a:cubicBezTo>
                  <a:cubicBezTo>
                    <a:pt x="360" y="242"/>
                    <a:pt x="360" y="241"/>
                    <a:pt x="360" y="239"/>
                  </a:cubicBezTo>
                  <a:cubicBezTo>
                    <a:pt x="360" y="238"/>
                    <a:pt x="360" y="238"/>
                    <a:pt x="360" y="238"/>
                  </a:cubicBezTo>
                  <a:cubicBezTo>
                    <a:pt x="360" y="236"/>
                    <a:pt x="360" y="235"/>
                    <a:pt x="360" y="233"/>
                  </a:cubicBezTo>
                  <a:cubicBezTo>
                    <a:pt x="359" y="233"/>
                    <a:pt x="359" y="233"/>
                    <a:pt x="359" y="233"/>
                  </a:cubicBezTo>
                  <a:cubicBezTo>
                    <a:pt x="359" y="229"/>
                    <a:pt x="358" y="225"/>
                    <a:pt x="358" y="222"/>
                  </a:cubicBezTo>
                  <a:cubicBezTo>
                    <a:pt x="357" y="220"/>
                    <a:pt x="357" y="218"/>
                    <a:pt x="356" y="216"/>
                  </a:cubicBezTo>
                  <a:cubicBezTo>
                    <a:pt x="356" y="215"/>
                    <a:pt x="356" y="215"/>
                    <a:pt x="356" y="215"/>
                  </a:cubicBezTo>
                  <a:cubicBezTo>
                    <a:pt x="356" y="213"/>
                    <a:pt x="355" y="212"/>
                    <a:pt x="355" y="211"/>
                  </a:cubicBezTo>
                  <a:cubicBezTo>
                    <a:pt x="355" y="209"/>
                    <a:pt x="355" y="209"/>
                    <a:pt x="355" y="209"/>
                  </a:cubicBezTo>
                  <a:cubicBezTo>
                    <a:pt x="354" y="208"/>
                    <a:pt x="354" y="207"/>
                    <a:pt x="354" y="205"/>
                  </a:cubicBezTo>
                  <a:cubicBezTo>
                    <a:pt x="353" y="203"/>
                    <a:pt x="353" y="203"/>
                    <a:pt x="353" y="203"/>
                  </a:cubicBezTo>
                  <a:cubicBezTo>
                    <a:pt x="353" y="202"/>
                    <a:pt x="352" y="201"/>
                    <a:pt x="352" y="200"/>
                  </a:cubicBezTo>
                  <a:cubicBezTo>
                    <a:pt x="351" y="198"/>
                    <a:pt x="351" y="198"/>
                    <a:pt x="351" y="198"/>
                  </a:cubicBezTo>
                  <a:cubicBezTo>
                    <a:pt x="351" y="197"/>
                    <a:pt x="350" y="196"/>
                    <a:pt x="350" y="195"/>
                  </a:cubicBezTo>
                  <a:cubicBezTo>
                    <a:pt x="349" y="193"/>
                    <a:pt x="349" y="193"/>
                    <a:pt x="349" y="193"/>
                  </a:cubicBezTo>
                  <a:cubicBezTo>
                    <a:pt x="349" y="191"/>
                    <a:pt x="348" y="190"/>
                    <a:pt x="348" y="189"/>
                  </a:cubicBezTo>
                  <a:cubicBezTo>
                    <a:pt x="347" y="187"/>
                    <a:pt x="347" y="187"/>
                    <a:pt x="347" y="187"/>
                  </a:cubicBezTo>
                  <a:cubicBezTo>
                    <a:pt x="346" y="186"/>
                    <a:pt x="346" y="185"/>
                    <a:pt x="345" y="184"/>
                  </a:cubicBezTo>
                  <a:cubicBezTo>
                    <a:pt x="344" y="182"/>
                    <a:pt x="344" y="182"/>
                    <a:pt x="344" y="182"/>
                  </a:cubicBezTo>
                  <a:cubicBezTo>
                    <a:pt x="344" y="181"/>
                    <a:pt x="343" y="180"/>
                    <a:pt x="343" y="179"/>
                  </a:cubicBezTo>
                  <a:cubicBezTo>
                    <a:pt x="342" y="176"/>
                    <a:pt x="342" y="176"/>
                    <a:pt x="342" y="176"/>
                  </a:cubicBezTo>
                  <a:cubicBezTo>
                    <a:pt x="341" y="175"/>
                    <a:pt x="340" y="174"/>
                    <a:pt x="340" y="173"/>
                  </a:cubicBezTo>
                  <a:cubicBezTo>
                    <a:pt x="339" y="171"/>
                    <a:pt x="339" y="171"/>
                    <a:pt x="339" y="171"/>
                  </a:cubicBezTo>
                  <a:cubicBezTo>
                    <a:pt x="338" y="170"/>
                    <a:pt x="337" y="169"/>
                    <a:pt x="337" y="168"/>
                  </a:cubicBezTo>
                  <a:cubicBezTo>
                    <a:pt x="335" y="166"/>
                    <a:pt x="335" y="166"/>
                    <a:pt x="335" y="166"/>
                  </a:cubicBezTo>
                  <a:cubicBezTo>
                    <a:pt x="335" y="164"/>
                    <a:pt x="334" y="163"/>
                    <a:pt x="333" y="162"/>
                  </a:cubicBezTo>
                  <a:cubicBezTo>
                    <a:pt x="332" y="160"/>
                    <a:pt x="332" y="160"/>
                    <a:pt x="332" y="160"/>
                  </a:cubicBezTo>
                  <a:cubicBezTo>
                    <a:pt x="330" y="157"/>
                    <a:pt x="327" y="153"/>
                    <a:pt x="324" y="150"/>
                  </a:cubicBezTo>
                  <a:cubicBezTo>
                    <a:pt x="323" y="148"/>
                    <a:pt x="323" y="148"/>
                    <a:pt x="323" y="148"/>
                  </a:cubicBezTo>
                  <a:cubicBezTo>
                    <a:pt x="322" y="147"/>
                    <a:pt x="321" y="146"/>
                    <a:pt x="320" y="144"/>
                  </a:cubicBezTo>
                  <a:cubicBezTo>
                    <a:pt x="319" y="143"/>
                    <a:pt x="319" y="143"/>
                    <a:pt x="319" y="143"/>
                  </a:cubicBezTo>
                  <a:cubicBezTo>
                    <a:pt x="317" y="141"/>
                    <a:pt x="316" y="140"/>
                    <a:pt x="316" y="139"/>
                  </a:cubicBezTo>
                  <a:cubicBezTo>
                    <a:pt x="314" y="137"/>
                    <a:pt x="314" y="137"/>
                    <a:pt x="314" y="137"/>
                  </a:cubicBezTo>
                  <a:cubicBezTo>
                    <a:pt x="313" y="136"/>
                    <a:pt x="312" y="135"/>
                    <a:pt x="311" y="134"/>
                  </a:cubicBezTo>
                  <a:cubicBezTo>
                    <a:pt x="310" y="133"/>
                    <a:pt x="309" y="133"/>
                    <a:pt x="309" y="132"/>
                  </a:cubicBezTo>
                  <a:cubicBezTo>
                    <a:pt x="308" y="131"/>
                    <a:pt x="307" y="130"/>
                    <a:pt x="306" y="129"/>
                  </a:cubicBezTo>
                  <a:cubicBezTo>
                    <a:pt x="305" y="128"/>
                    <a:pt x="304" y="127"/>
                    <a:pt x="303" y="127"/>
                  </a:cubicBezTo>
                  <a:cubicBezTo>
                    <a:pt x="302" y="126"/>
                    <a:pt x="301" y="125"/>
                    <a:pt x="300" y="124"/>
                  </a:cubicBezTo>
                  <a:cubicBezTo>
                    <a:pt x="299" y="123"/>
                    <a:pt x="299" y="122"/>
                    <a:pt x="298" y="121"/>
                  </a:cubicBezTo>
                  <a:cubicBezTo>
                    <a:pt x="297" y="120"/>
                    <a:pt x="296" y="119"/>
                    <a:pt x="294" y="118"/>
                  </a:cubicBezTo>
                  <a:cubicBezTo>
                    <a:pt x="292" y="116"/>
                    <a:pt x="292" y="116"/>
                    <a:pt x="292" y="116"/>
                  </a:cubicBezTo>
                  <a:cubicBezTo>
                    <a:pt x="291" y="115"/>
                    <a:pt x="290" y="114"/>
                    <a:pt x="288" y="113"/>
                  </a:cubicBezTo>
                  <a:cubicBezTo>
                    <a:pt x="287" y="113"/>
                    <a:pt x="287" y="112"/>
                    <a:pt x="286" y="111"/>
                  </a:cubicBezTo>
                  <a:cubicBezTo>
                    <a:pt x="284" y="110"/>
                    <a:pt x="283" y="109"/>
                    <a:pt x="282" y="108"/>
                  </a:cubicBezTo>
                  <a:cubicBezTo>
                    <a:pt x="281" y="107"/>
                    <a:pt x="280" y="107"/>
                    <a:pt x="279" y="106"/>
                  </a:cubicBezTo>
                  <a:cubicBezTo>
                    <a:pt x="278" y="105"/>
                    <a:pt x="276" y="104"/>
                    <a:pt x="275" y="103"/>
                  </a:cubicBezTo>
                  <a:cubicBezTo>
                    <a:pt x="272" y="101"/>
                    <a:pt x="272" y="101"/>
                    <a:pt x="272" y="101"/>
                  </a:cubicBezTo>
                  <a:cubicBezTo>
                    <a:pt x="271" y="100"/>
                    <a:pt x="269" y="99"/>
                    <a:pt x="268" y="98"/>
                  </a:cubicBezTo>
                  <a:cubicBezTo>
                    <a:pt x="265" y="96"/>
                    <a:pt x="265" y="96"/>
                    <a:pt x="265" y="96"/>
                  </a:cubicBezTo>
                  <a:cubicBezTo>
                    <a:pt x="263" y="95"/>
                    <a:pt x="262" y="94"/>
                    <a:pt x="260" y="93"/>
                  </a:cubicBezTo>
                  <a:cubicBezTo>
                    <a:pt x="257" y="91"/>
                    <a:pt x="257" y="91"/>
                    <a:pt x="257" y="91"/>
                  </a:cubicBezTo>
                  <a:cubicBezTo>
                    <a:pt x="255" y="89"/>
                    <a:pt x="252" y="88"/>
                    <a:pt x="249" y="86"/>
                  </a:cubicBezTo>
                  <a:cubicBezTo>
                    <a:pt x="243" y="82"/>
                    <a:pt x="236" y="78"/>
                    <a:pt x="231" y="74"/>
                  </a:cubicBezTo>
                  <a:cubicBezTo>
                    <a:pt x="206" y="56"/>
                    <a:pt x="193" y="38"/>
                    <a:pt x="192" y="21"/>
                  </a:cubicBezTo>
                  <a:cubicBezTo>
                    <a:pt x="192" y="14"/>
                    <a:pt x="194" y="7"/>
                    <a:pt x="198" y="0"/>
                  </a:cubicBezTo>
                  <a:cubicBezTo>
                    <a:pt x="42" y="36"/>
                    <a:pt x="0" y="171"/>
                    <a:pt x="5" y="22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17" name="Freeform 8">
              <a:extLst>
                <a:ext uri="{FF2B5EF4-FFF2-40B4-BE49-F238E27FC236}">
                  <a16:creationId xmlns:a16="http://schemas.microsoft.com/office/drawing/2014/main" id="{28A348A7-2204-9E47-8F27-EBDC8FD974E3}"/>
                </a:ext>
              </a:extLst>
            </p:cNvPr>
            <p:cNvSpPr>
              <a:spLocks/>
            </p:cNvSpPr>
            <p:nvPr/>
          </p:nvSpPr>
          <p:spPr bwMode="auto">
            <a:xfrm>
              <a:off x="1945489" y="4692039"/>
              <a:ext cx="2819787" cy="1355246"/>
            </a:xfrm>
            <a:custGeom>
              <a:avLst/>
              <a:gdLst>
                <a:gd name="T0" fmla="*/ 603 w 752"/>
                <a:gd name="T1" fmla="*/ 235 h 363"/>
                <a:gd name="T2" fmla="*/ 696 w 752"/>
                <a:gd name="T3" fmla="*/ 151 h 363"/>
                <a:gd name="T4" fmla="*/ 709 w 752"/>
                <a:gd name="T5" fmla="*/ 135 h 363"/>
                <a:gd name="T6" fmla="*/ 722 w 752"/>
                <a:gd name="T7" fmla="*/ 119 h 363"/>
                <a:gd name="T8" fmla="*/ 736 w 752"/>
                <a:gd name="T9" fmla="*/ 99 h 363"/>
                <a:gd name="T10" fmla="*/ 749 w 752"/>
                <a:gd name="T11" fmla="*/ 80 h 363"/>
                <a:gd name="T12" fmla="*/ 752 w 752"/>
                <a:gd name="T13" fmla="*/ 76 h 363"/>
                <a:gd name="T14" fmla="*/ 468 w 752"/>
                <a:gd name="T15" fmla="*/ 101 h 363"/>
                <a:gd name="T16" fmla="*/ 459 w 752"/>
                <a:gd name="T17" fmla="*/ 96 h 363"/>
                <a:gd name="T18" fmla="*/ 447 w 752"/>
                <a:gd name="T19" fmla="*/ 90 h 363"/>
                <a:gd name="T20" fmla="*/ 411 w 752"/>
                <a:gd name="T21" fmla="*/ 66 h 363"/>
                <a:gd name="T22" fmla="*/ 380 w 752"/>
                <a:gd name="T23" fmla="*/ 44 h 363"/>
                <a:gd name="T24" fmla="*/ 379 w 752"/>
                <a:gd name="T25" fmla="*/ 44 h 363"/>
                <a:gd name="T26" fmla="*/ 375 w 752"/>
                <a:gd name="T27" fmla="*/ 41 h 363"/>
                <a:gd name="T28" fmla="*/ 371 w 752"/>
                <a:gd name="T29" fmla="*/ 39 h 363"/>
                <a:gd name="T30" fmla="*/ 366 w 752"/>
                <a:gd name="T31" fmla="*/ 36 h 363"/>
                <a:gd name="T32" fmla="*/ 361 w 752"/>
                <a:gd name="T33" fmla="*/ 33 h 363"/>
                <a:gd name="T34" fmla="*/ 357 w 752"/>
                <a:gd name="T35" fmla="*/ 30 h 363"/>
                <a:gd name="T36" fmla="*/ 333 w 752"/>
                <a:gd name="T37" fmla="*/ 18 h 363"/>
                <a:gd name="T38" fmla="*/ 328 w 752"/>
                <a:gd name="T39" fmla="*/ 16 h 363"/>
                <a:gd name="T40" fmla="*/ 323 w 752"/>
                <a:gd name="T41" fmla="*/ 14 h 363"/>
                <a:gd name="T42" fmla="*/ 318 w 752"/>
                <a:gd name="T43" fmla="*/ 12 h 363"/>
                <a:gd name="T44" fmla="*/ 313 w 752"/>
                <a:gd name="T45" fmla="*/ 10 h 363"/>
                <a:gd name="T46" fmla="*/ 308 w 752"/>
                <a:gd name="T47" fmla="*/ 9 h 363"/>
                <a:gd name="T48" fmla="*/ 303 w 752"/>
                <a:gd name="T49" fmla="*/ 7 h 363"/>
                <a:gd name="T50" fmla="*/ 297 w 752"/>
                <a:gd name="T51" fmla="*/ 6 h 363"/>
                <a:gd name="T52" fmla="*/ 292 w 752"/>
                <a:gd name="T53" fmla="*/ 5 h 363"/>
                <a:gd name="T54" fmla="*/ 286 w 752"/>
                <a:gd name="T55" fmla="*/ 3 h 363"/>
                <a:gd name="T56" fmla="*/ 274 w 752"/>
                <a:gd name="T57" fmla="*/ 2 h 363"/>
                <a:gd name="T58" fmla="*/ 268 w 752"/>
                <a:gd name="T59" fmla="*/ 1 h 363"/>
                <a:gd name="T60" fmla="*/ 262 w 752"/>
                <a:gd name="T61" fmla="*/ 1 h 363"/>
                <a:gd name="T62" fmla="*/ 256 w 752"/>
                <a:gd name="T63" fmla="*/ 0 h 363"/>
                <a:gd name="T64" fmla="*/ 250 w 752"/>
                <a:gd name="T65" fmla="*/ 0 h 363"/>
                <a:gd name="T66" fmla="*/ 244 w 752"/>
                <a:gd name="T67" fmla="*/ 1 h 363"/>
                <a:gd name="T68" fmla="*/ 238 w 752"/>
                <a:gd name="T69" fmla="*/ 1 h 363"/>
                <a:gd name="T70" fmla="*/ 232 w 752"/>
                <a:gd name="T71" fmla="*/ 2 h 363"/>
                <a:gd name="T72" fmla="*/ 226 w 752"/>
                <a:gd name="T73" fmla="*/ 3 h 363"/>
                <a:gd name="T74" fmla="*/ 220 w 752"/>
                <a:gd name="T75" fmla="*/ 4 h 363"/>
                <a:gd name="T76" fmla="*/ 214 w 752"/>
                <a:gd name="T77" fmla="*/ 5 h 363"/>
                <a:gd name="T78" fmla="*/ 208 w 752"/>
                <a:gd name="T79" fmla="*/ 7 h 363"/>
                <a:gd name="T80" fmla="*/ 194 w 752"/>
                <a:gd name="T81" fmla="*/ 12 h 363"/>
                <a:gd name="T82" fmla="*/ 187 w 752"/>
                <a:gd name="T83" fmla="*/ 14 h 363"/>
                <a:gd name="T84" fmla="*/ 181 w 752"/>
                <a:gd name="T85" fmla="*/ 17 h 363"/>
                <a:gd name="T86" fmla="*/ 174 w 752"/>
                <a:gd name="T87" fmla="*/ 20 h 363"/>
                <a:gd name="T88" fmla="*/ 167 w 752"/>
                <a:gd name="T89" fmla="*/ 24 h 363"/>
                <a:gd name="T90" fmla="*/ 161 w 752"/>
                <a:gd name="T91" fmla="*/ 28 h 363"/>
                <a:gd name="T92" fmla="*/ 154 w 752"/>
                <a:gd name="T93" fmla="*/ 32 h 363"/>
                <a:gd name="T94" fmla="*/ 147 w 752"/>
                <a:gd name="T95" fmla="*/ 36 h 363"/>
                <a:gd name="T96" fmla="*/ 140 w 752"/>
                <a:gd name="T97" fmla="*/ 41 h 363"/>
                <a:gd name="T98" fmla="*/ 133 w 752"/>
                <a:gd name="T99" fmla="*/ 45 h 363"/>
                <a:gd name="T100" fmla="*/ 126 w 752"/>
                <a:gd name="T101" fmla="*/ 51 h 363"/>
                <a:gd name="T102" fmla="*/ 119 w 752"/>
                <a:gd name="T103" fmla="*/ 56 h 363"/>
                <a:gd name="T104" fmla="*/ 95 w 752"/>
                <a:gd name="T105" fmla="*/ 76 h 363"/>
                <a:gd name="T106" fmla="*/ 15 w 752"/>
                <a:gd name="T107" fmla="*/ 85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52" h="363">
                  <a:moveTo>
                    <a:pt x="171" y="339"/>
                  </a:moveTo>
                  <a:cubicBezTo>
                    <a:pt x="324" y="363"/>
                    <a:pt x="477" y="326"/>
                    <a:pt x="603" y="235"/>
                  </a:cubicBezTo>
                  <a:cubicBezTo>
                    <a:pt x="608" y="231"/>
                    <a:pt x="613" y="228"/>
                    <a:pt x="618" y="224"/>
                  </a:cubicBezTo>
                  <a:cubicBezTo>
                    <a:pt x="646" y="202"/>
                    <a:pt x="672" y="177"/>
                    <a:pt x="696" y="151"/>
                  </a:cubicBezTo>
                  <a:cubicBezTo>
                    <a:pt x="697" y="150"/>
                    <a:pt x="697" y="150"/>
                    <a:pt x="697" y="150"/>
                  </a:cubicBezTo>
                  <a:cubicBezTo>
                    <a:pt x="701" y="145"/>
                    <a:pt x="705" y="140"/>
                    <a:pt x="709" y="135"/>
                  </a:cubicBezTo>
                  <a:cubicBezTo>
                    <a:pt x="712" y="132"/>
                    <a:pt x="712" y="132"/>
                    <a:pt x="712" y="132"/>
                  </a:cubicBezTo>
                  <a:cubicBezTo>
                    <a:pt x="715" y="128"/>
                    <a:pt x="719" y="123"/>
                    <a:pt x="722" y="119"/>
                  </a:cubicBezTo>
                  <a:cubicBezTo>
                    <a:pt x="725" y="116"/>
                    <a:pt x="725" y="116"/>
                    <a:pt x="725" y="116"/>
                  </a:cubicBezTo>
                  <a:cubicBezTo>
                    <a:pt x="729" y="110"/>
                    <a:pt x="733" y="104"/>
                    <a:pt x="736" y="99"/>
                  </a:cubicBezTo>
                  <a:cubicBezTo>
                    <a:pt x="740" y="94"/>
                    <a:pt x="744" y="89"/>
                    <a:pt x="748" y="83"/>
                  </a:cubicBezTo>
                  <a:cubicBezTo>
                    <a:pt x="748" y="82"/>
                    <a:pt x="749" y="81"/>
                    <a:pt x="749" y="80"/>
                  </a:cubicBezTo>
                  <a:cubicBezTo>
                    <a:pt x="750" y="79"/>
                    <a:pt x="750" y="79"/>
                    <a:pt x="750" y="79"/>
                  </a:cubicBezTo>
                  <a:cubicBezTo>
                    <a:pt x="751" y="78"/>
                    <a:pt x="752" y="77"/>
                    <a:pt x="752" y="76"/>
                  </a:cubicBezTo>
                  <a:cubicBezTo>
                    <a:pt x="732" y="93"/>
                    <a:pt x="707" y="107"/>
                    <a:pt x="681" y="117"/>
                  </a:cubicBezTo>
                  <a:cubicBezTo>
                    <a:pt x="634" y="135"/>
                    <a:pt x="559" y="146"/>
                    <a:pt x="468" y="101"/>
                  </a:cubicBezTo>
                  <a:cubicBezTo>
                    <a:pt x="465" y="99"/>
                    <a:pt x="462" y="98"/>
                    <a:pt x="459" y="97"/>
                  </a:cubicBezTo>
                  <a:cubicBezTo>
                    <a:pt x="459" y="96"/>
                    <a:pt x="459" y="96"/>
                    <a:pt x="459" y="96"/>
                  </a:cubicBezTo>
                  <a:cubicBezTo>
                    <a:pt x="456" y="95"/>
                    <a:pt x="453" y="93"/>
                    <a:pt x="450" y="92"/>
                  </a:cubicBezTo>
                  <a:cubicBezTo>
                    <a:pt x="447" y="90"/>
                    <a:pt x="447" y="90"/>
                    <a:pt x="447" y="90"/>
                  </a:cubicBezTo>
                  <a:cubicBezTo>
                    <a:pt x="443" y="87"/>
                    <a:pt x="438" y="84"/>
                    <a:pt x="432" y="80"/>
                  </a:cubicBezTo>
                  <a:cubicBezTo>
                    <a:pt x="425" y="76"/>
                    <a:pt x="418" y="71"/>
                    <a:pt x="411" y="66"/>
                  </a:cubicBezTo>
                  <a:cubicBezTo>
                    <a:pt x="402" y="60"/>
                    <a:pt x="393" y="53"/>
                    <a:pt x="383" y="47"/>
                  </a:cubicBezTo>
                  <a:cubicBezTo>
                    <a:pt x="382" y="46"/>
                    <a:pt x="381" y="45"/>
                    <a:pt x="380" y="44"/>
                  </a:cubicBezTo>
                  <a:cubicBezTo>
                    <a:pt x="379" y="44"/>
                    <a:pt x="379" y="44"/>
                    <a:pt x="379" y="44"/>
                  </a:cubicBezTo>
                  <a:cubicBezTo>
                    <a:pt x="379" y="44"/>
                    <a:pt x="379" y="44"/>
                    <a:pt x="379" y="44"/>
                  </a:cubicBezTo>
                  <a:cubicBezTo>
                    <a:pt x="378" y="43"/>
                    <a:pt x="378" y="43"/>
                    <a:pt x="378" y="43"/>
                  </a:cubicBezTo>
                  <a:cubicBezTo>
                    <a:pt x="377" y="43"/>
                    <a:pt x="376" y="42"/>
                    <a:pt x="375" y="41"/>
                  </a:cubicBezTo>
                  <a:cubicBezTo>
                    <a:pt x="374" y="41"/>
                    <a:pt x="374" y="41"/>
                    <a:pt x="374" y="41"/>
                  </a:cubicBezTo>
                  <a:cubicBezTo>
                    <a:pt x="373" y="40"/>
                    <a:pt x="372" y="39"/>
                    <a:pt x="371" y="39"/>
                  </a:cubicBezTo>
                  <a:cubicBezTo>
                    <a:pt x="370" y="38"/>
                    <a:pt x="370" y="38"/>
                    <a:pt x="370" y="38"/>
                  </a:cubicBezTo>
                  <a:cubicBezTo>
                    <a:pt x="369" y="37"/>
                    <a:pt x="367" y="37"/>
                    <a:pt x="366" y="36"/>
                  </a:cubicBezTo>
                  <a:cubicBezTo>
                    <a:pt x="365" y="35"/>
                    <a:pt x="365" y="35"/>
                    <a:pt x="365" y="35"/>
                  </a:cubicBezTo>
                  <a:cubicBezTo>
                    <a:pt x="364" y="35"/>
                    <a:pt x="363" y="34"/>
                    <a:pt x="361" y="33"/>
                  </a:cubicBezTo>
                  <a:cubicBezTo>
                    <a:pt x="361" y="33"/>
                    <a:pt x="361" y="33"/>
                    <a:pt x="361" y="33"/>
                  </a:cubicBezTo>
                  <a:cubicBezTo>
                    <a:pt x="359" y="32"/>
                    <a:pt x="358" y="31"/>
                    <a:pt x="357" y="30"/>
                  </a:cubicBezTo>
                  <a:cubicBezTo>
                    <a:pt x="350" y="27"/>
                    <a:pt x="344" y="23"/>
                    <a:pt x="337" y="20"/>
                  </a:cubicBezTo>
                  <a:cubicBezTo>
                    <a:pt x="336" y="20"/>
                    <a:pt x="334" y="19"/>
                    <a:pt x="333" y="18"/>
                  </a:cubicBezTo>
                  <a:cubicBezTo>
                    <a:pt x="332" y="18"/>
                    <a:pt x="332" y="18"/>
                    <a:pt x="332" y="18"/>
                  </a:cubicBezTo>
                  <a:cubicBezTo>
                    <a:pt x="330" y="17"/>
                    <a:pt x="329" y="17"/>
                    <a:pt x="328" y="16"/>
                  </a:cubicBezTo>
                  <a:cubicBezTo>
                    <a:pt x="327" y="16"/>
                    <a:pt x="327" y="16"/>
                    <a:pt x="327" y="16"/>
                  </a:cubicBezTo>
                  <a:cubicBezTo>
                    <a:pt x="325" y="15"/>
                    <a:pt x="324" y="15"/>
                    <a:pt x="323" y="14"/>
                  </a:cubicBezTo>
                  <a:cubicBezTo>
                    <a:pt x="321" y="14"/>
                    <a:pt x="321" y="14"/>
                    <a:pt x="321" y="14"/>
                  </a:cubicBezTo>
                  <a:cubicBezTo>
                    <a:pt x="320" y="13"/>
                    <a:pt x="319" y="13"/>
                    <a:pt x="318" y="12"/>
                  </a:cubicBezTo>
                  <a:cubicBezTo>
                    <a:pt x="316" y="12"/>
                    <a:pt x="316" y="12"/>
                    <a:pt x="316" y="12"/>
                  </a:cubicBezTo>
                  <a:cubicBezTo>
                    <a:pt x="315" y="11"/>
                    <a:pt x="314" y="11"/>
                    <a:pt x="313" y="10"/>
                  </a:cubicBezTo>
                  <a:cubicBezTo>
                    <a:pt x="311" y="10"/>
                    <a:pt x="311" y="10"/>
                    <a:pt x="311" y="10"/>
                  </a:cubicBezTo>
                  <a:cubicBezTo>
                    <a:pt x="310" y="10"/>
                    <a:pt x="309" y="9"/>
                    <a:pt x="308" y="9"/>
                  </a:cubicBezTo>
                  <a:cubicBezTo>
                    <a:pt x="306" y="8"/>
                    <a:pt x="306" y="8"/>
                    <a:pt x="306" y="8"/>
                  </a:cubicBezTo>
                  <a:cubicBezTo>
                    <a:pt x="305" y="8"/>
                    <a:pt x="304" y="8"/>
                    <a:pt x="303" y="7"/>
                  </a:cubicBezTo>
                  <a:cubicBezTo>
                    <a:pt x="301" y="7"/>
                    <a:pt x="301" y="7"/>
                    <a:pt x="301" y="7"/>
                  </a:cubicBezTo>
                  <a:cubicBezTo>
                    <a:pt x="300" y="6"/>
                    <a:pt x="299" y="6"/>
                    <a:pt x="297" y="6"/>
                  </a:cubicBezTo>
                  <a:cubicBezTo>
                    <a:pt x="296" y="5"/>
                    <a:pt x="296" y="5"/>
                    <a:pt x="296" y="5"/>
                  </a:cubicBezTo>
                  <a:cubicBezTo>
                    <a:pt x="295" y="5"/>
                    <a:pt x="293" y="5"/>
                    <a:pt x="292" y="5"/>
                  </a:cubicBezTo>
                  <a:cubicBezTo>
                    <a:pt x="291" y="4"/>
                    <a:pt x="291" y="4"/>
                    <a:pt x="291" y="4"/>
                  </a:cubicBezTo>
                  <a:cubicBezTo>
                    <a:pt x="289" y="4"/>
                    <a:pt x="288" y="4"/>
                    <a:pt x="286" y="3"/>
                  </a:cubicBezTo>
                  <a:cubicBezTo>
                    <a:pt x="286" y="3"/>
                    <a:pt x="286" y="3"/>
                    <a:pt x="286" y="3"/>
                  </a:cubicBezTo>
                  <a:cubicBezTo>
                    <a:pt x="282" y="3"/>
                    <a:pt x="278" y="2"/>
                    <a:pt x="274" y="2"/>
                  </a:cubicBezTo>
                  <a:cubicBezTo>
                    <a:pt x="272" y="1"/>
                    <a:pt x="271" y="1"/>
                    <a:pt x="269" y="1"/>
                  </a:cubicBezTo>
                  <a:cubicBezTo>
                    <a:pt x="268" y="1"/>
                    <a:pt x="268" y="1"/>
                    <a:pt x="268" y="1"/>
                  </a:cubicBezTo>
                  <a:cubicBezTo>
                    <a:pt x="266" y="1"/>
                    <a:pt x="265" y="1"/>
                    <a:pt x="263" y="1"/>
                  </a:cubicBezTo>
                  <a:cubicBezTo>
                    <a:pt x="262" y="1"/>
                    <a:pt x="262" y="1"/>
                    <a:pt x="262" y="1"/>
                  </a:cubicBezTo>
                  <a:cubicBezTo>
                    <a:pt x="260" y="0"/>
                    <a:pt x="259" y="0"/>
                    <a:pt x="258" y="0"/>
                  </a:cubicBezTo>
                  <a:cubicBezTo>
                    <a:pt x="256" y="0"/>
                    <a:pt x="256" y="0"/>
                    <a:pt x="256" y="0"/>
                  </a:cubicBezTo>
                  <a:cubicBezTo>
                    <a:pt x="255" y="0"/>
                    <a:pt x="253" y="0"/>
                    <a:pt x="252" y="0"/>
                  </a:cubicBezTo>
                  <a:cubicBezTo>
                    <a:pt x="250" y="0"/>
                    <a:pt x="250" y="0"/>
                    <a:pt x="250" y="0"/>
                  </a:cubicBezTo>
                  <a:cubicBezTo>
                    <a:pt x="249" y="0"/>
                    <a:pt x="248" y="1"/>
                    <a:pt x="246" y="1"/>
                  </a:cubicBezTo>
                  <a:cubicBezTo>
                    <a:pt x="244" y="1"/>
                    <a:pt x="244" y="1"/>
                    <a:pt x="244" y="1"/>
                  </a:cubicBezTo>
                  <a:cubicBezTo>
                    <a:pt x="243" y="1"/>
                    <a:pt x="242" y="1"/>
                    <a:pt x="241" y="1"/>
                  </a:cubicBezTo>
                  <a:cubicBezTo>
                    <a:pt x="238" y="1"/>
                    <a:pt x="238" y="1"/>
                    <a:pt x="238" y="1"/>
                  </a:cubicBezTo>
                  <a:cubicBezTo>
                    <a:pt x="237" y="1"/>
                    <a:pt x="236" y="1"/>
                    <a:pt x="235" y="2"/>
                  </a:cubicBezTo>
                  <a:cubicBezTo>
                    <a:pt x="232" y="2"/>
                    <a:pt x="232" y="2"/>
                    <a:pt x="232" y="2"/>
                  </a:cubicBezTo>
                  <a:cubicBezTo>
                    <a:pt x="231" y="2"/>
                    <a:pt x="230" y="2"/>
                    <a:pt x="229" y="2"/>
                  </a:cubicBezTo>
                  <a:cubicBezTo>
                    <a:pt x="226" y="3"/>
                    <a:pt x="226" y="3"/>
                    <a:pt x="226" y="3"/>
                  </a:cubicBezTo>
                  <a:cubicBezTo>
                    <a:pt x="225" y="3"/>
                    <a:pt x="224" y="3"/>
                    <a:pt x="223" y="3"/>
                  </a:cubicBezTo>
                  <a:cubicBezTo>
                    <a:pt x="220" y="4"/>
                    <a:pt x="220" y="4"/>
                    <a:pt x="220" y="4"/>
                  </a:cubicBezTo>
                  <a:cubicBezTo>
                    <a:pt x="219" y="4"/>
                    <a:pt x="218" y="5"/>
                    <a:pt x="217" y="5"/>
                  </a:cubicBezTo>
                  <a:cubicBezTo>
                    <a:pt x="214" y="5"/>
                    <a:pt x="214" y="5"/>
                    <a:pt x="214" y="5"/>
                  </a:cubicBezTo>
                  <a:cubicBezTo>
                    <a:pt x="213" y="6"/>
                    <a:pt x="211" y="6"/>
                    <a:pt x="210" y="6"/>
                  </a:cubicBezTo>
                  <a:cubicBezTo>
                    <a:pt x="208" y="7"/>
                    <a:pt x="208" y="7"/>
                    <a:pt x="208" y="7"/>
                  </a:cubicBezTo>
                  <a:cubicBezTo>
                    <a:pt x="204" y="8"/>
                    <a:pt x="200" y="9"/>
                    <a:pt x="196" y="11"/>
                  </a:cubicBezTo>
                  <a:cubicBezTo>
                    <a:pt x="194" y="12"/>
                    <a:pt x="194" y="12"/>
                    <a:pt x="194" y="12"/>
                  </a:cubicBezTo>
                  <a:cubicBezTo>
                    <a:pt x="193" y="12"/>
                    <a:pt x="191" y="13"/>
                    <a:pt x="189" y="13"/>
                  </a:cubicBezTo>
                  <a:cubicBezTo>
                    <a:pt x="187" y="14"/>
                    <a:pt x="187" y="14"/>
                    <a:pt x="187" y="14"/>
                  </a:cubicBezTo>
                  <a:cubicBezTo>
                    <a:pt x="186" y="15"/>
                    <a:pt x="184" y="16"/>
                    <a:pt x="183" y="16"/>
                  </a:cubicBezTo>
                  <a:cubicBezTo>
                    <a:pt x="181" y="17"/>
                    <a:pt x="181" y="17"/>
                    <a:pt x="181" y="17"/>
                  </a:cubicBezTo>
                  <a:cubicBezTo>
                    <a:pt x="179" y="18"/>
                    <a:pt x="178" y="18"/>
                    <a:pt x="177" y="19"/>
                  </a:cubicBezTo>
                  <a:cubicBezTo>
                    <a:pt x="176" y="19"/>
                    <a:pt x="175" y="20"/>
                    <a:pt x="174" y="20"/>
                  </a:cubicBezTo>
                  <a:cubicBezTo>
                    <a:pt x="173" y="21"/>
                    <a:pt x="171" y="22"/>
                    <a:pt x="170" y="22"/>
                  </a:cubicBezTo>
                  <a:cubicBezTo>
                    <a:pt x="169" y="23"/>
                    <a:pt x="168" y="23"/>
                    <a:pt x="167" y="24"/>
                  </a:cubicBezTo>
                  <a:cubicBezTo>
                    <a:pt x="166" y="24"/>
                    <a:pt x="165" y="25"/>
                    <a:pt x="163" y="26"/>
                  </a:cubicBezTo>
                  <a:cubicBezTo>
                    <a:pt x="162" y="26"/>
                    <a:pt x="162" y="27"/>
                    <a:pt x="161" y="28"/>
                  </a:cubicBezTo>
                  <a:cubicBezTo>
                    <a:pt x="159" y="28"/>
                    <a:pt x="158" y="29"/>
                    <a:pt x="157" y="30"/>
                  </a:cubicBezTo>
                  <a:cubicBezTo>
                    <a:pt x="154" y="32"/>
                    <a:pt x="154" y="32"/>
                    <a:pt x="154" y="32"/>
                  </a:cubicBezTo>
                  <a:cubicBezTo>
                    <a:pt x="153" y="32"/>
                    <a:pt x="151" y="33"/>
                    <a:pt x="150" y="34"/>
                  </a:cubicBezTo>
                  <a:cubicBezTo>
                    <a:pt x="149" y="35"/>
                    <a:pt x="148" y="35"/>
                    <a:pt x="147" y="36"/>
                  </a:cubicBezTo>
                  <a:cubicBezTo>
                    <a:pt x="146" y="37"/>
                    <a:pt x="144" y="38"/>
                    <a:pt x="143" y="38"/>
                  </a:cubicBezTo>
                  <a:cubicBezTo>
                    <a:pt x="142" y="39"/>
                    <a:pt x="141" y="40"/>
                    <a:pt x="140" y="41"/>
                  </a:cubicBezTo>
                  <a:cubicBezTo>
                    <a:pt x="139" y="41"/>
                    <a:pt x="137" y="42"/>
                    <a:pt x="136" y="43"/>
                  </a:cubicBezTo>
                  <a:cubicBezTo>
                    <a:pt x="133" y="45"/>
                    <a:pt x="133" y="45"/>
                    <a:pt x="133" y="45"/>
                  </a:cubicBezTo>
                  <a:cubicBezTo>
                    <a:pt x="132" y="47"/>
                    <a:pt x="130" y="48"/>
                    <a:pt x="129" y="49"/>
                  </a:cubicBezTo>
                  <a:cubicBezTo>
                    <a:pt x="126" y="51"/>
                    <a:pt x="126" y="51"/>
                    <a:pt x="126" y="51"/>
                  </a:cubicBezTo>
                  <a:cubicBezTo>
                    <a:pt x="125" y="52"/>
                    <a:pt x="123" y="53"/>
                    <a:pt x="121" y="55"/>
                  </a:cubicBezTo>
                  <a:cubicBezTo>
                    <a:pt x="119" y="56"/>
                    <a:pt x="119" y="56"/>
                    <a:pt x="119" y="56"/>
                  </a:cubicBezTo>
                  <a:cubicBezTo>
                    <a:pt x="117" y="58"/>
                    <a:pt x="114" y="60"/>
                    <a:pt x="112" y="62"/>
                  </a:cubicBezTo>
                  <a:cubicBezTo>
                    <a:pt x="106" y="68"/>
                    <a:pt x="100" y="72"/>
                    <a:pt x="95" y="76"/>
                  </a:cubicBezTo>
                  <a:cubicBezTo>
                    <a:pt x="70" y="94"/>
                    <a:pt x="49" y="101"/>
                    <a:pt x="33" y="97"/>
                  </a:cubicBezTo>
                  <a:cubicBezTo>
                    <a:pt x="26" y="95"/>
                    <a:pt x="20" y="91"/>
                    <a:pt x="15" y="85"/>
                  </a:cubicBezTo>
                  <a:cubicBezTo>
                    <a:pt x="0" y="245"/>
                    <a:pt x="115" y="326"/>
                    <a:pt x="171" y="339"/>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18" name="Freeform 9">
              <a:extLst>
                <a:ext uri="{FF2B5EF4-FFF2-40B4-BE49-F238E27FC236}">
                  <a16:creationId xmlns:a16="http://schemas.microsoft.com/office/drawing/2014/main" id="{A5501175-B2FC-9843-B154-689ACB6DDC19}"/>
                </a:ext>
              </a:extLst>
            </p:cNvPr>
            <p:cNvSpPr>
              <a:spLocks/>
            </p:cNvSpPr>
            <p:nvPr/>
          </p:nvSpPr>
          <p:spPr bwMode="auto">
            <a:xfrm>
              <a:off x="3726982" y="2427465"/>
              <a:ext cx="1449239" cy="2865691"/>
            </a:xfrm>
            <a:custGeom>
              <a:avLst/>
              <a:gdLst>
                <a:gd name="T0" fmla="*/ 339 w 387"/>
                <a:gd name="T1" fmla="*/ 192 h 768"/>
                <a:gd name="T2" fmla="*/ 288 w 387"/>
                <a:gd name="T3" fmla="*/ 77 h 768"/>
                <a:gd name="T4" fmla="*/ 277 w 387"/>
                <a:gd name="T5" fmla="*/ 60 h 768"/>
                <a:gd name="T6" fmla="*/ 266 w 387"/>
                <a:gd name="T7" fmla="*/ 43 h 768"/>
                <a:gd name="T8" fmla="*/ 251 w 387"/>
                <a:gd name="T9" fmla="*/ 23 h 768"/>
                <a:gd name="T10" fmla="*/ 237 w 387"/>
                <a:gd name="T11" fmla="*/ 5 h 768"/>
                <a:gd name="T12" fmla="*/ 234 w 387"/>
                <a:gd name="T13" fmla="*/ 0 h 768"/>
                <a:gd name="T14" fmla="*/ 170 w 387"/>
                <a:gd name="T15" fmla="*/ 279 h 768"/>
                <a:gd name="T16" fmla="*/ 163 w 387"/>
                <a:gd name="T17" fmla="*/ 286 h 768"/>
                <a:gd name="T18" fmla="*/ 153 w 387"/>
                <a:gd name="T19" fmla="*/ 295 h 768"/>
                <a:gd name="T20" fmla="*/ 119 w 387"/>
                <a:gd name="T21" fmla="*/ 322 h 768"/>
                <a:gd name="T22" fmla="*/ 89 w 387"/>
                <a:gd name="T23" fmla="*/ 345 h 768"/>
                <a:gd name="T24" fmla="*/ 88 w 387"/>
                <a:gd name="T25" fmla="*/ 345 h 768"/>
                <a:gd name="T26" fmla="*/ 84 w 387"/>
                <a:gd name="T27" fmla="*/ 349 h 768"/>
                <a:gd name="T28" fmla="*/ 80 w 387"/>
                <a:gd name="T29" fmla="*/ 352 h 768"/>
                <a:gd name="T30" fmla="*/ 76 w 387"/>
                <a:gd name="T31" fmla="*/ 355 h 768"/>
                <a:gd name="T32" fmla="*/ 72 w 387"/>
                <a:gd name="T33" fmla="*/ 359 h 768"/>
                <a:gd name="T34" fmla="*/ 68 w 387"/>
                <a:gd name="T35" fmla="*/ 363 h 768"/>
                <a:gd name="T36" fmla="*/ 49 w 387"/>
                <a:gd name="T37" fmla="*/ 382 h 768"/>
                <a:gd name="T38" fmla="*/ 46 w 387"/>
                <a:gd name="T39" fmla="*/ 386 h 768"/>
                <a:gd name="T40" fmla="*/ 43 w 387"/>
                <a:gd name="T41" fmla="*/ 390 h 768"/>
                <a:gd name="T42" fmla="*/ 39 w 387"/>
                <a:gd name="T43" fmla="*/ 394 h 768"/>
                <a:gd name="T44" fmla="*/ 36 w 387"/>
                <a:gd name="T45" fmla="*/ 398 h 768"/>
                <a:gd name="T46" fmla="*/ 33 w 387"/>
                <a:gd name="T47" fmla="*/ 402 h 768"/>
                <a:gd name="T48" fmla="*/ 30 w 387"/>
                <a:gd name="T49" fmla="*/ 407 h 768"/>
                <a:gd name="T50" fmla="*/ 27 w 387"/>
                <a:gd name="T51" fmla="*/ 411 h 768"/>
                <a:gd name="T52" fmla="*/ 24 w 387"/>
                <a:gd name="T53" fmla="*/ 416 h 768"/>
                <a:gd name="T54" fmla="*/ 21 w 387"/>
                <a:gd name="T55" fmla="*/ 421 h 768"/>
                <a:gd name="T56" fmla="*/ 15 w 387"/>
                <a:gd name="T57" fmla="*/ 432 h 768"/>
                <a:gd name="T58" fmla="*/ 13 w 387"/>
                <a:gd name="T59" fmla="*/ 438 h 768"/>
                <a:gd name="T60" fmla="*/ 11 w 387"/>
                <a:gd name="T61" fmla="*/ 444 h 768"/>
                <a:gd name="T62" fmla="*/ 9 w 387"/>
                <a:gd name="T63" fmla="*/ 449 h 768"/>
                <a:gd name="T64" fmla="*/ 7 w 387"/>
                <a:gd name="T65" fmla="*/ 455 h 768"/>
                <a:gd name="T66" fmla="*/ 5 w 387"/>
                <a:gd name="T67" fmla="*/ 460 h 768"/>
                <a:gd name="T68" fmla="*/ 4 w 387"/>
                <a:gd name="T69" fmla="*/ 466 h 768"/>
                <a:gd name="T70" fmla="*/ 3 w 387"/>
                <a:gd name="T71" fmla="*/ 472 h 768"/>
                <a:gd name="T72" fmla="*/ 2 w 387"/>
                <a:gd name="T73" fmla="*/ 478 h 768"/>
                <a:gd name="T74" fmla="*/ 1 w 387"/>
                <a:gd name="T75" fmla="*/ 484 h 768"/>
                <a:gd name="T76" fmla="*/ 1 w 387"/>
                <a:gd name="T77" fmla="*/ 490 h 768"/>
                <a:gd name="T78" fmla="*/ 0 w 387"/>
                <a:gd name="T79" fmla="*/ 496 h 768"/>
                <a:gd name="T80" fmla="*/ 0 w 387"/>
                <a:gd name="T81" fmla="*/ 511 h 768"/>
                <a:gd name="T82" fmla="*/ 1 w 387"/>
                <a:gd name="T83" fmla="*/ 519 h 768"/>
                <a:gd name="T84" fmla="*/ 1 w 387"/>
                <a:gd name="T85" fmla="*/ 526 h 768"/>
                <a:gd name="T86" fmla="*/ 2 w 387"/>
                <a:gd name="T87" fmla="*/ 533 h 768"/>
                <a:gd name="T88" fmla="*/ 4 w 387"/>
                <a:gd name="T89" fmla="*/ 541 h 768"/>
                <a:gd name="T90" fmla="*/ 5 w 387"/>
                <a:gd name="T91" fmla="*/ 548 h 768"/>
                <a:gd name="T92" fmla="*/ 7 w 387"/>
                <a:gd name="T93" fmla="*/ 556 h 768"/>
                <a:gd name="T94" fmla="*/ 9 w 387"/>
                <a:gd name="T95" fmla="*/ 564 h 768"/>
                <a:gd name="T96" fmla="*/ 11 w 387"/>
                <a:gd name="T97" fmla="*/ 572 h 768"/>
                <a:gd name="T98" fmla="*/ 14 w 387"/>
                <a:gd name="T99" fmla="*/ 580 h 768"/>
                <a:gd name="T100" fmla="*/ 17 w 387"/>
                <a:gd name="T101" fmla="*/ 588 h 768"/>
                <a:gd name="T102" fmla="*/ 20 w 387"/>
                <a:gd name="T103" fmla="*/ 597 h 768"/>
                <a:gd name="T104" fmla="*/ 31 w 387"/>
                <a:gd name="T105" fmla="*/ 626 h 768"/>
                <a:gd name="T106" fmla="*/ 15 w 387"/>
                <a:gd name="T107" fmla="*/ 705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7" h="768">
                  <a:moveTo>
                    <a:pt x="305" y="634"/>
                  </a:moveTo>
                  <a:cubicBezTo>
                    <a:pt x="375" y="496"/>
                    <a:pt x="387" y="339"/>
                    <a:pt x="339" y="192"/>
                  </a:cubicBezTo>
                  <a:cubicBezTo>
                    <a:pt x="337" y="186"/>
                    <a:pt x="335" y="180"/>
                    <a:pt x="333" y="174"/>
                  </a:cubicBezTo>
                  <a:cubicBezTo>
                    <a:pt x="321" y="140"/>
                    <a:pt x="305" y="108"/>
                    <a:pt x="288" y="77"/>
                  </a:cubicBezTo>
                  <a:cubicBezTo>
                    <a:pt x="287" y="76"/>
                    <a:pt x="287" y="76"/>
                    <a:pt x="287" y="76"/>
                  </a:cubicBezTo>
                  <a:cubicBezTo>
                    <a:pt x="284" y="71"/>
                    <a:pt x="281" y="65"/>
                    <a:pt x="277" y="60"/>
                  </a:cubicBezTo>
                  <a:cubicBezTo>
                    <a:pt x="275" y="56"/>
                    <a:pt x="275" y="56"/>
                    <a:pt x="275" y="56"/>
                  </a:cubicBezTo>
                  <a:cubicBezTo>
                    <a:pt x="272" y="52"/>
                    <a:pt x="269" y="47"/>
                    <a:pt x="266" y="43"/>
                  </a:cubicBezTo>
                  <a:cubicBezTo>
                    <a:pt x="263" y="39"/>
                    <a:pt x="263" y="39"/>
                    <a:pt x="263" y="39"/>
                  </a:cubicBezTo>
                  <a:cubicBezTo>
                    <a:pt x="259" y="33"/>
                    <a:pt x="255" y="28"/>
                    <a:pt x="251" y="23"/>
                  </a:cubicBezTo>
                  <a:cubicBezTo>
                    <a:pt x="248" y="18"/>
                    <a:pt x="243" y="12"/>
                    <a:pt x="239" y="7"/>
                  </a:cubicBezTo>
                  <a:cubicBezTo>
                    <a:pt x="238" y="6"/>
                    <a:pt x="238" y="5"/>
                    <a:pt x="237" y="5"/>
                  </a:cubicBezTo>
                  <a:cubicBezTo>
                    <a:pt x="236" y="3"/>
                    <a:pt x="236" y="3"/>
                    <a:pt x="236" y="3"/>
                  </a:cubicBezTo>
                  <a:cubicBezTo>
                    <a:pt x="235" y="2"/>
                    <a:pt x="234" y="1"/>
                    <a:pt x="234" y="0"/>
                  </a:cubicBezTo>
                  <a:cubicBezTo>
                    <a:pt x="244" y="25"/>
                    <a:pt x="250" y="54"/>
                    <a:pt x="251" y="81"/>
                  </a:cubicBezTo>
                  <a:cubicBezTo>
                    <a:pt x="253" y="131"/>
                    <a:pt x="241" y="206"/>
                    <a:pt x="170" y="279"/>
                  </a:cubicBezTo>
                  <a:cubicBezTo>
                    <a:pt x="167" y="281"/>
                    <a:pt x="165" y="283"/>
                    <a:pt x="163" y="285"/>
                  </a:cubicBezTo>
                  <a:cubicBezTo>
                    <a:pt x="163" y="286"/>
                    <a:pt x="163" y="286"/>
                    <a:pt x="163" y="286"/>
                  </a:cubicBezTo>
                  <a:cubicBezTo>
                    <a:pt x="160" y="288"/>
                    <a:pt x="158" y="290"/>
                    <a:pt x="156" y="292"/>
                  </a:cubicBezTo>
                  <a:cubicBezTo>
                    <a:pt x="153" y="295"/>
                    <a:pt x="153" y="295"/>
                    <a:pt x="153" y="295"/>
                  </a:cubicBezTo>
                  <a:cubicBezTo>
                    <a:pt x="149" y="298"/>
                    <a:pt x="145" y="302"/>
                    <a:pt x="139" y="307"/>
                  </a:cubicBezTo>
                  <a:cubicBezTo>
                    <a:pt x="133" y="312"/>
                    <a:pt x="126" y="317"/>
                    <a:pt x="119" y="322"/>
                  </a:cubicBezTo>
                  <a:cubicBezTo>
                    <a:pt x="110" y="328"/>
                    <a:pt x="101" y="335"/>
                    <a:pt x="92" y="342"/>
                  </a:cubicBezTo>
                  <a:cubicBezTo>
                    <a:pt x="91" y="343"/>
                    <a:pt x="90" y="344"/>
                    <a:pt x="89" y="345"/>
                  </a:cubicBezTo>
                  <a:cubicBezTo>
                    <a:pt x="88" y="345"/>
                    <a:pt x="88" y="345"/>
                    <a:pt x="88" y="345"/>
                  </a:cubicBezTo>
                  <a:cubicBezTo>
                    <a:pt x="88" y="345"/>
                    <a:pt x="88" y="345"/>
                    <a:pt x="88" y="345"/>
                  </a:cubicBezTo>
                  <a:cubicBezTo>
                    <a:pt x="87" y="346"/>
                    <a:pt x="87" y="346"/>
                    <a:pt x="87" y="346"/>
                  </a:cubicBezTo>
                  <a:cubicBezTo>
                    <a:pt x="86" y="347"/>
                    <a:pt x="85" y="348"/>
                    <a:pt x="84" y="349"/>
                  </a:cubicBezTo>
                  <a:cubicBezTo>
                    <a:pt x="84" y="349"/>
                    <a:pt x="84" y="349"/>
                    <a:pt x="84" y="349"/>
                  </a:cubicBezTo>
                  <a:cubicBezTo>
                    <a:pt x="83" y="350"/>
                    <a:pt x="82" y="351"/>
                    <a:pt x="80" y="352"/>
                  </a:cubicBezTo>
                  <a:cubicBezTo>
                    <a:pt x="80" y="352"/>
                    <a:pt x="80" y="352"/>
                    <a:pt x="80" y="352"/>
                  </a:cubicBezTo>
                  <a:cubicBezTo>
                    <a:pt x="79" y="353"/>
                    <a:pt x="78" y="354"/>
                    <a:pt x="76" y="355"/>
                  </a:cubicBezTo>
                  <a:cubicBezTo>
                    <a:pt x="76" y="356"/>
                    <a:pt x="76" y="356"/>
                    <a:pt x="76" y="356"/>
                  </a:cubicBezTo>
                  <a:cubicBezTo>
                    <a:pt x="75" y="357"/>
                    <a:pt x="74" y="358"/>
                    <a:pt x="72" y="359"/>
                  </a:cubicBezTo>
                  <a:cubicBezTo>
                    <a:pt x="72" y="359"/>
                    <a:pt x="72" y="359"/>
                    <a:pt x="72" y="359"/>
                  </a:cubicBezTo>
                  <a:cubicBezTo>
                    <a:pt x="71" y="360"/>
                    <a:pt x="70" y="361"/>
                    <a:pt x="68" y="363"/>
                  </a:cubicBezTo>
                  <a:cubicBezTo>
                    <a:pt x="63" y="368"/>
                    <a:pt x="58" y="373"/>
                    <a:pt x="53" y="378"/>
                  </a:cubicBezTo>
                  <a:cubicBezTo>
                    <a:pt x="52" y="379"/>
                    <a:pt x="50" y="380"/>
                    <a:pt x="49" y="382"/>
                  </a:cubicBezTo>
                  <a:cubicBezTo>
                    <a:pt x="49" y="382"/>
                    <a:pt x="49" y="382"/>
                    <a:pt x="49" y="382"/>
                  </a:cubicBezTo>
                  <a:cubicBezTo>
                    <a:pt x="48" y="383"/>
                    <a:pt x="47" y="385"/>
                    <a:pt x="46" y="386"/>
                  </a:cubicBezTo>
                  <a:cubicBezTo>
                    <a:pt x="45" y="387"/>
                    <a:pt x="45" y="387"/>
                    <a:pt x="45" y="387"/>
                  </a:cubicBezTo>
                  <a:cubicBezTo>
                    <a:pt x="44" y="388"/>
                    <a:pt x="43" y="389"/>
                    <a:pt x="43" y="390"/>
                  </a:cubicBezTo>
                  <a:cubicBezTo>
                    <a:pt x="42" y="391"/>
                    <a:pt x="42" y="391"/>
                    <a:pt x="42" y="391"/>
                  </a:cubicBezTo>
                  <a:cubicBezTo>
                    <a:pt x="41" y="392"/>
                    <a:pt x="40" y="393"/>
                    <a:pt x="39" y="394"/>
                  </a:cubicBezTo>
                  <a:cubicBezTo>
                    <a:pt x="38" y="395"/>
                    <a:pt x="38" y="395"/>
                    <a:pt x="38" y="395"/>
                  </a:cubicBezTo>
                  <a:cubicBezTo>
                    <a:pt x="37" y="396"/>
                    <a:pt x="37" y="397"/>
                    <a:pt x="36" y="398"/>
                  </a:cubicBezTo>
                  <a:cubicBezTo>
                    <a:pt x="35" y="399"/>
                    <a:pt x="35" y="399"/>
                    <a:pt x="35" y="399"/>
                  </a:cubicBezTo>
                  <a:cubicBezTo>
                    <a:pt x="34" y="400"/>
                    <a:pt x="33" y="401"/>
                    <a:pt x="33" y="402"/>
                  </a:cubicBezTo>
                  <a:cubicBezTo>
                    <a:pt x="32" y="404"/>
                    <a:pt x="32" y="404"/>
                    <a:pt x="32" y="404"/>
                  </a:cubicBezTo>
                  <a:cubicBezTo>
                    <a:pt x="31" y="405"/>
                    <a:pt x="30" y="406"/>
                    <a:pt x="30" y="407"/>
                  </a:cubicBezTo>
                  <a:cubicBezTo>
                    <a:pt x="29" y="408"/>
                    <a:pt x="29" y="408"/>
                    <a:pt x="29" y="408"/>
                  </a:cubicBezTo>
                  <a:cubicBezTo>
                    <a:pt x="28" y="409"/>
                    <a:pt x="27" y="410"/>
                    <a:pt x="27" y="411"/>
                  </a:cubicBezTo>
                  <a:cubicBezTo>
                    <a:pt x="26" y="413"/>
                    <a:pt x="26" y="413"/>
                    <a:pt x="26" y="413"/>
                  </a:cubicBezTo>
                  <a:cubicBezTo>
                    <a:pt x="25" y="414"/>
                    <a:pt x="24" y="415"/>
                    <a:pt x="24" y="416"/>
                  </a:cubicBezTo>
                  <a:cubicBezTo>
                    <a:pt x="23" y="417"/>
                    <a:pt x="23" y="417"/>
                    <a:pt x="23" y="417"/>
                  </a:cubicBezTo>
                  <a:cubicBezTo>
                    <a:pt x="22" y="419"/>
                    <a:pt x="22" y="420"/>
                    <a:pt x="21" y="421"/>
                  </a:cubicBezTo>
                  <a:cubicBezTo>
                    <a:pt x="21" y="422"/>
                    <a:pt x="21" y="422"/>
                    <a:pt x="21" y="422"/>
                  </a:cubicBezTo>
                  <a:cubicBezTo>
                    <a:pt x="19" y="425"/>
                    <a:pt x="17" y="429"/>
                    <a:pt x="15" y="432"/>
                  </a:cubicBezTo>
                  <a:cubicBezTo>
                    <a:pt x="15" y="434"/>
                    <a:pt x="14" y="435"/>
                    <a:pt x="13" y="437"/>
                  </a:cubicBezTo>
                  <a:cubicBezTo>
                    <a:pt x="13" y="438"/>
                    <a:pt x="13" y="438"/>
                    <a:pt x="13" y="438"/>
                  </a:cubicBezTo>
                  <a:cubicBezTo>
                    <a:pt x="12" y="440"/>
                    <a:pt x="12" y="441"/>
                    <a:pt x="11" y="442"/>
                  </a:cubicBezTo>
                  <a:cubicBezTo>
                    <a:pt x="11" y="444"/>
                    <a:pt x="11" y="444"/>
                    <a:pt x="11" y="444"/>
                  </a:cubicBezTo>
                  <a:cubicBezTo>
                    <a:pt x="10" y="445"/>
                    <a:pt x="10" y="446"/>
                    <a:pt x="9" y="447"/>
                  </a:cubicBezTo>
                  <a:cubicBezTo>
                    <a:pt x="9" y="449"/>
                    <a:pt x="9" y="449"/>
                    <a:pt x="9" y="449"/>
                  </a:cubicBezTo>
                  <a:cubicBezTo>
                    <a:pt x="8" y="450"/>
                    <a:pt x="8" y="452"/>
                    <a:pt x="8" y="453"/>
                  </a:cubicBezTo>
                  <a:cubicBezTo>
                    <a:pt x="7" y="455"/>
                    <a:pt x="7" y="455"/>
                    <a:pt x="7" y="455"/>
                  </a:cubicBezTo>
                  <a:cubicBezTo>
                    <a:pt x="7" y="456"/>
                    <a:pt x="6" y="457"/>
                    <a:pt x="6" y="458"/>
                  </a:cubicBezTo>
                  <a:cubicBezTo>
                    <a:pt x="5" y="460"/>
                    <a:pt x="5" y="460"/>
                    <a:pt x="5" y="460"/>
                  </a:cubicBezTo>
                  <a:cubicBezTo>
                    <a:pt x="5" y="462"/>
                    <a:pt x="5" y="463"/>
                    <a:pt x="5" y="464"/>
                  </a:cubicBezTo>
                  <a:cubicBezTo>
                    <a:pt x="4" y="466"/>
                    <a:pt x="4" y="466"/>
                    <a:pt x="4" y="466"/>
                  </a:cubicBezTo>
                  <a:cubicBezTo>
                    <a:pt x="4" y="467"/>
                    <a:pt x="4" y="468"/>
                    <a:pt x="3" y="470"/>
                  </a:cubicBezTo>
                  <a:cubicBezTo>
                    <a:pt x="3" y="472"/>
                    <a:pt x="3" y="472"/>
                    <a:pt x="3" y="472"/>
                  </a:cubicBezTo>
                  <a:cubicBezTo>
                    <a:pt x="3" y="473"/>
                    <a:pt x="2" y="474"/>
                    <a:pt x="2" y="476"/>
                  </a:cubicBezTo>
                  <a:cubicBezTo>
                    <a:pt x="2" y="478"/>
                    <a:pt x="2" y="478"/>
                    <a:pt x="2" y="478"/>
                  </a:cubicBezTo>
                  <a:cubicBezTo>
                    <a:pt x="2" y="479"/>
                    <a:pt x="2" y="480"/>
                    <a:pt x="1" y="482"/>
                  </a:cubicBezTo>
                  <a:cubicBezTo>
                    <a:pt x="1" y="484"/>
                    <a:pt x="1" y="484"/>
                    <a:pt x="1" y="484"/>
                  </a:cubicBezTo>
                  <a:cubicBezTo>
                    <a:pt x="1" y="485"/>
                    <a:pt x="1" y="487"/>
                    <a:pt x="1" y="488"/>
                  </a:cubicBezTo>
                  <a:cubicBezTo>
                    <a:pt x="1" y="490"/>
                    <a:pt x="1" y="490"/>
                    <a:pt x="1" y="490"/>
                  </a:cubicBezTo>
                  <a:cubicBezTo>
                    <a:pt x="0" y="492"/>
                    <a:pt x="0" y="493"/>
                    <a:pt x="0" y="495"/>
                  </a:cubicBezTo>
                  <a:cubicBezTo>
                    <a:pt x="0" y="496"/>
                    <a:pt x="0" y="496"/>
                    <a:pt x="0" y="496"/>
                  </a:cubicBezTo>
                  <a:cubicBezTo>
                    <a:pt x="0" y="501"/>
                    <a:pt x="0" y="505"/>
                    <a:pt x="0" y="510"/>
                  </a:cubicBezTo>
                  <a:cubicBezTo>
                    <a:pt x="0" y="511"/>
                    <a:pt x="0" y="511"/>
                    <a:pt x="0" y="511"/>
                  </a:cubicBezTo>
                  <a:cubicBezTo>
                    <a:pt x="0" y="513"/>
                    <a:pt x="0" y="515"/>
                    <a:pt x="1" y="516"/>
                  </a:cubicBezTo>
                  <a:cubicBezTo>
                    <a:pt x="1" y="519"/>
                    <a:pt x="1" y="519"/>
                    <a:pt x="1" y="519"/>
                  </a:cubicBezTo>
                  <a:cubicBezTo>
                    <a:pt x="1" y="521"/>
                    <a:pt x="1" y="522"/>
                    <a:pt x="1" y="523"/>
                  </a:cubicBezTo>
                  <a:cubicBezTo>
                    <a:pt x="1" y="526"/>
                    <a:pt x="1" y="526"/>
                    <a:pt x="1" y="526"/>
                  </a:cubicBezTo>
                  <a:cubicBezTo>
                    <a:pt x="2" y="527"/>
                    <a:pt x="2" y="529"/>
                    <a:pt x="2" y="530"/>
                  </a:cubicBezTo>
                  <a:cubicBezTo>
                    <a:pt x="2" y="531"/>
                    <a:pt x="2" y="532"/>
                    <a:pt x="2" y="533"/>
                  </a:cubicBezTo>
                  <a:cubicBezTo>
                    <a:pt x="3" y="535"/>
                    <a:pt x="3" y="536"/>
                    <a:pt x="3" y="538"/>
                  </a:cubicBezTo>
                  <a:cubicBezTo>
                    <a:pt x="3" y="539"/>
                    <a:pt x="3" y="540"/>
                    <a:pt x="4" y="541"/>
                  </a:cubicBezTo>
                  <a:cubicBezTo>
                    <a:pt x="4" y="542"/>
                    <a:pt x="4" y="543"/>
                    <a:pt x="4" y="545"/>
                  </a:cubicBezTo>
                  <a:cubicBezTo>
                    <a:pt x="5" y="546"/>
                    <a:pt x="5" y="547"/>
                    <a:pt x="5" y="548"/>
                  </a:cubicBezTo>
                  <a:cubicBezTo>
                    <a:pt x="5" y="550"/>
                    <a:pt x="6" y="551"/>
                    <a:pt x="6" y="552"/>
                  </a:cubicBezTo>
                  <a:cubicBezTo>
                    <a:pt x="7" y="556"/>
                    <a:pt x="7" y="556"/>
                    <a:pt x="7" y="556"/>
                  </a:cubicBezTo>
                  <a:cubicBezTo>
                    <a:pt x="7" y="557"/>
                    <a:pt x="7" y="559"/>
                    <a:pt x="8" y="560"/>
                  </a:cubicBezTo>
                  <a:cubicBezTo>
                    <a:pt x="8" y="561"/>
                    <a:pt x="8" y="562"/>
                    <a:pt x="9" y="564"/>
                  </a:cubicBezTo>
                  <a:cubicBezTo>
                    <a:pt x="9" y="565"/>
                    <a:pt x="10" y="567"/>
                    <a:pt x="10" y="568"/>
                  </a:cubicBezTo>
                  <a:cubicBezTo>
                    <a:pt x="10" y="569"/>
                    <a:pt x="11" y="571"/>
                    <a:pt x="11" y="572"/>
                  </a:cubicBezTo>
                  <a:cubicBezTo>
                    <a:pt x="12" y="573"/>
                    <a:pt x="12" y="575"/>
                    <a:pt x="13" y="576"/>
                  </a:cubicBezTo>
                  <a:cubicBezTo>
                    <a:pt x="14" y="580"/>
                    <a:pt x="14" y="580"/>
                    <a:pt x="14" y="580"/>
                  </a:cubicBezTo>
                  <a:cubicBezTo>
                    <a:pt x="14" y="581"/>
                    <a:pt x="15" y="583"/>
                    <a:pt x="15" y="585"/>
                  </a:cubicBezTo>
                  <a:cubicBezTo>
                    <a:pt x="17" y="588"/>
                    <a:pt x="17" y="588"/>
                    <a:pt x="17" y="588"/>
                  </a:cubicBezTo>
                  <a:cubicBezTo>
                    <a:pt x="17" y="590"/>
                    <a:pt x="18" y="592"/>
                    <a:pt x="19" y="594"/>
                  </a:cubicBezTo>
                  <a:cubicBezTo>
                    <a:pt x="20" y="597"/>
                    <a:pt x="20" y="597"/>
                    <a:pt x="20" y="597"/>
                  </a:cubicBezTo>
                  <a:cubicBezTo>
                    <a:pt x="21" y="599"/>
                    <a:pt x="22" y="602"/>
                    <a:pt x="23" y="605"/>
                  </a:cubicBezTo>
                  <a:cubicBezTo>
                    <a:pt x="26" y="612"/>
                    <a:pt x="29" y="619"/>
                    <a:pt x="31" y="626"/>
                  </a:cubicBezTo>
                  <a:cubicBezTo>
                    <a:pt x="41" y="655"/>
                    <a:pt x="41" y="677"/>
                    <a:pt x="31" y="691"/>
                  </a:cubicBezTo>
                  <a:cubicBezTo>
                    <a:pt x="27" y="697"/>
                    <a:pt x="22" y="702"/>
                    <a:pt x="15" y="705"/>
                  </a:cubicBezTo>
                  <a:cubicBezTo>
                    <a:pt x="162" y="768"/>
                    <a:pt x="275" y="683"/>
                    <a:pt x="305" y="63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grpSp>
      <p:sp>
        <p:nvSpPr>
          <p:cNvPr id="25" name="Marcador de texto 45">
            <a:extLst>
              <a:ext uri="{FF2B5EF4-FFF2-40B4-BE49-F238E27FC236}">
                <a16:creationId xmlns:a16="http://schemas.microsoft.com/office/drawing/2014/main" id="{132C30EE-79C3-5A4C-B0A3-CBC006ACA7FA}"/>
              </a:ext>
            </a:extLst>
          </p:cNvPr>
          <p:cNvSpPr>
            <a:spLocks noGrp="1"/>
          </p:cNvSpPr>
          <p:nvPr>
            <p:ph type="body" sz="quarter" idx="28" hasCustomPrompt="1"/>
          </p:nvPr>
        </p:nvSpPr>
        <p:spPr>
          <a:xfrm>
            <a:off x="6132006" y="2188384"/>
            <a:ext cx="4675498"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6" name="Marcador de texto 45">
            <a:extLst>
              <a:ext uri="{FF2B5EF4-FFF2-40B4-BE49-F238E27FC236}">
                <a16:creationId xmlns:a16="http://schemas.microsoft.com/office/drawing/2014/main" id="{E175D017-551B-1542-9334-169836DCC84C}"/>
              </a:ext>
            </a:extLst>
          </p:cNvPr>
          <p:cNvSpPr>
            <a:spLocks noGrp="1"/>
          </p:cNvSpPr>
          <p:nvPr>
            <p:ph type="body" sz="quarter" idx="29" hasCustomPrompt="1"/>
          </p:nvPr>
        </p:nvSpPr>
        <p:spPr>
          <a:xfrm>
            <a:off x="6132006" y="2602411"/>
            <a:ext cx="4675498"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7" name="Marcador de texto 45">
            <a:extLst>
              <a:ext uri="{FF2B5EF4-FFF2-40B4-BE49-F238E27FC236}">
                <a16:creationId xmlns:a16="http://schemas.microsoft.com/office/drawing/2014/main" id="{CCDC5E1D-51ED-7941-9A90-4091225A9F99}"/>
              </a:ext>
            </a:extLst>
          </p:cNvPr>
          <p:cNvSpPr>
            <a:spLocks noGrp="1"/>
          </p:cNvSpPr>
          <p:nvPr>
            <p:ph type="body" sz="quarter" idx="30" hasCustomPrompt="1"/>
          </p:nvPr>
        </p:nvSpPr>
        <p:spPr>
          <a:xfrm>
            <a:off x="6132006" y="2937038"/>
            <a:ext cx="4675497" cy="923330"/>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28" name="Marcador de texto 45">
            <a:extLst>
              <a:ext uri="{FF2B5EF4-FFF2-40B4-BE49-F238E27FC236}">
                <a16:creationId xmlns:a16="http://schemas.microsoft.com/office/drawing/2014/main" id="{EC548717-C0FB-1E40-B758-EF238306569C}"/>
              </a:ext>
            </a:extLst>
          </p:cNvPr>
          <p:cNvSpPr>
            <a:spLocks noGrp="1"/>
          </p:cNvSpPr>
          <p:nvPr>
            <p:ph type="body" sz="quarter" idx="31" hasCustomPrompt="1"/>
          </p:nvPr>
        </p:nvSpPr>
        <p:spPr>
          <a:xfrm>
            <a:off x="6132006" y="4156891"/>
            <a:ext cx="4675498"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29" name="Marcador de texto 45">
            <a:extLst>
              <a:ext uri="{FF2B5EF4-FFF2-40B4-BE49-F238E27FC236}">
                <a16:creationId xmlns:a16="http://schemas.microsoft.com/office/drawing/2014/main" id="{AA7D936D-BC3C-A741-9341-89FC634B078B}"/>
              </a:ext>
            </a:extLst>
          </p:cNvPr>
          <p:cNvSpPr>
            <a:spLocks noGrp="1"/>
          </p:cNvSpPr>
          <p:nvPr>
            <p:ph type="body" sz="quarter" idx="32" hasCustomPrompt="1"/>
          </p:nvPr>
        </p:nvSpPr>
        <p:spPr>
          <a:xfrm>
            <a:off x="6132006" y="4491518"/>
            <a:ext cx="4675497" cy="923330"/>
          </a:xfrm>
          <a:prstGeom prst="rect">
            <a:avLst/>
          </a:prstGeom>
        </p:spPr>
        <p:txBody>
          <a:bodyPr wrap="square" lIns="0" tIns="0" rIns="0" bIns="0" anchor="t">
            <a:spAutoFit/>
          </a:bodyPr>
          <a:lstStyle>
            <a:lvl1pPr marL="171450" indent="-171450" algn="l">
              <a:lnSpc>
                <a:spcPct val="100000"/>
              </a:lnSpc>
              <a:buClr>
                <a:schemeClr val="accent3"/>
              </a:buClr>
              <a:buFont typeface="Arial" panose="020B0604020202020204" pitchFamily="34" charset="0"/>
              <a:buChar char="•"/>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0" name="Line">
            <a:extLst>
              <a:ext uri="{FF2B5EF4-FFF2-40B4-BE49-F238E27FC236}">
                <a16:creationId xmlns:a16="http://schemas.microsoft.com/office/drawing/2014/main" id="{156608F3-99DB-3C44-9722-3D68376CCC8C}"/>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19" name="Marcador de texto 15">
            <a:extLst>
              <a:ext uri="{FF2B5EF4-FFF2-40B4-BE49-F238E27FC236}">
                <a16:creationId xmlns:a16="http://schemas.microsoft.com/office/drawing/2014/main" id="{0078B7AE-B52D-1240-B2C3-81466A75966E}"/>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0" name="Slide Number Placeholder 5">
            <a:extLst>
              <a:ext uri="{FF2B5EF4-FFF2-40B4-BE49-F238E27FC236}">
                <a16:creationId xmlns:a16="http://schemas.microsoft.com/office/drawing/2014/main" id="{5BB71202-4BFD-9B4D-BED3-7CC053D660B4}"/>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113749450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Grafico No. 19">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grpSp>
        <p:nvGrpSpPr>
          <p:cNvPr id="12" name="Group 1">
            <a:extLst>
              <a:ext uri="{FF2B5EF4-FFF2-40B4-BE49-F238E27FC236}">
                <a16:creationId xmlns:a16="http://schemas.microsoft.com/office/drawing/2014/main" id="{973A69E1-4A60-CB46-BBB5-20C10CC8CE7C}"/>
              </a:ext>
            </a:extLst>
          </p:cNvPr>
          <p:cNvGrpSpPr/>
          <p:nvPr userDrawn="1"/>
        </p:nvGrpSpPr>
        <p:grpSpPr>
          <a:xfrm>
            <a:off x="2063290" y="3242243"/>
            <a:ext cx="7907392" cy="2526259"/>
            <a:chOff x="1973331" y="2517291"/>
            <a:chExt cx="7774379" cy="2483925"/>
          </a:xfrm>
        </p:grpSpPr>
        <p:sp>
          <p:nvSpPr>
            <p:cNvPr id="13" name="Freeform 6">
              <a:extLst>
                <a:ext uri="{FF2B5EF4-FFF2-40B4-BE49-F238E27FC236}">
                  <a16:creationId xmlns:a16="http://schemas.microsoft.com/office/drawing/2014/main" id="{40C348BE-EBEC-8945-8375-F846170A263B}"/>
                </a:ext>
              </a:extLst>
            </p:cNvPr>
            <p:cNvSpPr>
              <a:spLocks/>
            </p:cNvSpPr>
            <p:nvPr/>
          </p:nvSpPr>
          <p:spPr bwMode="auto">
            <a:xfrm>
              <a:off x="2945128" y="2990114"/>
              <a:ext cx="971797" cy="2011101"/>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chemeClr val="tx1">
                <a:lumMod val="90000"/>
                <a:lumOff val="10000"/>
                <a:alpha val="76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a typeface="Montserrat" charset="0"/>
                <a:cs typeface="Montserrat" charset="0"/>
              </a:endParaRPr>
            </a:p>
          </p:txBody>
        </p:sp>
        <p:sp>
          <p:nvSpPr>
            <p:cNvPr id="14" name="Freeform 6">
              <a:extLst>
                <a:ext uri="{FF2B5EF4-FFF2-40B4-BE49-F238E27FC236}">
                  <a16:creationId xmlns:a16="http://schemas.microsoft.com/office/drawing/2014/main" id="{B139C0BB-B8F4-F842-AADD-44B24DF6B7BD}"/>
                </a:ext>
              </a:extLst>
            </p:cNvPr>
            <p:cNvSpPr>
              <a:spLocks/>
            </p:cNvSpPr>
            <p:nvPr/>
          </p:nvSpPr>
          <p:spPr bwMode="auto">
            <a:xfrm flipH="1">
              <a:off x="1973331" y="2990114"/>
              <a:ext cx="971797" cy="2011101"/>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a typeface="Montserrat" charset="0"/>
                <a:cs typeface="Montserrat" charset="0"/>
              </a:endParaRPr>
            </a:p>
          </p:txBody>
        </p:sp>
        <p:sp>
          <p:nvSpPr>
            <p:cNvPr id="15" name="Freeform 6">
              <a:extLst>
                <a:ext uri="{FF2B5EF4-FFF2-40B4-BE49-F238E27FC236}">
                  <a16:creationId xmlns:a16="http://schemas.microsoft.com/office/drawing/2014/main" id="{791E43F3-443C-2E48-8D90-80D52860E45D}"/>
                </a:ext>
              </a:extLst>
            </p:cNvPr>
            <p:cNvSpPr>
              <a:spLocks/>
            </p:cNvSpPr>
            <p:nvPr/>
          </p:nvSpPr>
          <p:spPr bwMode="auto">
            <a:xfrm>
              <a:off x="3916926" y="3263854"/>
              <a:ext cx="971797" cy="1737362"/>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a typeface="Montserrat" charset="0"/>
                <a:cs typeface="Montserrat" charset="0"/>
              </a:endParaRPr>
            </a:p>
          </p:txBody>
        </p:sp>
        <p:sp>
          <p:nvSpPr>
            <p:cNvPr id="17" name="Freeform 5">
              <a:extLst>
                <a:ext uri="{FF2B5EF4-FFF2-40B4-BE49-F238E27FC236}">
                  <a16:creationId xmlns:a16="http://schemas.microsoft.com/office/drawing/2014/main" id="{DAB241EF-4157-8B45-89CE-300DF4C5A6E9}"/>
                </a:ext>
              </a:extLst>
            </p:cNvPr>
            <p:cNvSpPr>
              <a:spLocks/>
            </p:cNvSpPr>
            <p:nvPr/>
          </p:nvSpPr>
          <p:spPr bwMode="auto">
            <a:xfrm flipH="1">
              <a:off x="2945129" y="3263854"/>
              <a:ext cx="971797" cy="1737362"/>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a typeface="Montserrat" charset="0"/>
                <a:cs typeface="Montserrat" charset="0"/>
              </a:endParaRPr>
            </a:p>
          </p:txBody>
        </p:sp>
        <p:sp>
          <p:nvSpPr>
            <p:cNvPr id="18" name="Freeform 6">
              <a:extLst>
                <a:ext uri="{FF2B5EF4-FFF2-40B4-BE49-F238E27FC236}">
                  <a16:creationId xmlns:a16="http://schemas.microsoft.com/office/drawing/2014/main" id="{08C8E393-3BB2-C44A-90ED-9D0E5B509C24}"/>
                </a:ext>
              </a:extLst>
            </p:cNvPr>
            <p:cNvSpPr>
              <a:spLocks/>
            </p:cNvSpPr>
            <p:nvPr/>
          </p:nvSpPr>
          <p:spPr bwMode="auto">
            <a:xfrm>
              <a:off x="4888723" y="2517291"/>
              <a:ext cx="971797" cy="2483925"/>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chemeClr val="tx1">
                <a:lumMod val="90000"/>
                <a:lumOff val="10000"/>
                <a:alpha val="76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a typeface="Montserrat" charset="0"/>
                <a:cs typeface="Montserrat" charset="0"/>
              </a:endParaRPr>
            </a:p>
          </p:txBody>
        </p:sp>
        <p:sp>
          <p:nvSpPr>
            <p:cNvPr id="19" name="Freeform 7">
              <a:extLst>
                <a:ext uri="{FF2B5EF4-FFF2-40B4-BE49-F238E27FC236}">
                  <a16:creationId xmlns:a16="http://schemas.microsoft.com/office/drawing/2014/main" id="{EF985018-2740-BA44-80AC-EB5DA29482B5}"/>
                </a:ext>
              </a:extLst>
            </p:cNvPr>
            <p:cNvSpPr>
              <a:spLocks/>
            </p:cNvSpPr>
            <p:nvPr/>
          </p:nvSpPr>
          <p:spPr bwMode="auto">
            <a:xfrm flipH="1">
              <a:off x="3916926" y="2517291"/>
              <a:ext cx="971797" cy="2483925"/>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a typeface="Montserrat" charset="0"/>
                <a:cs typeface="Montserrat" charset="0"/>
              </a:endParaRPr>
            </a:p>
          </p:txBody>
        </p:sp>
        <p:sp>
          <p:nvSpPr>
            <p:cNvPr id="20" name="Freeform 6">
              <a:extLst>
                <a:ext uri="{FF2B5EF4-FFF2-40B4-BE49-F238E27FC236}">
                  <a16:creationId xmlns:a16="http://schemas.microsoft.com/office/drawing/2014/main" id="{C33E7506-D79C-844F-9978-D8F0E4A429E8}"/>
                </a:ext>
              </a:extLst>
            </p:cNvPr>
            <p:cNvSpPr>
              <a:spLocks/>
            </p:cNvSpPr>
            <p:nvPr/>
          </p:nvSpPr>
          <p:spPr bwMode="auto">
            <a:xfrm>
              <a:off x="5860520" y="3475381"/>
              <a:ext cx="971797" cy="1525834"/>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a typeface="Montserrat" charset="0"/>
                <a:cs typeface="Montserrat" charset="0"/>
              </a:endParaRPr>
            </a:p>
          </p:txBody>
        </p:sp>
        <p:sp>
          <p:nvSpPr>
            <p:cNvPr id="22" name="Freeform 6">
              <a:extLst>
                <a:ext uri="{FF2B5EF4-FFF2-40B4-BE49-F238E27FC236}">
                  <a16:creationId xmlns:a16="http://schemas.microsoft.com/office/drawing/2014/main" id="{57BE9FCD-AE38-3148-8CE0-D462DCF3E699}"/>
                </a:ext>
              </a:extLst>
            </p:cNvPr>
            <p:cNvSpPr>
              <a:spLocks/>
            </p:cNvSpPr>
            <p:nvPr/>
          </p:nvSpPr>
          <p:spPr bwMode="auto">
            <a:xfrm flipH="1">
              <a:off x="4888723" y="3475381"/>
              <a:ext cx="971797" cy="1525834"/>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a typeface="Montserrat" charset="0"/>
                <a:cs typeface="Montserrat" charset="0"/>
              </a:endParaRPr>
            </a:p>
          </p:txBody>
        </p:sp>
        <p:sp>
          <p:nvSpPr>
            <p:cNvPr id="23" name="Freeform 6">
              <a:extLst>
                <a:ext uri="{FF2B5EF4-FFF2-40B4-BE49-F238E27FC236}">
                  <a16:creationId xmlns:a16="http://schemas.microsoft.com/office/drawing/2014/main" id="{BBF76C3B-0463-C549-AA88-FBDFFBB4DAB1}"/>
                </a:ext>
              </a:extLst>
            </p:cNvPr>
            <p:cNvSpPr>
              <a:spLocks/>
            </p:cNvSpPr>
            <p:nvPr/>
          </p:nvSpPr>
          <p:spPr bwMode="auto">
            <a:xfrm>
              <a:off x="6832317" y="2865687"/>
              <a:ext cx="971797" cy="2135527"/>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chemeClr val="tx1">
                <a:lumMod val="90000"/>
                <a:lumOff val="10000"/>
                <a:alpha val="76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a typeface="Montserrat" charset="0"/>
                <a:cs typeface="Montserrat" charset="0"/>
              </a:endParaRPr>
            </a:p>
          </p:txBody>
        </p:sp>
        <p:sp>
          <p:nvSpPr>
            <p:cNvPr id="24" name="Freeform 6">
              <a:extLst>
                <a:ext uri="{FF2B5EF4-FFF2-40B4-BE49-F238E27FC236}">
                  <a16:creationId xmlns:a16="http://schemas.microsoft.com/office/drawing/2014/main" id="{9368D029-7BD6-5548-A14E-59966E17EB35}"/>
                </a:ext>
              </a:extLst>
            </p:cNvPr>
            <p:cNvSpPr>
              <a:spLocks/>
            </p:cNvSpPr>
            <p:nvPr/>
          </p:nvSpPr>
          <p:spPr bwMode="auto">
            <a:xfrm flipH="1">
              <a:off x="5860520" y="2865687"/>
              <a:ext cx="971797" cy="2135527"/>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a typeface="Montserrat" charset="0"/>
                <a:cs typeface="Montserrat" charset="0"/>
              </a:endParaRPr>
            </a:p>
          </p:txBody>
        </p:sp>
        <p:sp>
          <p:nvSpPr>
            <p:cNvPr id="25" name="Freeform 6">
              <a:extLst>
                <a:ext uri="{FF2B5EF4-FFF2-40B4-BE49-F238E27FC236}">
                  <a16:creationId xmlns:a16="http://schemas.microsoft.com/office/drawing/2014/main" id="{3885BFC6-7BA1-8745-BE3E-B2AD58B0E1F1}"/>
                </a:ext>
              </a:extLst>
            </p:cNvPr>
            <p:cNvSpPr>
              <a:spLocks/>
            </p:cNvSpPr>
            <p:nvPr/>
          </p:nvSpPr>
          <p:spPr bwMode="auto">
            <a:xfrm>
              <a:off x="7804115" y="3736676"/>
              <a:ext cx="971797" cy="1264537"/>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a typeface="Montserrat" charset="0"/>
                <a:cs typeface="Montserrat" charset="0"/>
              </a:endParaRPr>
            </a:p>
          </p:txBody>
        </p:sp>
        <p:sp>
          <p:nvSpPr>
            <p:cNvPr id="26" name="Freeform 6">
              <a:extLst>
                <a:ext uri="{FF2B5EF4-FFF2-40B4-BE49-F238E27FC236}">
                  <a16:creationId xmlns:a16="http://schemas.microsoft.com/office/drawing/2014/main" id="{4C76DFBE-8650-9048-8DB3-D33174871652}"/>
                </a:ext>
              </a:extLst>
            </p:cNvPr>
            <p:cNvSpPr>
              <a:spLocks/>
            </p:cNvSpPr>
            <p:nvPr/>
          </p:nvSpPr>
          <p:spPr bwMode="auto">
            <a:xfrm flipH="1">
              <a:off x="6832318" y="3736676"/>
              <a:ext cx="971797" cy="1264537"/>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a typeface="Montserrat" charset="0"/>
                <a:cs typeface="Montserrat" charset="0"/>
              </a:endParaRPr>
            </a:p>
          </p:txBody>
        </p:sp>
        <p:sp>
          <p:nvSpPr>
            <p:cNvPr id="27" name="Freeform 6">
              <a:extLst>
                <a:ext uri="{FF2B5EF4-FFF2-40B4-BE49-F238E27FC236}">
                  <a16:creationId xmlns:a16="http://schemas.microsoft.com/office/drawing/2014/main" id="{DA43BE64-2F08-5B4D-B74B-7BDD0EB9822A}"/>
                </a:ext>
              </a:extLst>
            </p:cNvPr>
            <p:cNvSpPr>
              <a:spLocks/>
            </p:cNvSpPr>
            <p:nvPr/>
          </p:nvSpPr>
          <p:spPr bwMode="auto">
            <a:xfrm>
              <a:off x="8775913" y="3089656"/>
              <a:ext cx="971797" cy="1911557"/>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chemeClr val="tx1">
                <a:lumMod val="90000"/>
                <a:lumOff val="10000"/>
                <a:alpha val="76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a typeface="Montserrat" charset="0"/>
                <a:cs typeface="Montserrat" charset="0"/>
              </a:endParaRPr>
            </a:p>
          </p:txBody>
        </p:sp>
        <p:sp>
          <p:nvSpPr>
            <p:cNvPr id="28" name="Freeform 6">
              <a:extLst>
                <a:ext uri="{FF2B5EF4-FFF2-40B4-BE49-F238E27FC236}">
                  <a16:creationId xmlns:a16="http://schemas.microsoft.com/office/drawing/2014/main" id="{E4425304-3D07-9242-9807-86ADEC03FFB0}"/>
                </a:ext>
              </a:extLst>
            </p:cNvPr>
            <p:cNvSpPr>
              <a:spLocks/>
            </p:cNvSpPr>
            <p:nvPr/>
          </p:nvSpPr>
          <p:spPr bwMode="auto">
            <a:xfrm flipH="1">
              <a:off x="7804116" y="3089656"/>
              <a:ext cx="971797" cy="1911557"/>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a typeface="Montserrat" charset="0"/>
                <a:cs typeface="Montserrat" charset="0"/>
              </a:endParaRPr>
            </a:p>
          </p:txBody>
        </p:sp>
      </p:grpSp>
      <p:sp>
        <p:nvSpPr>
          <p:cNvPr id="48" name="Marcador de texto 45">
            <a:extLst>
              <a:ext uri="{FF2B5EF4-FFF2-40B4-BE49-F238E27FC236}">
                <a16:creationId xmlns:a16="http://schemas.microsoft.com/office/drawing/2014/main" id="{CF3BCED4-C430-A24D-A6A3-066AF8B02273}"/>
              </a:ext>
            </a:extLst>
          </p:cNvPr>
          <p:cNvSpPr>
            <a:spLocks noGrp="1"/>
          </p:cNvSpPr>
          <p:nvPr>
            <p:ph type="body" sz="quarter" idx="16" hasCustomPrompt="1"/>
          </p:nvPr>
        </p:nvSpPr>
        <p:spPr>
          <a:xfrm>
            <a:off x="1733285" y="1880042"/>
            <a:ext cx="8567401" cy="395846"/>
          </a:xfrm>
          <a:prstGeom prst="rect">
            <a:avLst/>
          </a:prstGeom>
        </p:spPr>
        <p:txBody>
          <a:bodyPr lIns="0" tIns="0" rIns="0" bIns="0" anchor="t"/>
          <a:lstStyle>
            <a:lvl1pPr marL="0" indent="0" algn="ctr">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9" name="Marcador de texto 45">
            <a:extLst>
              <a:ext uri="{FF2B5EF4-FFF2-40B4-BE49-F238E27FC236}">
                <a16:creationId xmlns:a16="http://schemas.microsoft.com/office/drawing/2014/main" id="{26CC6C88-0216-0044-8470-383573CB44CB}"/>
              </a:ext>
            </a:extLst>
          </p:cNvPr>
          <p:cNvSpPr>
            <a:spLocks noGrp="1"/>
          </p:cNvSpPr>
          <p:nvPr>
            <p:ph type="body" sz="quarter" idx="18" hasCustomPrompt="1"/>
          </p:nvPr>
        </p:nvSpPr>
        <p:spPr>
          <a:xfrm>
            <a:off x="1733285" y="2376669"/>
            <a:ext cx="8567401" cy="461665"/>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6" name="Line">
            <a:extLst>
              <a:ext uri="{FF2B5EF4-FFF2-40B4-BE49-F238E27FC236}">
                <a16:creationId xmlns:a16="http://schemas.microsoft.com/office/drawing/2014/main" id="{CF9AD93A-CB07-B44F-A2B2-BF45EE624764}"/>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9" name="Marcador de texto 15">
            <a:extLst>
              <a:ext uri="{FF2B5EF4-FFF2-40B4-BE49-F238E27FC236}">
                <a16:creationId xmlns:a16="http://schemas.microsoft.com/office/drawing/2014/main" id="{6D8F6877-E79A-AE4F-B000-3BA1869A6185}"/>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0" name="Slide Number Placeholder 5">
            <a:extLst>
              <a:ext uri="{FF2B5EF4-FFF2-40B4-BE49-F238E27FC236}">
                <a16:creationId xmlns:a16="http://schemas.microsoft.com/office/drawing/2014/main" id="{94575E03-3D1C-2C46-913E-5085D63BE90F}"/>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139725905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Grafico No. 21">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grpSp>
        <p:nvGrpSpPr>
          <p:cNvPr id="12" name="Group 1">
            <a:extLst>
              <a:ext uri="{FF2B5EF4-FFF2-40B4-BE49-F238E27FC236}">
                <a16:creationId xmlns:a16="http://schemas.microsoft.com/office/drawing/2014/main" id="{5FC53CB2-0811-1B4C-936D-952EC35B8ACF}"/>
              </a:ext>
            </a:extLst>
          </p:cNvPr>
          <p:cNvGrpSpPr/>
          <p:nvPr userDrawn="1"/>
        </p:nvGrpSpPr>
        <p:grpSpPr>
          <a:xfrm rot="10800000">
            <a:off x="6276032" y="1918105"/>
            <a:ext cx="4979653" cy="4051588"/>
            <a:chOff x="901520" y="1911924"/>
            <a:chExt cx="5117206" cy="4163776"/>
          </a:xfrm>
        </p:grpSpPr>
        <p:grpSp>
          <p:nvGrpSpPr>
            <p:cNvPr id="13" name="Group 2">
              <a:extLst>
                <a:ext uri="{FF2B5EF4-FFF2-40B4-BE49-F238E27FC236}">
                  <a16:creationId xmlns:a16="http://schemas.microsoft.com/office/drawing/2014/main" id="{47EB7A57-F151-A648-AEC6-1E1FB2B53D5B}"/>
                </a:ext>
              </a:extLst>
            </p:cNvPr>
            <p:cNvGrpSpPr/>
            <p:nvPr/>
          </p:nvGrpSpPr>
          <p:grpSpPr>
            <a:xfrm>
              <a:off x="3023878" y="5065758"/>
              <a:ext cx="1223702" cy="1009942"/>
              <a:chOff x="3023878" y="5065758"/>
              <a:chExt cx="1223702" cy="1009942"/>
            </a:xfrm>
          </p:grpSpPr>
          <p:sp>
            <p:nvSpPr>
              <p:cNvPr id="32" name="Freeform 12">
                <a:extLst>
                  <a:ext uri="{FF2B5EF4-FFF2-40B4-BE49-F238E27FC236}">
                    <a16:creationId xmlns:a16="http://schemas.microsoft.com/office/drawing/2014/main" id="{E45024DF-2A83-6444-84FA-60FA53D16F7D}"/>
                  </a:ext>
                </a:extLst>
              </p:cNvPr>
              <p:cNvSpPr>
                <a:spLocks/>
              </p:cNvSpPr>
              <p:nvPr/>
            </p:nvSpPr>
            <p:spPr bwMode="auto">
              <a:xfrm>
                <a:off x="3023878" y="5065758"/>
                <a:ext cx="1223701" cy="465027"/>
              </a:xfrm>
              <a:custGeom>
                <a:avLst/>
                <a:gdLst>
                  <a:gd name="T0" fmla="*/ 0 w 1216"/>
                  <a:gd name="T1" fmla="*/ 291 h 390"/>
                  <a:gd name="T2" fmla="*/ 352 w 1216"/>
                  <a:gd name="T3" fmla="*/ 0 h 390"/>
                  <a:gd name="T4" fmla="*/ 1216 w 1216"/>
                  <a:gd name="T5" fmla="*/ 122 h 390"/>
                  <a:gd name="T6" fmla="*/ 910 w 1216"/>
                  <a:gd name="T7" fmla="*/ 390 h 390"/>
                  <a:gd name="T8" fmla="*/ 0 w 1216"/>
                  <a:gd name="T9" fmla="*/ 291 h 390"/>
                </a:gdLst>
                <a:ahLst/>
                <a:cxnLst>
                  <a:cxn ang="0">
                    <a:pos x="T0" y="T1"/>
                  </a:cxn>
                  <a:cxn ang="0">
                    <a:pos x="T2" y="T3"/>
                  </a:cxn>
                  <a:cxn ang="0">
                    <a:pos x="T4" y="T5"/>
                  </a:cxn>
                  <a:cxn ang="0">
                    <a:pos x="T6" y="T7"/>
                  </a:cxn>
                  <a:cxn ang="0">
                    <a:pos x="T8" y="T9"/>
                  </a:cxn>
                </a:cxnLst>
                <a:rect l="0" t="0" r="r" b="b"/>
                <a:pathLst>
                  <a:path w="1216" h="390">
                    <a:moveTo>
                      <a:pt x="0" y="291"/>
                    </a:moveTo>
                    <a:lnTo>
                      <a:pt x="352" y="0"/>
                    </a:lnTo>
                    <a:lnTo>
                      <a:pt x="1216" y="122"/>
                    </a:lnTo>
                    <a:lnTo>
                      <a:pt x="910" y="390"/>
                    </a:lnTo>
                    <a:lnTo>
                      <a:pt x="0" y="291"/>
                    </a:lnTo>
                    <a:close/>
                  </a:path>
                </a:pathLst>
              </a:cu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a:solidFill>
                    <a:schemeClr val="lt1"/>
                  </a:solidFill>
                  <a:latin typeface="Century Gothic" panose="020B0502020202020204" pitchFamily="34" charset="0"/>
                </a:endParaRPr>
              </a:p>
            </p:txBody>
          </p:sp>
          <p:sp>
            <p:nvSpPr>
              <p:cNvPr id="34" name="Freeform 15">
                <a:extLst>
                  <a:ext uri="{FF2B5EF4-FFF2-40B4-BE49-F238E27FC236}">
                    <a16:creationId xmlns:a16="http://schemas.microsoft.com/office/drawing/2014/main" id="{64E75C79-40CE-E445-972F-C5F349755302}"/>
                  </a:ext>
                </a:extLst>
              </p:cNvPr>
              <p:cNvSpPr>
                <a:spLocks/>
              </p:cNvSpPr>
              <p:nvPr/>
            </p:nvSpPr>
            <p:spPr bwMode="auto">
              <a:xfrm>
                <a:off x="3023878" y="5412739"/>
                <a:ext cx="915763" cy="662961"/>
              </a:xfrm>
              <a:custGeom>
                <a:avLst/>
                <a:gdLst>
                  <a:gd name="T0" fmla="*/ 0 w 910"/>
                  <a:gd name="T1" fmla="*/ 0 h 556"/>
                  <a:gd name="T2" fmla="*/ 614 w 910"/>
                  <a:gd name="T3" fmla="*/ 556 h 556"/>
                  <a:gd name="T4" fmla="*/ 910 w 910"/>
                  <a:gd name="T5" fmla="*/ 99 h 556"/>
                  <a:gd name="T6" fmla="*/ 0 w 910"/>
                  <a:gd name="T7" fmla="*/ 0 h 556"/>
                </a:gdLst>
                <a:ahLst/>
                <a:cxnLst>
                  <a:cxn ang="0">
                    <a:pos x="T0" y="T1"/>
                  </a:cxn>
                  <a:cxn ang="0">
                    <a:pos x="T2" y="T3"/>
                  </a:cxn>
                  <a:cxn ang="0">
                    <a:pos x="T4" y="T5"/>
                  </a:cxn>
                  <a:cxn ang="0">
                    <a:pos x="T6" y="T7"/>
                  </a:cxn>
                </a:cxnLst>
                <a:rect l="0" t="0" r="r" b="b"/>
                <a:pathLst>
                  <a:path w="910" h="556">
                    <a:moveTo>
                      <a:pt x="0" y="0"/>
                    </a:moveTo>
                    <a:lnTo>
                      <a:pt x="614" y="556"/>
                    </a:lnTo>
                    <a:lnTo>
                      <a:pt x="910" y="99"/>
                    </a:lnTo>
                    <a:lnTo>
                      <a:pt x="0" y="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35" name="Freeform 16">
                <a:extLst>
                  <a:ext uri="{FF2B5EF4-FFF2-40B4-BE49-F238E27FC236}">
                    <a16:creationId xmlns:a16="http://schemas.microsoft.com/office/drawing/2014/main" id="{77D7723E-BDD5-D740-9DE1-727C9AC51E26}"/>
                  </a:ext>
                </a:extLst>
              </p:cNvPr>
              <p:cNvSpPr>
                <a:spLocks/>
              </p:cNvSpPr>
              <p:nvPr/>
            </p:nvSpPr>
            <p:spPr bwMode="auto">
              <a:xfrm>
                <a:off x="3641767" y="5211228"/>
                <a:ext cx="605813" cy="864472"/>
              </a:xfrm>
              <a:custGeom>
                <a:avLst/>
                <a:gdLst>
                  <a:gd name="T0" fmla="*/ 0 w 602"/>
                  <a:gd name="T1" fmla="*/ 725 h 725"/>
                  <a:gd name="T2" fmla="*/ 602 w 602"/>
                  <a:gd name="T3" fmla="*/ 0 h 725"/>
                  <a:gd name="T4" fmla="*/ 296 w 602"/>
                  <a:gd name="T5" fmla="*/ 268 h 725"/>
                  <a:gd name="T6" fmla="*/ 0 w 602"/>
                  <a:gd name="T7" fmla="*/ 725 h 725"/>
                </a:gdLst>
                <a:ahLst/>
                <a:cxnLst>
                  <a:cxn ang="0">
                    <a:pos x="T0" y="T1"/>
                  </a:cxn>
                  <a:cxn ang="0">
                    <a:pos x="T2" y="T3"/>
                  </a:cxn>
                  <a:cxn ang="0">
                    <a:pos x="T4" y="T5"/>
                  </a:cxn>
                  <a:cxn ang="0">
                    <a:pos x="T6" y="T7"/>
                  </a:cxn>
                </a:cxnLst>
                <a:rect l="0" t="0" r="r" b="b"/>
                <a:pathLst>
                  <a:path w="602" h="725">
                    <a:moveTo>
                      <a:pt x="0" y="725"/>
                    </a:moveTo>
                    <a:lnTo>
                      <a:pt x="602" y="0"/>
                    </a:lnTo>
                    <a:lnTo>
                      <a:pt x="296" y="268"/>
                    </a:lnTo>
                    <a:lnTo>
                      <a:pt x="0" y="725"/>
                    </a:ln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a:solidFill>
                    <a:schemeClr val="lt1"/>
                  </a:solidFill>
                  <a:latin typeface="Century Gothic" panose="020B0502020202020204" pitchFamily="34" charset="0"/>
                </a:endParaRPr>
              </a:p>
            </p:txBody>
          </p:sp>
        </p:grpSp>
        <p:grpSp>
          <p:nvGrpSpPr>
            <p:cNvPr id="14" name="Group 3">
              <a:extLst>
                <a:ext uri="{FF2B5EF4-FFF2-40B4-BE49-F238E27FC236}">
                  <a16:creationId xmlns:a16="http://schemas.microsoft.com/office/drawing/2014/main" id="{0E53266B-E2A9-474F-82A9-430A803CD81A}"/>
                </a:ext>
              </a:extLst>
            </p:cNvPr>
            <p:cNvGrpSpPr/>
            <p:nvPr/>
          </p:nvGrpSpPr>
          <p:grpSpPr>
            <a:xfrm>
              <a:off x="2348628" y="4051046"/>
              <a:ext cx="2501746" cy="1262727"/>
              <a:chOff x="2348628" y="4051046"/>
              <a:chExt cx="2501746" cy="1262727"/>
            </a:xfrm>
          </p:grpSpPr>
          <p:sp>
            <p:nvSpPr>
              <p:cNvPr id="29" name="Freeform 7">
                <a:extLst>
                  <a:ext uri="{FF2B5EF4-FFF2-40B4-BE49-F238E27FC236}">
                    <a16:creationId xmlns:a16="http://schemas.microsoft.com/office/drawing/2014/main" id="{4AEF2136-13A9-D34A-8F34-6F336828F162}"/>
                  </a:ext>
                </a:extLst>
              </p:cNvPr>
              <p:cNvSpPr>
                <a:spLocks/>
              </p:cNvSpPr>
              <p:nvPr/>
            </p:nvSpPr>
            <p:spPr bwMode="auto">
              <a:xfrm>
                <a:off x="2348628" y="4051046"/>
                <a:ext cx="2501745" cy="640305"/>
              </a:xfrm>
              <a:custGeom>
                <a:avLst/>
                <a:gdLst>
                  <a:gd name="T0" fmla="*/ 0 w 2486"/>
                  <a:gd name="T1" fmla="*/ 363 h 537"/>
                  <a:gd name="T2" fmla="*/ 1915 w 2486"/>
                  <a:gd name="T3" fmla="*/ 537 h 537"/>
                  <a:gd name="T4" fmla="*/ 2486 w 2486"/>
                  <a:gd name="T5" fmla="*/ 80 h 537"/>
                  <a:gd name="T6" fmla="*/ 655 w 2486"/>
                  <a:gd name="T7" fmla="*/ 0 h 537"/>
                  <a:gd name="T8" fmla="*/ 0 w 2486"/>
                  <a:gd name="T9" fmla="*/ 363 h 537"/>
                </a:gdLst>
                <a:ahLst/>
                <a:cxnLst>
                  <a:cxn ang="0">
                    <a:pos x="T0" y="T1"/>
                  </a:cxn>
                  <a:cxn ang="0">
                    <a:pos x="T2" y="T3"/>
                  </a:cxn>
                  <a:cxn ang="0">
                    <a:pos x="T4" y="T5"/>
                  </a:cxn>
                  <a:cxn ang="0">
                    <a:pos x="T6" y="T7"/>
                  </a:cxn>
                  <a:cxn ang="0">
                    <a:pos x="T8" y="T9"/>
                  </a:cxn>
                </a:cxnLst>
                <a:rect l="0" t="0" r="r" b="b"/>
                <a:pathLst>
                  <a:path w="2486" h="537">
                    <a:moveTo>
                      <a:pt x="0" y="363"/>
                    </a:moveTo>
                    <a:lnTo>
                      <a:pt x="1915" y="537"/>
                    </a:lnTo>
                    <a:lnTo>
                      <a:pt x="2486" y="80"/>
                    </a:lnTo>
                    <a:lnTo>
                      <a:pt x="655" y="0"/>
                    </a:lnTo>
                    <a:lnTo>
                      <a:pt x="0" y="363"/>
                    </a:lnTo>
                    <a:close/>
                  </a:path>
                </a:pathLst>
              </a:cu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a:solidFill>
                    <a:schemeClr val="lt1"/>
                  </a:solidFill>
                  <a:latin typeface="Century Gothic" panose="020B0502020202020204" pitchFamily="34" charset="0"/>
                </a:endParaRPr>
              </a:p>
            </p:txBody>
          </p:sp>
          <p:sp>
            <p:nvSpPr>
              <p:cNvPr id="30" name="Freeform 13">
                <a:extLst>
                  <a:ext uri="{FF2B5EF4-FFF2-40B4-BE49-F238E27FC236}">
                    <a16:creationId xmlns:a16="http://schemas.microsoft.com/office/drawing/2014/main" id="{CBC12F71-DC8B-3144-93FE-B22B7C3523B7}"/>
                  </a:ext>
                </a:extLst>
              </p:cNvPr>
              <p:cNvSpPr>
                <a:spLocks/>
              </p:cNvSpPr>
              <p:nvPr/>
            </p:nvSpPr>
            <p:spPr bwMode="auto">
              <a:xfrm>
                <a:off x="2348628" y="4483878"/>
                <a:ext cx="1927129" cy="829894"/>
              </a:xfrm>
              <a:custGeom>
                <a:avLst/>
                <a:gdLst>
                  <a:gd name="T0" fmla="*/ 0 w 1915"/>
                  <a:gd name="T1" fmla="*/ 0 h 696"/>
                  <a:gd name="T2" fmla="*/ 660 w 1915"/>
                  <a:gd name="T3" fmla="*/ 597 h 696"/>
                  <a:gd name="T4" fmla="*/ 1590 w 1915"/>
                  <a:gd name="T5" fmla="*/ 696 h 696"/>
                  <a:gd name="T6" fmla="*/ 1915 w 1915"/>
                  <a:gd name="T7" fmla="*/ 174 h 696"/>
                  <a:gd name="T8" fmla="*/ 0 w 1915"/>
                  <a:gd name="T9" fmla="*/ 0 h 696"/>
                </a:gdLst>
                <a:ahLst/>
                <a:cxnLst>
                  <a:cxn ang="0">
                    <a:pos x="T0" y="T1"/>
                  </a:cxn>
                  <a:cxn ang="0">
                    <a:pos x="T2" y="T3"/>
                  </a:cxn>
                  <a:cxn ang="0">
                    <a:pos x="T4" y="T5"/>
                  </a:cxn>
                  <a:cxn ang="0">
                    <a:pos x="T6" y="T7"/>
                  </a:cxn>
                  <a:cxn ang="0">
                    <a:pos x="T8" y="T9"/>
                  </a:cxn>
                </a:cxnLst>
                <a:rect l="0" t="0" r="r" b="b"/>
                <a:pathLst>
                  <a:path w="1915" h="696">
                    <a:moveTo>
                      <a:pt x="0" y="0"/>
                    </a:moveTo>
                    <a:lnTo>
                      <a:pt x="660" y="597"/>
                    </a:lnTo>
                    <a:lnTo>
                      <a:pt x="1590" y="696"/>
                    </a:lnTo>
                    <a:lnTo>
                      <a:pt x="1915" y="174"/>
                    </a:lnTo>
                    <a:lnTo>
                      <a:pt x="0"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31" name="Freeform 14">
                <a:extLst>
                  <a:ext uri="{FF2B5EF4-FFF2-40B4-BE49-F238E27FC236}">
                    <a16:creationId xmlns:a16="http://schemas.microsoft.com/office/drawing/2014/main" id="{CAFA3A3C-1DA3-EC4C-A0C6-34B48E208BA1}"/>
                  </a:ext>
                </a:extLst>
              </p:cNvPr>
              <p:cNvSpPr>
                <a:spLocks/>
              </p:cNvSpPr>
              <p:nvPr/>
            </p:nvSpPr>
            <p:spPr bwMode="auto">
              <a:xfrm>
                <a:off x="3948699" y="4146436"/>
                <a:ext cx="901675" cy="1167337"/>
              </a:xfrm>
              <a:custGeom>
                <a:avLst/>
                <a:gdLst>
                  <a:gd name="T0" fmla="*/ 0 w 896"/>
                  <a:gd name="T1" fmla="*/ 979 h 979"/>
                  <a:gd name="T2" fmla="*/ 335 w 896"/>
                  <a:gd name="T3" fmla="*/ 690 h 979"/>
                  <a:gd name="T4" fmla="*/ 896 w 896"/>
                  <a:gd name="T5" fmla="*/ 0 h 979"/>
                  <a:gd name="T6" fmla="*/ 325 w 896"/>
                  <a:gd name="T7" fmla="*/ 457 h 979"/>
                  <a:gd name="T8" fmla="*/ 0 w 896"/>
                  <a:gd name="T9" fmla="*/ 979 h 979"/>
                </a:gdLst>
                <a:ahLst/>
                <a:cxnLst>
                  <a:cxn ang="0">
                    <a:pos x="T0" y="T1"/>
                  </a:cxn>
                  <a:cxn ang="0">
                    <a:pos x="T2" y="T3"/>
                  </a:cxn>
                  <a:cxn ang="0">
                    <a:pos x="T4" y="T5"/>
                  </a:cxn>
                  <a:cxn ang="0">
                    <a:pos x="T6" y="T7"/>
                  </a:cxn>
                  <a:cxn ang="0">
                    <a:pos x="T8" y="T9"/>
                  </a:cxn>
                </a:cxnLst>
                <a:rect l="0" t="0" r="r" b="b"/>
                <a:pathLst>
                  <a:path w="896" h="979">
                    <a:moveTo>
                      <a:pt x="0" y="979"/>
                    </a:moveTo>
                    <a:lnTo>
                      <a:pt x="335" y="690"/>
                    </a:lnTo>
                    <a:lnTo>
                      <a:pt x="896" y="0"/>
                    </a:lnTo>
                    <a:lnTo>
                      <a:pt x="325" y="457"/>
                    </a:lnTo>
                    <a:lnTo>
                      <a:pt x="0" y="97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a:solidFill>
                    <a:schemeClr val="lt1"/>
                  </a:solidFill>
                  <a:latin typeface="Century Gothic" panose="020B0502020202020204" pitchFamily="34" charset="0"/>
                </a:endParaRPr>
              </a:p>
            </p:txBody>
          </p:sp>
        </p:grpSp>
        <p:grpSp>
          <p:nvGrpSpPr>
            <p:cNvPr id="15" name="Group 4">
              <a:extLst>
                <a:ext uri="{FF2B5EF4-FFF2-40B4-BE49-F238E27FC236}">
                  <a16:creationId xmlns:a16="http://schemas.microsoft.com/office/drawing/2014/main" id="{DF26ACCF-9AB5-F844-8752-C6FC48231D39}"/>
                </a:ext>
              </a:extLst>
            </p:cNvPr>
            <p:cNvGrpSpPr/>
            <p:nvPr/>
          </p:nvGrpSpPr>
          <p:grpSpPr>
            <a:xfrm>
              <a:off x="1642181" y="3025602"/>
              <a:ext cx="3792872" cy="1417737"/>
              <a:chOff x="1642181" y="3025602"/>
              <a:chExt cx="3792872" cy="1417737"/>
            </a:xfrm>
          </p:grpSpPr>
          <p:sp>
            <p:nvSpPr>
              <p:cNvPr id="26" name="Freeform 5">
                <a:extLst>
                  <a:ext uri="{FF2B5EF4-FFF2-40B4-BE49-F238E27FC236}">
                    <a16:creationId xmlns:a16="http://schemas.microsoft.com/office/drawing/2014/main" id="{5D13B5F6-83B8-4940-A215-7C66C9F938D5}"/>
                  </a:ext>
                </a:extLst>
              </p:cNvPr>
              <p:cNvSpPr>
                <a:spLocks/>
              </p:cNvSpPr>
              <p:nvPr/>
            </p:nvSpPr>
            <p:spPr bwMode="auto">
              <a:xfrm>
                <a:off x="1642181" y="3025602"/>
                <a:ext cx="3792872" cy="711849"/>
              </a:xfrm>
              <a:custGeom>
                <a:avLst/>
                <a:gdLst>
                  <a:gd name="T0" fmla="*/ 0 w 3769"/>
                  <a:gd name="T1" fmla="*/ 380 h 597"/>
                  <a:gd name="T2" fmla="*/ 970 w 3769"/>
                  <a:gd name="T3" fmla="*/ 0 h 597"/>
                  <a:gd name="T4" fmla="*/ 3447 w 3769"/>
                  <a:gd name="T5" fmla="*/ 56 h 597"/>
                  <a:gd name="T6" fmla="*/ 3769 w 3769"/>
                  <a:gd name="T7" fmla="*/ 62 h 597"/>
                  <a:gd name="T8" fmla="*/ 3004 w 3769"/>
                  <a:gd name="T9" fmla="*/ 597 h 597"/>
                  <a:gd name="T10" fmla="*/ 0 w 3769"/>
                  <a:gd name="T11" fmla="*/ 380 h 597"/>
                </a:gdLst>
                <a:ahLst/>
                <a:cxnLst>
                  <a:cxn ang="0">
                    <a:pos x="T0" y="T1"/>
                  </a:cxn>
                  <a:cxn ang="0">
                    <a:pos x="T2" y="T3"/>
                  </a:cxn>
                  <a:cxn ang="0">
                    <a:pos x="T4" y="T5"/>
                  </a:cxn>
                  <a:cxn ang="0">
                    <a:pos x="T6" y="T7"/>
                  </a:cxn>
                  <a:cxn ang="0">
                    <a:pos x="T8" y="T9"/>
                  </a:cxn>
                  <a:cxn ang="0">
                    <a:pos x="T10" y="T11"/>
                  </a:cxn>
                </a:cxnLst>
                <a:rect l="0" t="0" r="r" b="b"/>
                <a:pathLst>
                  <a:path w="3769" h="597">
                    <a:moveTo>
                      <a:pt x="0" y="380"/>
                    </a:moveTo>
                    <a:lnTo>
                      <a:pt x="970" y="0"/>
                    </a:lnTo>
                    <a:lnTo>
                      <a:pt x="3447" y="56"/>
                    </a:lnTo>
                    <a:lnTo>
                      <a:pt x="3769" y="62"/>
                    </a:lnTo>
                    <a:lnTo>
                      <a:pt x="3004" y="597"/>
                    </a:lnTo>
                    <a:lnTo>
                      <a:pt x="0" y="38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a:solidFill>
                    <a:schemeClr val="lt1"/>
                  </a:solidFill>
                  <a:latin typeface="Century Gothic" panose="020B0502020202020204" pitchFamily="34" charset="0"/>
                </a:endParaRPr>
              </a:p>
            </p:txBody>
          </p:sp>
          <p:sp>
            <p:nvSpPr>
              <p:cNvPr id="27" name="Freeform 10">
                <a:extLst>
                  <a:ext uri="{FF2B5EF4-FFF2-40B4-BE49-F238E27FC236}">
                    <a16:creationId xmlns:a16="http://schemas.microsoft.com/office/drawing/2014/main" id="{C189AD86-EEA7-ED49-8923-C3B83A549EAF}"/>
                  </a:ext>
                </a:extLst>
              </p:cNvPr>
              <p:cNvSpPr>
                <a:spLocks/>
              </p:cNvSpPr>
              <p:nvPr/>
            </p:nvSpPr>
            <p:spPr bwMode="auto">
              <a:xfrm>
                <a:off x="1642181" y="3478706"/>
                <a:ext cx="3023026" cy="964633"/>
              </a:xfrm>
              <a:custGeom>
                <a:avLst/>
                <a:gdLst>
                  <a:gd name="T0" fmla="*/ 0 w 3004"/>
                  <a:gd name="T1" fmla="*/ 0 h 809"/>
                  <a:gd name="T2" fmla="*/ 707 w 3004"/>
                  <a:gd name="T3" fmla="*/ 650 h 809"/>
                  <a:gd name="T4" fmla="*/ 2627 w 3004"/>
                  <a:gd name="T5" fmla="*/ 809 h 809"/>
                  <a:gd name="T6" fmla="*/ 3004 w 3004"/>
                  <a:gd name="T7" fmla="*/ 217 h 809"/>
                  <a:gd name="T8" fmla="*/ 0 w 3004"/>
                  <a:gd name="T9" fmla="*/ 0 h 809"/>
                </a:gdLst>
                <a:ahLst/>
                <a:cxnLst>
                  <a:cxn ang="0">
                    <a:pos x="T0" y="T1"/>
                  </a:cxn>
                  <a:cxn ang="0">
                    <a:pos x="T2" y="T3"/>
                  </a:cxn>
                  <a:cxn ang="0">
                    <a:pos x="T4" y="T5"/>
                  </a:cxn>
                  <a:cxn ang="0">
                    <a:pos x="T6" y="T7"/>
                  </a:cxn>
                  <a:cxn ang="0">
                    <a:pos x="T8" y="T9"/>
                  </a:cxn>
                </a:cxnLst>
                <a:rect l="0" t="0" r="r" b="b"/>
                <a:pathLst>
                  <a:path w="3004" h="809">
                    <a:moveTo>
                      <a:pt x="0" y="0"/>
                    </a:moveTo>
                    <a:lnTo>
                      <a:pt x="707" y="650"/>
                    </a:lnTo>
                    <a:lnTo>
                      <a:pt x="2627" y="809"/>
                    </a:lnTo>
                    <a:lnTo>
                      <a:pt x="3004" y="217"/>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28" name="Freeform 11">
                <a:extLst>
                  <a:ext uri="{FF2B5EF4-FFF2-40B4-BE49-F238E27FC236}">
                    <a16:creationId xmlns:a16="http://schemas.microsoft.com/office/drawing/2014/main" id="{2162350A-E14F-8049-A421-00557F4F2D98}"/>
                  </a:ext>
                </a:extLst>
              </p:cNvPr>
              <p:cNvSpPr>
                <a:spLocks/>
              </p:cNvSpPr>
              <p:nvPr/>
            </p:nvSpPr>
            <p:spPr bwMode="auto">
              <a:xfrm>
                <a:off x="4285819" y="3099531"/>
                <a:ext cx="1149232" cy="1343808"/>
              </a:xfrm>
              <a:custGeom>
                <a:avLst/>
                <a:gdLst>
                  <a:gd name="T0" fmla="*/ 0 w 1142"/>
                  <a:gd name="T1" fmla="*/ 1127 h 1127"/>
                  <a:gd name="T2" fmla="*/ 556 w 1142"/>
                  <a:gd name="T3" fmla="*/ 723 h 1127"/>
                  <a:gd name="T4" fmla="*/ 1142 w 1142"/>
                  <a:gd name="T5" fmla="*/ 0 h 1127"/>
                  <a:gd name="T6" fmla="*/ 377 w 1142"/>
                  <a:gd name="T7" fmla="*/ 535 h 1127"/>
                  <a:gd name="T8" fmla="*/ 0 w 1142"/>
                  <a:gd name="T9" fmla="*/ 1127 h 1127"/>
                </a:gdLst>
                <a:ahLst/>
                <a:cxnLst>
                  <a:cxn ang="0">
                    <a:pos x="T0" y="T1"/>
                  </a:cxn>
                  <a:cxn ang="0">
                    <a:pos x="T2" y="T3"/>
                  </a:cxn>
                  <a:cxn ang="0">
                    <a:pos x="T4" y="T5"/>
                  </a:cxn>
                  <a:cxn ang="0">
                    <a:pos x="T6" y="T7"/>
                  </a:cxn>
                  <a:cxn ang="0">
                    <a:pos x="T8" y="T9"/>
                  </a:cxn>
                </a:cxnLst>
                <a:rect l="0" t="0" r="r" b="b"/>
                <a:pathLst>
                  <a:path w="1142" h="1127">
                    <a:moveTo>
                      <a:pt x="0" y="1127"/>
                    </a:moveTo>
                    <a:lnTo>
                      <a:pt x="556" y="723"/>
                    </a:lnTo>
                    <a:lnTo>
                      <a:pt x="1142" y="0"/>
                    </a:lnTo>
                    <a:lnTo>
                      <a:pt x="377" y="535"/>
                    </a:lnTo>
                    <a:lnTo>
                      <a:pt x="0" y="1127"/>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a:solidFill>
                    <a:schemeClr val="lt1"/>
                  </a:solidFill>
                  <a:latin typeface="Century Gothic" panose="020B0502020202020204" pitchFamily="34" charset="0"/>
                </a:endParaRPr>
              </a:p>
            </p:txBody>
          </p:sp>
        </p:grpSp>
        <p:grpSp>
          <p:nvGrpSpPr>
            <p:cNvPr id="17" name="Group 5">
              <a:extLst>
                <a:ext uri="{FF2B5EF4-FFF2-40B4-BE49-F238E27FC236}">
                  <a16:creationId xmlns:a16="http://schemas.microsoft.com/office/drawing/2014/main" id="{126F9821-96E1-9B40-8F5F-623819E13B41}"/>
                </a:ext>
              </a:extLst>
            </p:cNvPr>
            <p:cNvGrpSpPr/>
            <p:nvPr/>
          </p:nvGrpSpPr>
          <p:grpSpPr>
            <a:xfrm>
              <a:off x="901520" y="1911924"/>
              <a:ext cx="5117206" cy="1566781"/>
              <a:chOff x="901520" y="1911924"/>
              <a:chExt cx="5117206" cy="1566781"/>
            </a:xfrm>
          </p:grpSpPr>
          <p:sp>
            <p:nvSpPr>
              <p:cNvPr id="23" name="Freeform 6">
                <a:extLst>
                  <a:ext uri="{FF2B5EF4-FFF2-40B4-BE49-F238E27FC236}">
                    <a16:creationId xmlns:a16="http://schemas.microsoft.com/office/drawing/2014/main" id="{9C1A8DC3-901E-4144-BD39-73E462447E7D}"/>
                  </a:ext>
                </a:extLst>
              </p:cNvPr>
              <p:cNvSpPr>
                <a:spLocks/>
              </p:cNvSpPr>
              <p:nvPr/>
            </p:nvSpPr>
            <p:spPr bwMode="auto">
              <a:xfrm>
                <a:off x="901520" y="1911924"/>
                <a:ext cx="5117206" cy="766699"/>
              </a:xfrm>
              <a:custGeom>
                <a:avLst/>
                <a:gdLst>
                  <a:gd name="T0" fmla="*/ 0 w 5085"/>
                  <a:gd name="T1" fmla="*/ 426 h 643"/>
                  <a:gd name="T2" fmla="*/ 1717 w 5085"/>
                  <a:gd name="T3" fmla="*/ 0 h 643"/>
                  <a:gd name="T4" fmla="*/ 5085 w 5085"/>
                  <a:gd name="T5" fmla="*/ 134 h 643"/>
                  <a:gd name="T6" fmla="*/ 4150 w 5085"/>
                  <a:gd name="T7" fmla="*/ 643 h 643"/>
                  <a:gd name="T8" fmla="*/ 0 w 5085"/>
                  <a:gd name="T9" fmla="*/ 426 h 643"/>
                </a:gdLst>
                <a:ahLst/>
                <a:cxnLst>
                  <a:cxn ang="0">
                    <a:pos x="T0" y="T1"/>
                  </a:cxn>
                  <a:cxn ang="0">
                    <a:pos x="T2" y="T3"/>
                  </a:cxn>
                  <a:cxn ang="0">
                    <a:pos x="T4" y="T5"/>
                  </a:cxn>
                  <a:cxn ang="0">
                    <a:pos x="T6" y="T7"/>
                  </a:cxn>
                  <a:cxn ang="0">
                    <a:pos x="T8" y="T9"/>
                  </a:cxn>
                </a:cxnLst>
                <a:rect l="0" t="0" r="r" b="b"/>
                <a:pathLst>
                  <a:path w="5085" h="643">
                    <a:moveTo>
                      <a:pt x="0" y="426"/>
                    </a:moveTo>
                    <a:lnTo>
                      <a:pt x="1717" y="0"/>
                    </a:lnTo>
                    <a:lnTo>
                      <a:pt x="5085" y="134"/>
                    </a:lnTo>
                    <a:lnTo>
                      <a:pt x="4150" y="643"/>
                    </a:lnTo>
                    <a:lnTo>
                      <a:pt x="0" y="426"/>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a:solidFill>
                    <a:schemeClr val="lt1"/>
                  </a:solidFill>
                  <a:latin typeface="Century Gothic" panose="020B0502020202020204" pitchFamily="34" charset="0"/>
                </a:endParaRPr>
              </a:p>
            </p:txBody>
          </p:sp>
          <p:sp>
            <p:nvSpPr>
              <p:cNvPr id="24" name="Freeform 8">
                <a:extLst>
                  <a:ext uri="{FF2B5EF4-FFF2-40B4-BE49-F238E27FC236}">
                    <a16:creationId xmlns:a16="http://schemas.microsoft.com/office/drawing/2014/main" id="{A7E93BB4-4C87-C84D-A36E-8CA5E3BDE2DC}"/>
                  </a:ext>
                </a:extLst>
              </p:cNvPr>
              <p:cNvSpPr>
                <a:spLocks/>
              </p:cNvSpPr>
              <p:nvPr/>
            </p:nvSpPr>
            <p:spPr bwMode="auto">
              <a:xfrm>
                <a:off x="901520" y="2419876"/>
                <a:ext cx="4176284" cy="1058829"/>
              </a:xfrm>
              <a:custGeom>
                <a:avLst/>
                <a:gdLst>
                  <a:gd name="T0" fmla="*/ 0 w 4150"/>
                  <a:gd name="T1" fmla="*/ 0 h 888"/>
                  <a:gd name="T2" fmla="*/ 731 w 4150"/>
                  <a:gd name="T3" fmla="*/ 696 h 888"/>
                  <a:gd name="T4" fmla="*/ 3740 w 4150"/>
                  <a:gd name="T5" fmla="*/ 888 h 888"/>
                  <a:gd name="T6" fmla="*/ 4150 w 4150"/>
                  <a:gd name="T7" fmla="*/ 217 h 888"/>
                  <a:gd name="T8" fmla="*/ 0 w 4150"/>
                  <a:gd name="T9" fmla="*/ 0 h 888"/>
                </a:gdLst>
                <a:ahLst/>
                <a:cxnLst>
                  <a:cxn ang="0">
                    <a:pos x="T0" y="T1"/>
                  </a:cxn>
                  <a:cxn ang="0">
                    <a:pos x="T2" y="T3"/>
                  </a:cxn>
                  <a:cxn ang="0">
                    <a:pos x="T4" y="T5"/>
                  </a:cxn>
                  <a:cxn ang="0">
                    <a:pos x="T6" y="T7"/>
                  </a:cxn>
                  <a:cxn ang="0">
                    <a:pos x="T8" y="T9"/>
                  </a:cxn>
                </a:cxnLst>
                <a:rect l="0" t="0" r="r" b="b"/>
                <a:pathLst>
                  <a:path w="4150" h="888">
                    <a:moveTo>
                      <a:pt x="0" y="0"/>
                    </a:moveTo>
                    <a:lnTo>
                      <a:pt x="731" y="696"/>
                    </a:lnTo>
                    <a:lnTo>
                      <a:pt x="3740" y="888"/>
                    </a:lnTo>
                    <a:lnTo>
                      <a:pt x="4150" y="217"/>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a:solidFill>
                    <a:schemeClr val="lt1"/>
                  </a:solidFill>
                  <a:latin typeface="Century Gothic" panose="020B0502020202020204" pitchFamily="34" charset="0"/>
                </a:endParaRPr>
              </a:p>
            </p:txBody>
          </p:sp>
          <p:sp>
            <p:nvSpPr>
              <p:cNvPr id="25" name="Freeform 9">
                <a:extLst>
                  <a:ext uri="{FF2B5EF4-FFF2-40B4-BE49-F238E27FC236}">
                    <a16:creationId xmlns:a16="http://schemas.microsoft.com/office/drawing/2014/main" id="{C0FFFDB1-1FEB-5343-83F4-E162524D65DB}"/>
                  </a:ext>
                </a:extLst>
              </p:cNvPr>
              <p:cNvSpPr>
                <a:spLocks/>
              </p:cNvSpPr>
              <p:nvPr/>
            </p:nvSpPr>
            <p:spPr bwMode="auto">
              <a:xfrm>
                <a:off x="4665207" y="2071702"/>
                <a:ext cx="1353519" cy="1407003"/>
              </a:xfrm>
              <a:custGeom>
                <a:avLst/>
                <a:gdLst>
                  <a:gd name="T0" fmla="*/ 0 w 1345"/>
                  <a:gd name="T1" fmla="*/ 1180 h 1180"/>
                  <a:gd name="T2" fmla="*/ 783 w 1345"/>
                  <a:gd name="T3" fmla="*/ 683 h 1180"/>
                  <a:gd name="T4" fmla="*/ 1345 w 1345"/>
                  <a:gd name="T5" fmla="*/ 0 h 1180"/>
                  <a:gd name="T6" fmla="*/ 410 w 1345"/>
                  <a:gd name="T7" fmla="*/ 509 h 1180"/>
                  <a:gd name="T8" fmla="*/ 0 w 1345"/>
                  <a:gd name="T9" fmla="*/ 1180 h 1180"/>
                </a:gdLst>
                <a:ahLst/>
                <a:cxnLst>
                  <a:cxn ang="0">
                    <a:pos x="T0" y="T1"/>
                  </a:cxn>
                  <a:cxn ang="0">
                    <a:pos x="T2" y="T3"/>
                  </a:cxn>
                  <a:cxn ang="0">
                    <a:pos x="T4" y="T5"/>
                  </a:cxn>
                  <a:cxn ang="0">
                    <a:pos x="T6" y="T7"/>
                  </a:cxn>
                  <a:cxn ang="0">
                    <a:pos x="T8" y="T9"/>
                  </a:cxn>
                </a:cxnLst>
                <a:rect l="0" t="0" r="r" b="b"/>
                <a:pathLst>
                  <a:path w="1345" h="1180">
                    <a:moveTo>
                      <a:pt x="0" y="1180"/>
                    </a:moveTo>
                    <a:lnTo>
                      <a:pt x="783" y="683"/>
                    </a:lnTo>
                    <a:lnTo>
                      <a:pt x="1345" y="0"/>
                    </a:lnTo>
                    <a:lnTo>
                      <a:pt x="410" y="509"/>
                    </a:lnTo>
                    <a:lnTo>
                      <a:pt x="0" y="118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a:solidFill>
                    <a:schemeClr val="lt1"/>
                  </a:solidFill>
                  <a:latin typeface="Century Gothic" panose="020B0502020202020204" pitchFamily="34" charset="0"/>
                </a:endParaRPr>
              </a:p>
            </p:txBody>
          </p:sp>
        </p:grpSp>
      </p:grpSp>
      <p:sp>
        <p:nvSpPr>
          <p:cNvPr id="37" name="Marcador de texto 45">
            <a:extLst>
              <a:ext uri="{FF2B5EF4-FFF2-40B4-BE49-F238E27FC236}">
                <a16:creationId xmlns:a16="http://schemas.microsoft.com/office/drawing/2014/main" id="{E1D4C400-9B81-7B43-9733-33B4737146CD}"/>
              </a:ext>
            </a:extLst>
          </p:cNvPr>
          <p:cNvSpPr>
            <a:spLocks noGrp="1"/>
          </p:cNvSpPr>
          <p:nvPr>
            <p:ph type="body" sz="quarter" idx="28" hasCustomPrompt="1"/>
          </p:nvPr>
        </p:nvSpPr>
        <p:spPr>
          <a:xfrm>
            <a:off x="1106925" y="2271916"/>
            <a:ext cx="4675498"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8" name="Marcador de texto 45">
            <a:extLst>
              <a:ext uri="{FF2B5EF4-FFF2-40B4-BE49-F238E27FC236}">
                <a16:creationId xmlns:a16="http://schemas.microsoft.com/office/drawing/2014/main" id="{D2B841EA-BAD2-1246-901E-37BE01F0F137}"/>
              </a:ext>
            </a:extLst>
          </p:cNvPr>
          <p:cNvSpPr>
            <a:spLocks noGrp="1"/>
          </p:cNvSpPr>
          <p:nvPr>
            <p:ph type="body" sz="quarter" idx="29" hasCustomPrompt="1"/>
          </p:nvPr>
        </p:nvSpPr>
        <p:spPr>
          <a:xfrm>
            <a:off x="1106925" y="2685943"/>
            <a:ext cx="4675498"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0" name="Marcador de texto 45">
            <a:extLst>
              <a:ext uri="{FF2B5EF4-FFF2-40B4-BE49-F238E27FC236}">
                <a16:creationId xmlns:a16="http://schemas.microsoft.com/office/drawing/2014/main" id="{CA7633B1-71A6-674E-876F-2C077C9258BD}"/>
              </a:ext>
            </a:extLst>
          </p:cNvPr>
          <p:cNvSpPr>
            <a:spLocks noGrp="1"/>
          </p:cNvSpPr>
          <p:nvPr>
            <p:ph type="body" sz="quarter" idx="30" hasCustomPrompt="1"/>
          </p:nvPr>
        </p:nvSpPr>
        <p:spPr>
          <a:xfrm>
            <a:off x="1106925" y="3020569"/>
            <a:ext cx="4675497" cy="923330"/>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41" name="Marcador de texto 45">
            <a:extLst>
              <a:ext uri="{FF2B5EF4-FFF2-40B4-BE49-F238E27FC236}">
                <a16:creationId xmlns:a16="http://schemas.microsoft.com/office/drawing/2014/main" id="{C0016132-60D6-0141-8E6E-F98347F18D62}"/>
              </a:ext>
            </a:extLst>
          </p:cNvPr>
          <p:cNvSpPr>
            <a:spLocks noGrp="1"/>
          </p:cNvSpPr>
          <p:nvPr>
            <p:ph type="body" sz="quarter" idx="31" hasCustomPrompt="1"/>
          </p:nvPr>
        </p:nvSpPr>
        <p:spPr>
          <a:xfrm>
            <a:off x="1106925" y="4240423"/>
            <a:ext cx="4675498"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3" name="Marcador de texto 45">
            <a:extLst>
              <a:ext uri="{FF2B5EF4-FFF2-40B4-BE49-F238E27FC236}">
                <a16:creationId xmlns:a16="http://schemas.microsoft.com/office/drawing/2014/main" id="{AFDA506F-9C74-D34D-AC97-A5F3CA7EE9CB}"/>
              </a:ext>
            </a:extLst>
          </p:cNvPr>
          <p:cNvSpPr>
            <a:spLocks noGrp="1"/>
          </p:cNvSpPr>
          <p:nvPr>
            <p:ph type="body" sz="quarter" idx="32" hasCustomPrompt="1"/>
          </p:nvPr>
        </p:nvSpPr>
        <p:spPr>
          <a:xfrm>
            <a:off x="1106925" y="4575050"/>
            <a:ext cx="4675497" cy="923330"/>
          </a:xfrm>
          <a:prstGeom prst="rect">
            <a:avLst/>
          </a:prstGeom>
        </p:spPr>
        <p:txBody>
          <a:bodyPr wrap="square" lIns="0" tIns="0" rIns="0" bIns="0" anchor="t">
            <a:spAutoFit/>
          </a:bodyPr>
          <a:lstStyle>
            <a:lvl1pPr marL="171450" indent="-171450" algn="l">
              <a:lnSpc>
                <a:spcPct val="100000"/>
              </a:lnSpc>
              <a:buClr>
                <a:schemeClr val="accent3"/>
              </a:buClr>
              <a:buFont typeface="Arial" panose="020B0604020202020204" pitchFamily="34" charset="0"/>
              <a:buChar char="•"/>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3" name="Line">
            <a:extLst>
              <a:ext uri="{FF2B5EF4-FFF2-40B4-BE49-F238E27FC236}">
                <a16:creationId xmlns:a16="http://schemas.microsoft.com/office/drawing/2014/main" id="{67C5D2D1-ECEB-7546-9129-70F39E2DF416}"/>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36" name="Marcador de texto 15">
            <a:extLst>
              <a:ext uri="{FF2B5EF4-FFF2-40B4-BE49-F238E27FC236}">
                <a16:creationId xmlns:a16="http://schemas.microsoft.com/office/drawing/2014/main" id="{559996CA-36A1-654C-BDA2-10D4C263D11C}"/>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9" name="Slide Number Placeholder 5">
            <a:extLst>
              <a:ext uri="{FF2B5EF4-FFF2-40B4-BE49-F238E27FC236}">
                <a16:creationId xmlns:a16="http://schemas.microsoft.com/office/drawing/2014/main" id="{46D31854-56D0-0C47-80EA-06E472B2B942}"/>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346946341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Grafico No. 2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55" name="Marcador de texto 45">
            <a:extLst>
              <a:ext uri="{FF2B5EF4-FFF2-40B4-BE49-F238E27FC236}">
                <a16:creationId xmlns:a16="http://schemas.microsoft.com/office/drawing/2014/main" id="{3D486B3C-980C-3245-BBED-81FFCCC1018E}"/>
              </a:ext>
            </a:extLst>
          </p:cNvPr>
          <p:cNvSpPr>
            <a:spLocks noGrp="1"/>
          </p:cNvSpPr>
          <p:nvPr>
            <p:ph type="body" sz="quarter" idx="33" hasCustomPrompt="1"/>
          </p:nvPr>
        </p:nvSpPr>
        <p:spPr>
          <a:xfrm>
            <a:off x="2541492" y="4558693"/>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6" name="Marcador de texto 45">
            <a:extLst>
              <a:ext uri="{FF2B5EF4-FFF2-40B4-BE49-F238E27FC236}">
                <a16:creationId xmlns:a16="http://schemas.microsoft.com/office/drawing/2014/main" id="{54D8D16C-235B-5F42-95DC-11526668B42B}"/>
              </a:ext>
            </a:extLst>
          </p:cNvPr>
          <p:cNvSpPr>
            <a:spLocks noGrp="1"/>
          </p:cNvSpPr>
          <p:nvPr>
            <p:ph type="body" sz="quarter" idx="34" hasCustomPrompt="1"/>
          </p:nvPr>
        </p:nvSpPr>
        <p:spPr>
          <a:xfrm>
            <a:off x="2541492" y="4937683"/>
            <a:ext cx="1207112"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grpSp>
        <p:nvGrpSpPr>
          <p:cNvPr id="28" name="Group 2">
            <a:extLst>
              <a:ext uri="{FF2B5EF4-FFF2-40B4-BE49-F238E27FC236}">
                <a16:creationId xmlns:a16="http://schemas.microsoft.com/office/drawing/2014/main" id="{94936E78-C532-7C4A-8A89-AAC5D85CF64C}"/>
              </a:ext>
            </a:extLst>
          </p:cNvPr>
          <p:cNvGrpSpPr/>
          <p:nvPr userDrawn="1"/>
        </p:nvGrpSpPr>
        <p:grpSpPr>
          <a:xfrm>
            <a:off x="1952743" y="2094857"/>
            <a:ext cx="8286514" cy="2213762"/>
            <a:chOff x="912254" y="1620573"/>
            <a:chExt cx="10367493" cy="2769880"/>
          </a:xfrm>
        </p:grpSpPr>
        <p:cxnSp>
          <p:nvCxnSpPr>
            <p:cNvPr id="29" name="Straight Connector 15">
              <a:extLst>
                <a:ext uri="{FF2B5EF4-FFF2-40B4-BE49-F238E27FC236}">
                  <a16:creationId xmlns:a16="http://schemas.microsoft.com/office/drawing/2014/main" id="{8669B7B9-A7AA-F84E-AC72-EC961D3576CE}"/>
                </a:ext>
              </a:extLst>
            </p:cNvPr>
            <p:cNvCxnSpPr/>
            <p:nvPr/>
          </p:nvCxnSpPr>
          <p:spPr>
            <a:xfrm>
              <a:off x="2403981" y="2533993"/>
              <a:ext cx="0" cy="43849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Straight Connector 16">
              <a:extLst>
                <a:ext uri="{FF2B5EF4-FFF2-40B4-BE49-F238E27FC236}">
                  <a16:creationId xmlns:a16="http://schemas.microsoft.com/office/drawing/2014/main" id="{DF6E1EF9-25B5-9A44-B786-56A17EB69AEA}"/>
                </a:ext>
              </a:extLst>
            </p:cNvPr>
            <p:cNvCxnSpPr/>
            <p:nvPr/>
          </p:nvCxnSpPr>
          <p:spPr>
            <a:xfrm>
              <a:off x="4865326" y="2533993"/>
              <a:ext cx="0" cy="4384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17">
              <a:extLst>
                <a:ext uri="{FF2B5EF4-FFF2-40B4-BE49-F238E27FC236}">
                  <a16:creationId xmlns:a16="http://schemas.microsoft.com/office/drawing/2014/main" id="{E5BE9FEE-1904-FC47-AEC3-6787315AA479}"/>
                </a:ext>
              </a:extLst>
            </p:cNvPr>
            <p:cNvCxnSpPr/>
            <p:nvPr/>
          </p:nvCxnSpPr>
          <p:spPr>
            <a:xfrm>
              <a:off x="7326676" y="2533993"/>
              <a:ext cx="0" cy="438496"/>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Straight Connector 18">
              <a:extLst>
                <a:ext uri="{FF2B5EF4-FFF2-40B4-BE49-F238E27FC236}">
                  <a16:creationId xmlns:a16="http://schemas.microsoft.com/office/drawing/2014/main" id="{C0BD5C99-D660-444B-B589-84DBA02D8ADC}"/>
                </a:ext>
              </a:extLst>
            </p:cNvPr>
            <p:cNvCxnSpPr/>
            <p:nvPr/>
          </p:nvCxnSpPr>
          <p:spPr>
            <a:xfrm>
              <a:off x="9788020" y="2533993"/>
              <a:ext cx="0" cy="438496"/>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4" name="Oval 19">
              <a:extLst>
                <a:ext uri="{FF2B5EF4-FFF2-40B4-BE49-F238E27FC236}">
                  <a16:creationId xmlns:a16="http://schemas.microsoft.com/office/drawing/2014/main" id="{31A5F36C-108C-2840-91A3-1ED1A0D8E8A6}"/>
                </a:ext>
              </a:extLst>
            </p:cNvPr>
            <p:cNvSpPr>
              <a:spLocks noChangeAspect="1"/>
            </p:cNvSpPr>
            <p:nvPr/>
          </p:nvSpPr>
          <p:spPr>
            <a:xfrm>
              <a:off x="1929685" y="1620573"/>
              <a:ext cx="948592" cy="965256"/>
            </a:xfrm>
            <a:prstGeom prst="ellipse">
              <a:avLst/>
            </a:prstGeom>
            <a:solidFill>
              <a:srgbClr val="FFFFFF"/>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1">
                  <a:solidFill>
                    <a:schemeClr val="accent1"/>
                  </a:solidFill>
                  <a:latin typeface="Century Gothic" panose="020B0502020202020204" pitchFamily="34" charset="0"/>
                  <a:cs typeface="Calibri"/>
                </a:rPr>
                <a:t>01</a:t>
              </a:r>
            </a:p>
          </p:txBody>
        </p:sp>
        <p:sp>
          <p:nvSpPr>
            <p:cNvPr id="35" name="Oval 20">
              <a:extLst>
                <a:ext uri="{FF2B5EF4-FFF2-40B4-BE49-F238E27FC236}">
                  <a16:creationId xmlns:a16="http://schemas.microsoft.com/office/drawing/2014/main" id="{8492AD40-C811-F243-970A-CC5E83C92A5C}"/>
                </a:ext>
              </a:extLst>
            </p:cNvPr>
            <p:cNvSpPr>
              <a:spLocks noChangeAspect="1"/>
            </p:cNvSpPr>
            <p:nvPr/>
          </p:nvSpPr>
          <p:spPr>
            <a:xfrm>
              <a:off x="4391030" y="1620573"/>
              <a:ext cx="948592" cy="965256"/>
            </a:xfrm>
            <a:prstGeom prst="ellipse">
              <a:avLst/>
            </a:prstGeom>
            <a:solidFill>
              <a:srgbClr val="FFFFFF"/>
            </a:solid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1">
                  <a:solidFill>
                    <a:schemeClr val="tx1"/>
                  </a:solidFill>
                  <a:latin typeface="Century Gothic" panose="020B0502020202020204" pitchFamily="34" charset="0"/>
                  <a:cs typeface="Calibri"/>
                </a:rPr>
                <a:t>02</a:t>
              </a:r>
            </a:p>
          </p:txBody>
        </p:sp>
        <p:sp>
          <p:nvSpPr>
            <p:cNvPr id="37" name="Oval 21">
              <a:extLst>
                <a:ext uri="{FF2B5EF4-FFF2-40B4-BE49-F238E27FC236}">
                  <a16:creationId xmlns:a16="http://schemas.microsoft.com/office/drawing/2014/main" id="{D4AEC705-6F92-E448-8579-4F2B2CB0047D}"/>
                </a:ext>
              </a:extLst>
            </p:cNvPr>
            <p:cNvSpPr>
              <a:spLocks noChangeAspect="1"/>
            </p:cNvSpPr>
            <p:nvPr/>
          </p:nvSpPr>
          <p:spPr>
            <a:xfrm>
              <a:off x="6852380" y="1620573"/>
              <a:ext cx="948592" cy="965256"/>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1">
                  <a:solidFill>
                    <a:schemeClr val="accent2"/>
                  </a:solidFill>
                  <a:latin typeface="Century Gothic" panose="020B0502020202020204" pitchFamily="34" charset="0"/>
                  <a:cs typeface="Calibri"/>
                </a:rPr>
                <a:t>03</a:t>
              </a:r>
            </a:p>
          </p:txBody>
        </p:sp>
        <p:sp>
          <p:nvSpPr>
            <p:cNvPr id="38" name="Oval 22">
              <a:extLst>
                <a:ext uri="{FF2B5EF4-FFF2-40B4-BE49-F238E27FC236}">
                  <a16:creationId xmlns:a16="http://schemas.microsoft.com/office/drawing/2014/main" id="{6252E15E-9667-464C-AB72-0DC38CCD1F2D}"/>
                </a:ext>
              </a:extLst>
            </p:cNvPr>
            <p:cNvSpPr>
              <a:spLocks noChangeAspect="1"/>
            </p:cNvSpPr>
            <p:nvPr/>
          </p:nvSpPr>
          <p:spPr>
            <a:xfrm>
              <a:off x="9313724" y="1620573"/>
              <a:ext cx="948592" cy="965256"/>
            </a:xfrm>
            <a:prstGeom prst="ellipse">
              <a:avLst/>
            </a:prstGeom>
            <a:solidFill>
              <a:srgbClr val="FFFFFF"/>
            </a:solidFill>
            <a:ln w="2540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1">
                  <a:solidFill>
                    <a:schemeClr val="bg1">
                      <a:lumMod val="75000"/>
                    </a:schemeClr>
                  </a:solidFill>
                  <a:latin typeface="Century Gothic" panose="020B0502020202020204" pitchFamily="34" charset="0"/>
                  <a:cs typeface="Calibri"/>
                </a:rPr>
                <a:t>04</a:t>
              </a:r>
            </a:p>
          </p:txBody>
        </p:sp>
        <p:sp>
          <p:nvSpPr>
            <p:cNvPr id="40" name="Freeform 23">
              <a:extLst>
                <a:ext uri="{FF2B5EF4-FFF2-40B4-BE49-F238E27FC236}">
                  <a16:creationId xmlns:a16="http://schemas.microsoft.com/office/drawing/2014/main" id="{E0C1BB4C-01EB-E04C-A9B2-D0C0C653603C}"/>
                </a:ext>
              </a:extLst>
            </p:cNvPr>
            <p:cNvSpPr/>
            <p:nvPr/>
          </p:nvSpPr>
          <p:spPr>
            <a:xfrm>
              <a:off x="912254" y="2898725"/>
              <a:ext cx="2983454" cy="1491727"/>
            </a:xfrm>
            <a:custGeom>
              <a:avLst/>
              <a:gdLst>
                <a:gd name="connsiteX0" fmla="*/ 1430153 w 2860304"/>
                <a:gd name="connsiteY0" fmla="*/ 0 h 1430152"/>
                <a:gd name="connsiteX1" fmla="*/ 2860304 w 2860304"/>
                <a:gd name="connsiteY1" fmla="*/ 1430151 h 1430152"/>
                <a:gd name="connsiteX2" fmla="*/ 2361189 w 2860304"/>
                <a:gd name="connsiteY2" fmla="*/ 1430152 h 1430152"/>
                <a:gd name="connsiteX3" fmla="*/ 1430153 w 2860304"/>
                <a:gd name="connsiteY3" fmla="*/ 499114 h 1430152"/>
                <a:gd name="connsiteX4" fmla="*/ 499115 w 2860304"/>
                <a:gd name="connsiteY4" fmla="*/ 1430152 h 1430152"/>
                <a:gd name="connsiteX5" fmla="*/ 0 w 2860304"/>
                <a:gd name="connsiteY5" fmla="*/ 1430152 h 1430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0304" h="1430152">
                  <a:moveTo>
                    <a:pt x="1430153" y="0"/>
                  </a:moveTo>
                  <a:lnTo>
                    <a:pt x="2860304" y="1430151"/>
                  </a:lnTo>
                  <a:lnTo>
                    <a:pt x="2361189" y="1430152"/>
                  </a:lnTo>
                  <a:lnTo>
                    <a:pt x="1430153" y="499114"/>
                  </a:lnTo>
                  <a:lnTo>
                    <a:pt x="499115" y="1430152"/>
                  </a:lnTo>
                  <a:lnTo>
                    <a:pt x="0" y="1430152"/>
                  </a:lnTo>
                  <a:close/>
                </a:path>
              </a:pathLst>
            </a:custGeom>
            <a:solidFill>
              <a:srgbClr val="F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latin typeface="Century Gothic" panose="020B0502020202020204" pitchFamily="34" charset="0"/>
              </a:endParaRPr>
            </a:p>
          </p:txBody>
        </p:sp>
        <p:sp>
          <p:nvSpPr>
            <p:cNvPr id="41" name="Freeform 24">
              <a:extLst>
                <a:ext uri="{FF2B5EF4-FFF2-40B4-BE49-F238E27FC236}">
                  <a16:creationId xmlns:a16="http://schemas.microsoft.com/office/drawing/2014/main" id="{77E30DEF-00AC-834E-9627-D3D1ED10EB20}"/>
                </a:ext>
              </a:extLst>
            </p:cNvPr>
            <p:cNvSpPr/>
            <p:nvPr/>
          </p:nvSpPr>
          <p:spPr>
            <a:xfrm>
              <a:off x="3373599" y="2898725"/>
              <a:ext cx="2983454" cy="1491727"/>
            </a:xfrm>
            <a:custGeom>
              <a:avLst/>
              <a:gdLst>
                <a:gd name="connsiteX0" fmla="*/ 1430153 w 2860304"/>
                <a:gd name="connsiteY0" fmla="*/ 0 h 1430152"/>
                <a:gd name="connsiteX1" fmla="*/ 2860304 w 2860304"/>
                <a:gd name="connsiteY1" fmla="*/ 1430151 h 1430152"/>
                <a:gd name="connsiteX2" fmla="*/ 2361189 w 2860304"/>
                <a:gd name="connsiteY2" fmla="*/ 1430152 h 1430152"/>
                <a:gd name="connsiteX3" fmla="*/ 1430152 w 2860304"/>
                <a:gd name="connsiteY3" fmla="*/ 499114 h 1430152"/>
                <a:gd name="connsiteX4" fmla="*/ 499115 w 2860304"/>
                <a:gd name="connsiteY4" fmla="*/ 1430152 h 1430152"/>
                <a:gd name="connsiteX5" fmla="*/ 0 w 2860304"/>
                <a:gd name="connsiteY5" fmla="*/ 1430152 h 1430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0304" h="1430152">
                  <a:moveTo>
                    <a:pt x="1430153" y="0"/>
                  </a:moveTo>
                  <a:lnTo>
                    <a:pt x="2860304" y="1430151"/>
                  </a:lnTo>
                  <a:lnTo>
                    <a:pt x="2361189" y="1430152"/>
                  </a:lnTo>
                  <a:lnTo>
                    <a:pt x="1430152" y="499114"/>
                  </a:lnTo>
                  <a:lnTo>
                    <a:pt x="499115" y="1430152"/>
                  </a:lnTo>
                  <a:lnTo>
                    <a:pt x="0" y="1430152"/>
                  </a:lnTo>
                  <a:close/>
                </a:path>
              </a:pathLst>
            </a:custGeom>
            <a:solidFill>
              <a:srgbClr val="56585A"/>
            </a:solidFill>
            <a:ln>
              <a:solidFill>
                <a:srgbClr val="56585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latin typeface="Century Gothic" panose="020B0502020202020204" pitchFamily="34" charset="0"/>
              </a:endParaRPr>
            </a:p>
          </p:txBody>
        </p:sp>
        <p:sp>
          <p:nvSpPr>
            <p:cNvPr id="43" name="Freeform 25">
              <a:extLst>
                <a:ext uri="{FF2B5EF4-FFF2-40B4-BE49-F238E27FC236}">
                  <a16:creationId xmlns:a16="http://schemas.microsoft.com/office/drawing/2014/main" id="{09FA96C9-E47F-D14D-8BB6-2F0FBE5565CD}"/>
                </a:ext>
              </a:extLst>
            </p:cNvPr>
            <p:cNvSpPr/>
            <p:nvPr/>
          </p:nvSpPr>
          <p:spPr>
            <a:xfrm>
              <a:off x="5834949" y="2898726"/>
              <a:ext cx="2983454" cy="1491727"/>
            </a:xfrm>
            <a:custGeom>
              <a:avLst/>
              <a:gdLst>
                <a:gd name="connsiteX0" fmla="*/ 1430153 w 2860304"/>
                <a:gd name="connsiteY0" fmla="*/ 0 h 1430152"/>
                <a:gd name="connsiteX1" fmla="*/ 2860304 w 2860304"/>
                <a:gd name="connsiteY1" fmla="*/ 1430151 h 1430152"/>
                <a:gd name="connsiteX2" fmla="*/ 2361189 w 2860304"/>
                <a:gd name="connsiteY2" fmla="*/ 1430152 h 1430152"/>
                <a:gd name="connsiteX3" fmla="*/ 1430152 w 2860304"/>
                <a:gd name="connsiteY3" fmla="*/ 499114 h 1430152"/>
                <a:gd name="connsiteX4" fmla="*/ 499115 w 2860304"/>
                <a:gd name="connsiteY4" fmla="*/ 1430152 h 1430152"/>
                <a:gd name="connsiteX5" fmla="*/ 0 w 2860304"/>
                <a:gd name="connsiteY5" fmla="*/ 1430152 h 1430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0304" h="1430152">
                  <a:moveTo>
                    <a:pt x="1430153" y="0"/>
                  </a:moveTo>
                  <a:lnTo>
                    <a:pt x="2860304" y="1430151"/>
                  </a:lnTo>
                  <a:lnTo>
                    <a:pt x="2361189" y="1430152"/>
                  </a:lnTo>
                  <a:lnTo>
                    <a:pt x="1430152" y="499114"/>
                  </a:lnTo>
                  <a:lnTo>
                    <a:pt x="499115" y="1430152"/>
                  </a:lnTo>
                  <a:lnTo>
                    <a:pt x="0" y="143015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latin typeface="Century Gothic" panose="020B0502020202020204" pitchFamily="34" charset="0"/>
              </a:endParaRPr>
            </a:p>
          </p:txBody>
        </p:sp>
        <p:sp>
          <p:nvSpPr>
            <p:cNvPr id="44" name="Freeform 26">
              <a:extLst>
                <a:ext uri="{FF2B5EF4-FFF2-40B4-BE49-F238E27FC236}">
                  <a16:creationId xmlns:a16="http://schemas.microsoft.com/office/drawing/2014/main" id="{BB24BF25-1AD7-FE41-B577-09A33804CD62}"/>
                </a:ext>
              </a:extLst>
            </p:cNvPr>
            <p:cNvSpPr/>
            <p:nvPr/>
          </p:nvSpPr>
          <p:spPr>
            <a:xfrm>
              <a:off x="8296293" y="2898725"/>
              <a:ext cx="2983454" cy="1491727"/>
            </a:xfrm>
            <a:custGeom>
              <a:avLst/>
              <a:gdLst>
                <a:gd name="connsiteX0" fmla="*/ 1430152 w 2860304"/>
                <a:gd name="connsiteY0" fmla="*/ 0 h 1430152"/>
                <a:gd name="connsiteX1" fmla="*/ 2860304 w 2860304"/>
                <a:gd name="connsiteY1" fmla="*/ 1430151 h 1430152"/>
                <a:gd name="connsiteX2" fmla="*/ 2361189 w 2860304"/>
                <a:gd name="connsiteY2" fmla="*/ 1430152 h 1430152"/>
                <a:gd name="connsiteX3" fmla="*/ 1430152 w 2860304"/>
                <a:gd name="connsiteY3" fmla="*/ 499114 h 1430152"/>
                <a:gd name="connsiteX4" fmla="*/ 499115 w 2860304"/>
                <a:gd name="connsiteY4" fmla="*/ 1430152 h 1430152"/>
                <a:gd name="connsiteX5" fmla="*/ 0 w 2860304"/>
                <a:gd name="connsiteY5" fmla="*/ 1430152 h 1430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0304" h="1430152">
                  <a:moveTo>
                    <a:pt x="1430152" y="0"/>
                  </a:moveTo>
                  <a:lnTo>
                    <a:pt x="2860304" y="1430151"/>
                  </a:lnTo>
                  <a:lnTo>
                    <a:pt x="2361189" y="1430152"/>
                  </a:lnTo>
                  <a:lnTo>
                    <a:pt x="1430152" y="499114"/>
                  </a:lnTo>
                  <a:lnTo>
                    <a:pt x="499115" y="1430152"/>
                  </a:lnTo>
                  <a:lnTo>
                    <a:pt x="0" y="1430152"/>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latin typeface="Century Gothic" panose="020B0502020202020204" pitchFamily="34" charset="0"/>
              </a:endParaRPr>
            </a:p>
          </p:txBody>
        </p:sp>
      </p:grpSp>
      <p:sp>
        <p:nvSpPr>
          <p:cNvPr id="46" name="Marcador de texto 45">
            <a:extLst>
              <a:ext uri="{FF2B5EF4-FFF2-40B4-BE49-F238E27FC236}">
                <a16:creationId xmlns:a16="http://schemas.microsoft.com/office/drawing/2014/main" id="{B5B47F10-E1B6-F847-9710-788AA750FDC1}"/>
              </a:ext>
            </a:extLst>
          </p:cNvPr>
          <p:cNvSpPr>
            <a:spLocks noGrp="1"/>
          </p:cNvSpPr>
          <p:nvPr>
            <p:ph type="body" sz="quarter" idx="35" hasCustomPrompt="1"/>
          </p:nvPr>
        </p:nvSpPr>
        <p:spPr>
          <a:xfrm>
            <a:off x="4475714" y="4558693"/>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7" name="Marcador de texto 45">
            <a:extLst>
              <a:ext uri="{FF2B5EF4-FFF2-40B4-BE49-F238E27FC236}">
                <a16:creationId xmlns:a16="http://schemas.microsoft.com/office/drawing/2014/main" id="{E2F56DD5-AAE7-C442-A1AC-9CEBF254FF3D}"/>
              </a:ext>
            </a:extLst>
          </p:cNvPr>
          <p:cNvSpPr>
            <a:spLocks noGrp="1"/>
          </p:cNvSpPr>
          <p:nvPr>
            <p:ph type="body" sz="quarter" idx="36" hasCustomPrompt="1"/>
          </p:nvPr>
        </p:nvSpPr>
        <p:spPr>
          <a:xfrm>
            <a:off x="4475714" y="4937683"/>
            <a:ext cx="1207112"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48" name="Marcador de texto 45">
            <a:extLst>
              <a:ext uri="{FF2B5EF4-FFF2-40B4-BE49-F238E27FC236}">
                <a16:creationId xmlns:a16="http://schemas.microsoft.com/office/drawing/2014/main" id="{06CF5E4A-5195-8443-B265-069B6E02764B}"/>
              </a:ext>
            </a:extLst>
          </p:cNvPr>
          <p:cNvSpPr>
            <a:spLocks noGrp="1"/>
          </p:cNvSpPr>
          <p:nvPr>
            <p:ph type="body" sz="quarter" idx="37" hasCustomPrompt="1"/>
          </p:nvPr>
        </p:nvSpPr>
        <p:spPr>
          <a:xfrm>
            <a:off x="6509174" y="4558693"/>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49" name="Marcador de texto 45">
            <a:extLst>
              <a:ext uri="{FF2B5EF4-FFF2-40B4-BE49-F238E27FC236}">
                <a16:creationId xmlns:a16="http://schemas.microsoft.com/office/drawing/2014/main" id="{57E0E64B-5102-C844-87BD-CEFCD427D23B}"/>
              </a:ext>
            </a:extLst>
          </p:cNvPr>
          <p:cNvSpPr>
            <a:spLocks noGrp="1"/>
          </p:cNvSpPr>
          <p:nvPr>
            <p:ph type="body" sz="quarter" idx="38" hasCustomPrompt="1"/>
          </p:nvPr>
        </p:nvSpPr>
        <p:spPr>
          <a:xfrm>
            <a:off x="6509174" y="4937683"/>
            <a:ext cx="1207112"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50" name="Marcador de texto 45">
            <a:extLst>
              <a:ext uri="{FF2B5EF4-FFF2-40B4-BE49-F238E27FC236}">
                <a16:creationId xmlns:a16="http://schemas.microsoft.com/office/drawing/2014/main" id="{DA959F1B-35E2-0D43-89F7-79F5C31E2EB8}"/>
              </a:ext>
            </a:extLst>
          </p:cNvPr>
          <p:cNvSpPr>
            <a:spLocks noGrp="1"/>
          </p:cNvSpPr>
          <p:nvPr>
            <p:ph type="body" sz="quarter" idx="39" hasCustomPrompt="1"/>
          </p:nvPr>
        </p:nvSpPr>
        <p:spPr>
          <a:xfrm>
            <a:off x="8510733" y="4558693"/>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51" name="Marcador de texto 45">
            <a:extLst>
              <a:ext uri="{FF2B5EF4-FFF2-40B4-BE49-F238E27FC236}">
                <a16:creationId xmlns:a16="http://schemas.microsoft.com/office/drawing/2014/main" id="{C591B9AF-AE5D-3747-B90D-65BBBED4D2B3}"/>
              </a:ext>
            </a:extLst>
          </p:cNvPr>
          <p:cNvSpPr>
            <a:spLocks noGrp="1"/>
          </p:cNvSpPr>
          <p:nvPr>
            <p:ph type="body" sz="quarter" idx="40" hasCustomPrompt="1"/>
          </p:nvPr>
        </p:nvSpPr>
        <p:spPr>
          <a:xfrm>
            <a:off x="8510733" y="4937683"/>
            <a:ext cx="1207112"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26" name="Line">
            <a:extLst>
              <a:ext uri="{FF2B5EF4-FFF2-40B4-BE49-F238E27FC236}">
                <a16:creationId xmlns:a16="http://schemas.microsoft.com/office/drawing/2014/main" id="{8FB56553-CDC0-CE45-99E3-D6C7C81871E7}"/>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7" name="Marcador de texto 15">
            <a:extLst>
              <a:ext uri="{FF2B5EF4-FFF2-40B4-BE49-F238E27FC236}">
                <a16:creationId xmlns:a16="http://schemas.microsoft.com/office/drawing/2014/main" id="{52A7B796-93CF-2A4B-ADCA-42B2986E81D7}"/>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3" name="Slide Number Placeholder 5">
            <a:extLst>
              <a:ext uri="{FF2B5EF4-FFF2-40B4-BE49-F238E27FC236}">
                <a16:creationId xmlns:a16="http://schemas.microsoft.com/office/drawing/2014/main" id="{E1A2291A-AD91-644B-B612-96D00F559DA6}"/>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77902882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Grafico No. 2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grpSp>
        <p:nvGrpSpPr>
          <p:cNvPr id="12" name="Group 1">
            <a:extLst>
              <a:ext uri="{FF2B5EF4-FFF2-40B4-BE49-F238E27FC236}">
                <a16:creationId xmlns:a16="http://schemas.microsoft.com/office/drawing/2014/main" id="{A7A75A15-4C06-CD40-A2F3-648D1AC43436}"/>
              </a:ext>
            </a:extLst>
          </p:cNvPr>
          <p:cNvGrpSpPr/>
          <p:nvPr userDrawn="1"/>
        </p:nvGrpSpPr>
        <p:grpSpPr>
          <a:xfrm>
            <a:off x="1384496" y="1731051"/>
            <a:ext cx="4076488" cy="4111042"/>
            <a:chOff x="646113" y="617538"/>
            <a:chExt cx="5575301" cy="5622926"/>
          </a:xfrm>
        </p:grpSpPr>
        <p:sp>
          <p:nvSpPr>
            <p:cNvPr id="13" name="Freeform 5">
              <a:extLst>
                <a:ext uri="{FF2B5EF4-FFF2-40B4-BE49-F238E27FC236}">
                  <a16:creationId xmlns:a16="http://schemas.microsoft.com/office/drawing/2014/main" id="{CA112A0B-C207-7144-AC8F-6817DFEF996E}"/>
                </a:ext>
              </a:extLst>
            </p:cNvPr>
            <p:cNvSpPr>
              <a:spLocks/>
            </p:cNvSpPr>
            <p:nvPr/>
          </p:nvSpPr>
          <p:spPr bwMode="auto">
            <a:xfrm>
              <a:off x="646113" y="617538"/>
              <a:ext cx="5575300" cy="3206750"/>
            </a:xfrm>
            <a:custGeom>
              <a:avLst/>
              <a:gdLst>
                <a:gd name="T0" fmla="*/ 1760 w 3512"/>
                <a:gd name="T1" fmla="*/ 0 h 2020"/>
                <a:gd name="T2" fmla="*/ 3512 w 3512"/>
                <a:gd name="T3" fmla="*/ 1073 h 2020"/>
                <a:gd name="T4" fmla="*/ 3512 w 3512"/>
                <a:gd name="T5" fmla="*/ 2020 h 2020"/>
                <a:gd name="T6" fmla="*/ 1760 w 3512"/>
                <a:gd name="T7" fmla="*/ 954 h 2020"/>
                <a:gd name="T8" fmla="*/ 0 w 3512"/>
                <a:gd name="T9" fmla="*/ 2020 h 2020"/>
                <a:gd name="T10" fmla="*/ 0 w 3512"/>
                <a:gd name="T11" fmla="*/ 1070 h 2020"/>
                <a:gd name="T12" fmla="*/ 1760 w 3512"/>
                <a:gd name="T13" fmla="*/ 0 h 2020"/>
                <a:gd name="T14" fmla="*/ 1760 w 3512"/>
                <a:gd name="T15" fmla="*/ 0 h 20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12" h="2020">
                  <a:moveTo>
                    <a:pt x="1760" y="0"/>
                  </a:moveTo>
                  <a:lnTo>
                    <a:pt x="3512" y="1073"/>
                  </a:lnTo>
                  <a:lnTo>
                    <a:pt x="3512" y="2020"/>
                  </a:lnTo>
                  <a:lnTo>
                    <a:pt x="1760" y="954"/>
                  </a:lnTo>
                  <a:lnTo>
                    <a:pt x="0" y="2020"/>
                  </a:lnTo>
                  <a:lnTo>
                    <a:pt x="0" y="1070"/>
                  </a:lnTo>
                  <a:lnTo>
                    <a:pt x="1760" y="0"/>
                  </a:lnTo>
                  <a:lnTo>
                    <a:pt x="176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14" name="Freeform 6">
              <a:extLst>
                <a:ext uri="{FF2B5EF4-FFF2-40B4-BE49-F238E27FC236}">
                  <a16:creationId xmlns:a16="http://schemas.microsoft.com/office/drawing/2014/main" id="{481F6E93-1C40-6248-9C87-5D8402B32700}"/>
                </a:ext>
              </a:extLst>
            </p:cNvPr>
            <p:cNvSpPr>
              <a:spLocks/>
            </p:cNvSpPr>
            <p:nvPr/>
          </p:nvSpPr>
          <p:spPr bwMode="auto">
            <a:xfrm>
              <a:off x="5645151" y="3476626"/>
              <a:ext cx="576263" cy="665163"/>
            </a:xfrm>
            <a:custGeom>
              <a:avLst/>
              <a:gdLst>
                <a:gd name="T0" fmla="*/ 363 w 363"/>
                <a:gd name="T1" fmla="*/ 219 h 419"/>
                <a:gd name="T2" fmla="*/ 0 w 363"/>
                <a:gd name="T3" fmla="*/ 0 h 419"/>
                <a:gd name="T4" fmla="*/ 0 w 363"/>
                <a:gd name="T5" fmla="*/ 419 h 419"/>
                <a:gd name="T6" fmla="*/ 363 w 363"/>
                <a:gd name="T7" fmla="*/ 219 h 419"/>
                <a:gd name="T8" fmla="*/ 363 w 363"/>
                <a:gd name="T9" fmla="*/ 219 h 419"/>
              </a:gdLst>
              <a:ahLst/>
              <a:cxnLst>
                <a:cxn ang="0">
                  <a:pos x="T0" y="T1"/>
                </a:cxn>
                <a:cxn ang="0">
                  <a:pos x="T2" y="T3"/>
                </a:cxn>
                <a:cxn ang="0">
                  <a:pos x="T4" y="T5"/>
                </a:cxn>
                <a:cxn ang="0">
                  <a:pos x="T6" y="T7"/>
                </a:cxn>
                <a:cxn ang="0">
                  <a:pos x="T8" y="T9"/>
                </a:cxn>
              </a:cxnLst>
              <a:rect l="0" t="0" r="r" b="b"/>
              <a:pathLst>
                <a:path w="363" h="419">
                  <a:moveTo>
                    <a:pt x="363" y="219"/>
                  </a:moveTo>
                  <a:lnTo>
                    <a:pt x="0" y="0"/>
                  </a:lnTo>
                  <a:lnTo>
                    <a:pt x="0" y="419"/>
                  </a:lnTo>
                  <a:lnTo>
                    <a:pt x="363" y="219"/>
                  </a:lnTo>
                  <a:lnTo>
                    <a:pt x="363" y="219"/>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15" name="Freeform 7">
              <a:extLst>
                <a:ext uri="{FF2B5EF4-FFF2-40B4-BE49-F238E27FC236}">
                  <a16:creationId xmlns:a16="http://schemas.microsoft.com/office/drawing/2014/main" id="{CCC9A5CF-7EF0-AA44-BFE2-27537070AD9B}"/>
                </a:ext>
              </a:extLst>
            </p:cNvPr>
            <p:cNvSpPr>
              <a:spLocks/>
            </p:cNvSpPr>
            <p:nvPr/>
          </p:nvSpPr>
          <p:spPr bwMode="auto">
            <a:xfrm>
              <a:off x="646113" y="3476626"/>
              <a:ext cx="574675" cy="665163"/>
            </a:xfrm>
            <a:custGeom>
              <a:avLst/>
              <a:gdLst>
                <a:gd name="T0" fmla="*/ 0 w 362"/>
                <a:gd name="T1" fmla="*/ 219 h 419"/>
                <a:gd name="T2" fmla="*/ 362 w 362"/>
                <a:gd name="T3" fmla="*/ 0 h 419"/>
                <a:gd name="T4" fmla="*/ 362 w 362"/>
                <a:gd name="T5" fmla="*/ 419 h 419"/>
                <a:gd name="T6" fmla="*/ 0 w 362"/>
                <a:gd name="T7" fmla="*/ 219 h 419"/>
                <a:gd name="T8" fmla="*/ 0 w 362"/>
                <a:gd name="T9" fmla="*/ 219 h 419"/>
              </a:gdLst>
              <a:ahLst/>
              <a:cxnLst>
                <a:cxn ang="0">
                  <a:pos x="T0" y="T1"/>
                </a:cxn>
                <a:cxn ang="0">
                  <a:pos x="T2" y="T3"/>
                </a:cxn>
                <a:cxn ang="0">
                  <a:pos x="T4" y="T5"/>
                </a:cxn>
                <a:cxn ang="0">
                  <a:pos x="T6" y="T7"/>
                </a:cxn>
                <a:cxn ang="0">
                  <a:pos x="T8" y="T9"/>
                </a:cxn>
              </a:cxnLst>
              <a:rect l="0" t="0" r="r" b="b"/>
              <a:pathLst>
                <a:path w="362" h="419">
                  <a:moveTo>
                    <a:pt x="0" y="219"/>
                  </a:moveTo>
                  <a:lnTo>
                    <a:pt x="362" y="0"/>
                  </a:lnTo>
                  <a:lnTo>
                    <a:pt x="362" y="419"/>
                  </a:lnTo>
                  <a:lnTo>
                    <a:pt x="0" y="219"/>
                  </a:lnTo>
                  <a:lnTo>
                    <a:pt x="0" y="219"/>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17" name="Freeform 9">
              <a:extLst>
                <a:ext uri="{FF2B5EF4-FFF2-40B4-BE49-F238E27FC236}">
                  <a16:creationId xmlns:a16="http://schemas.microsoft.com/office/drawing/2014/main" id="{D8FA9D93-33F2-E74C-A136-CBD172D1935C}"/>
                </a:ext>
              </a:extLst>
            </p:cNvPr>
            <p:cNvSpPr>
              <a:spLocks/>
            </p:cNvSpPr>
            <p:nvPr/>
          </p:nvSpPr>
          <p:spPr bwMode="auto">
            <a:xfrm>
              <a:off x="1277938" y="2192338"/>
              <a:ext cx="4310063" cy="2736850"/>
            </a:xfrm>
            <a:custGeom>
              <a:avLst/>
              <a:gdLst>
                <a:gd name="T0" fmla="*/ 1361 w 2715"/>
                <a:gd name="T1" fmla="*/ 0 h 1724"/>
                <a:gd name="T2" fmla="*/ 2715 w 2715"/>
                <a:gd name="T3" fmla="*/ 830 h 1724"/>
                <a:gd name="T4" fmla="*/ 2715 w 2715"/>
                <a:gd name="T5" fmla="*/ 1724 h 1724"/>
                <a:gd name="T6" fmla="*/ 1361 w 2715"/>
                <a:gd name="T7" fmla="*/ 899 h 1724"/>
                <a:gd name="T8" fmla="*/ 0 w 2715"/>
                <a:gd name="T9" fmla="*/ 1724 h 1724"/>
                <a:gd name="T10" fmla="*/ 0 w 2715"/>
                <a:gd name="T11" fmla="*/ 828 h 1724"/>
                <a:gd name="T12" fmla="*/ 1361 w 2715"/>
                <a:gd name="T13" fmla="*/ 0 h 1724"/>
                <a:gd name="T14" fmla="*/ 1361 w 2715"/>
                <a:gd name="T15" fmla="*/ 0 h 17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15" h="1724">
                  <a:moveTo>
                    <a:pt x="1361" y="0"/>
                  </a:moveTo>
                  <a:lnTo>
                    <a:pt x="2715" y="830"/>
                  </a:lnTo>
                  <a:lnTo>
                    <a:pt x="2715" y="1724"/>
                  </a:lnTo>
                  <a:lnTo>
                    <a:pt x="1361" y="899"/>
                  </a:lnTo>
                  <a:lnTo>
                    <a:pt x="0" y="1724"/>
                  </a:lnTo>
                  <a:lnTo>
                    <a:pt x="0" y="828"/>
                  </a:lnTo>
                  <a:lnTo>
                    <a:pt x="1361" y="0"/>
                  </a:lnTo>
                  <a:lnTo>
                    <a:pt x="1361"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18" name="Freeform 10">
              <a:extLst>
                <a:ext uri="{FF2B5EF4-FFF2-40B4-BE49-F238E27FC236}">
                  <a16:creationId xmlns:a16="http://schemas.microsoft.com/office/drawing/2014/main" id="{158FC24E-0E04-3542-88D9-A0FD6F748C58}"/>
                </a:ext>
              </a:extLst>
            </p:cNvPr>
            <p:cNvSpPr>
              <a:spLocks/>
            </p:cNvSpPr>
            <p:nvPr/>
          </p:nvSpPr>
          <p:spPr bwMode="auto">
            <a:xfrm>
              <a:off x="5011738" y="4578351"/>
              <a:ext cx="576263" cy="665163"/>
            </a:xfrm>
            <a:custGeom>
              <a:avLst/>
              <a:gdLst>
                <a:gd name="T0" fmla="*/ 363 w 363"/>
                <a:gd name="T1" fmla="*/ 221 h 419"/>
                <a:gd name="T2" fmla="*/ 0 w 363"/>
                <a:gd name="T3" fmla="*/ 0 h 419"/>
                <a:gd name="T4" fmla="*/ 0 w 363"/>
                <a:gd name="T5" fmla="*/ 419 h 419"/>
                <a:gd name="T6" fmla="*/ 363 w 363"/>
                <a:gd name="T7" fmla="*/ 221 h 419"/>
                <a:gd name="T8" fmla="*/ 363 w 363"/>
                <a:gd name="T9" fmla="*/ 221 h 419"/>
              </a:gdLst>
              <a:ahLst/>
              <a:cxnLst>
                <a:cxn ang="0">
                  <a:pos x="T0" y="T1"/>
                </a:cxn>
                <a:cxn ang="0">
                  <a:pos x="T2" y="T3"/>
                </a:cxn>
                <a:cxn ang="0">
                  <a:pos x="T4" y="T5"/>
                </a:cxn>
                <a:cxn ang="0">
                  <a:pos x="T6" y="T7"/>
                </a:cxn>
                <a:cxn ang="0">
                  <a:pos x="T8" y="T9"/>
                </a:cxn>
              </a:cxnLst>
              <a:rect l="0" t="0" r="r" b="b"/>
              <a:pathLst>
                <a:path w="363" h="419">
                  <a:moveTo>
                    <a:pt x="363" y="221"/>
                  </a:moveTo>
                  <a:lnTo>
                    <a:pt x="0" y="0"/>
                  </a:lnTo>
                  <a:lnTo>
                    <a:pt x="0" y="419"/>
                  </a:lnTo>
                  <a:lnTo>
                    <a:pt x="363" y="221"/>
                  </a:lnTo>
                  <a:lnTo>
                    <a:pt x="363" y="221"/>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19" name="Freeform 11">
              <a:extLst>
                <a:ext uri="{FF2B5EF4-FFF2-40B4-BE49-F238E27FC236}">
                  <a16:creationId xmlns:a16="http://schemas.microsoft.com/office/drawing/2014/main" id="{12289ABC-884D-4349-9444-4DE787FD168A}"/>
                </a:ext>
              </a:extLst>
            </p:cNvPr>
            <p:cNvSpPr>
              <a:spLocks/>
            </p:cNvSpPr>
            <p:nvPr/>
          </p:nvSpPr>
          <p:spPr bwMode="auto">
            <a:xfrm>
              <a:off x="1277938" y="4578351"/>
              <a:ext cx="576263" cy="665163"/>
            </a:xfrm>
            <a:custGeom>
              <a:avLst/>
              <a:gdLst>
                <a:gd name="T0" fmla="*/ 0 w 363"/>
                <a:gd name="T1" fmla="*/ 221 h 419"/>
                <a:gd name="T2" fmla="*/ 363 w 363"/>
                <a:gd name="T3" fmla="*/ 0 h 419"/>
                <a:gd name="T4" fmla="*/ 363 w 363"/>
                <a:gd name="T5" fmla="*/ 419 h 419"/>
                <a:gd name="T6" fmla="*/ 0 w 363"/>
                <a:gd name="T7" fmla="*/ 221 h 419"/>
                <a:gd name="T8" fmla="*/ 0 w 363"/>
                <a:gd name="T9" fmla="*/ 221 h 419"/>
              </a:gdLst>
              <a:ahLst/>
              <a:cxnLst>
                <a:cxn ang="0">
                  <a:pos x="T0" y="T1"/>
                </a:cxn>
                <a:cxn ang="0">
                  <a:pos x="T2" y="T3"/>
                </a:cxn>
                <a:cxn ang="0">
                  <a:pos x="T4" y="T5"/>
                </a:cxn>
                <a:cxn ang="0">
                  <a:pos x="T6" y="T7"/>
                </a:cxn>
                <a:cxn ang="0">
                  <a:pos x="T8" y="T9"/>
                </a:cxn>
              </a:cxnLst>
              <a:rect l="0" t="0" r="r" b="b"/>
              <a:pathLst>
                <a:path w="363" h="419">
                  <a:moveTo>
                    <a:pt x="0" y="221"/>
                  </a:moveTo>
                  <a:lnTo>
                    <a:pt x="363" y="0"/>
                  </a:lnTo>
                  <a:lnTo>
                    <a:pt x="363" y="419"/>
                  </a:lnTo>
                  <a:lnTo>
                    <a:pt x="0" y="221"/>
                  </a:lnTo>
                  <a:lnTo>
                    <a:pt x="0" y="221"/>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20" name="Freeform 13">
              <a:extLst>
                <a:ext uri="{FF2B5EF4-FFF2-40B4-BE49-F238E27FC236}">
                  <a16:creationId xmlns:a16="http://schemas.microsoft.com/office/drawing/2014/main" id="{04F5401F-C59F-3840-B0C1-1F98B0CF12A1}"/>
                </a:ext>
              </a:extLst>
            </p:cNvPr>
            <p:cNvSpPr>
              <a:spLocks/>
            </p:cNvSpPr>
            <p:nvPr/>
          </p:nvSpPr>
          <p:spPr bwMode="auto">
            <a:xfrm>
              <a:off x="1917701" y="3692526"/>
              <a:ext cx="3030538" cy="2232025"/>
            </a:xfrm>
            <a:custGeom>
              <a:avLst/>
              <a:gdLst>
                <a:gd name="T0" fmla="*/ 957 w 1909"/>
                <a:gd name="T1" fmla="*/ 0 h 1406"/>
                <a:gd name="T2" fmla="*/ 1909 w 1909"/>
                <a:gd name="T3" fmla="*/ 584 h 1406"/>
                <a:gd name="T4" fmla="*/ 1909 w 1909"/>
                <a:gd name="T5" fmla="*/ 1406 h 1406"/>
                <a:gd name="T6" fmla="*/ 957 w 1909"/>
                <a:gd name="T7" fmla="*/ 827 h 1406"/>
                <a:gd name="T8" fmla="*/ 0 w 1909"/>
                <a:gd name="T9" fmla="*/ 1406 h 1406"/>
                <a:gd name="T10" fmla="*/ 0 w 1909"/>
                <a:gd name="T11" fmla="*/ 582 h 1406"/>
                <a:gd name="T12" fmla="*/ 957 w 1909"/>
                <a:gd name="T13" fmla="*/ 0 h 1406"/>
                <a:gd name="T14" fmla="*/ 957 w 1909"/>
                <a:gd name="T15" fmla="*/ 0 h 14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9" h="1406">
                  <a:moveTo>
                    <a:pt x="957" y="0"/>
                  </a:moveTo>
                  <a:lnTo>
                    <a:pt x="1909" y="584"/>
                  </a:lnTo>
                  <a:lnTo>
                    <a:pt x="1909" y="1406"/>
                  </a:lnTo>
                  <a:lnTo>
                    <a:pt x="957" y="827"/>
                  </a:lnTo>
                  <a:lnTo>
                    <a:pt x="0" y="1406"/>
                  </a:lnTo>
                  <a:lnTo>
                    <a:pt x="0" y="582"/>
                  </a:lnTo>
                  <a:lnTo>
                    <a:pt x="957" y="0"/>
                  </a:lnTo>
                  <a:lnTo>
                    <a:pt x="957"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22" name="Freeform 14">
              <a:extLst>
                <a:ext uri="{FF2B5EF4-FFF2-40B4-BE49-F238E27FC236}">
                  <a16:creationId xmlns:a16="http://schemas.microsoft.com/office/drawing/2014/main" id="{2871769F-EABD-2246-8645-C38D3CFB1D5E}"/>
                </a:ext>
              </a:extLst>
            </p:cNvPr>
            <p:cNvSpPr>
              <a:spLocks/>
            </p:cNvSpPr>
            <p:nvPr/>
          </p:nvSpPr>
          <p:spPr bwMode="auto">
            <a:xfrm>
              <a:off x="4373563" y="5575301"/>
              <a:ext cx="574675" cy="665163"/>
            </a:xfrm>
            <a:custGeom>
              <a:avLst/>
              <a:gdLst>
                <a:gd name="T0" fmla="*/ 362 w 362"/>
                <a:gd name="T1" fmla="*/ 220 h 419"/>
                <a:gd name="T2" fmla="*/ 0 w 362"/>
                <a:gd name="T3" fmla="*/ 0 h 419"/>
                <a:gd name="T4" fmla="*/ 0 w 362"/>
                <a:gd name="T5" fmla="*/ 419 h 419"/>
                <a:gd name="T6" fmla="*/ 362 w 362"/>
                <a:gd name="T7" fmla="*/ 220 h 419"/>
                <a:gd name="T8" fmla="*/ 362 w 362"/>
                <a:gd name="T9" fmla="*/ 220 h 419"/>
              </a:gdLst>
              <a:ahLst/>
              <a:cxnLst>
                <a:cxn ang="0">
                  <a:pos x="T0" y="T1"/>
                </a:cxn>
                <a:cxn ang="0">
                  <a:pos x="T2" y="T3"/>
                </a:cxn>
                <a:cxn ang="0">
                  <a:pos x="T4" y="T5"/>
                </a:cxn>
                <a:cxn ang="0">
                  <a:pos x="T6" y="T7"/>
                </a:cxn>
                <a:cxn ang="0">
                  <a:pos x="T8" y="T9"/>
                </a:cxn>
              </a:cxnLst>
              <a:rect l="0" t="0" r="r" b="b"/>
              <a:pathLst>
                <a:path w="362" h="419">
                  <a:moveTo>
                    <a:pt x="362" y="220"/>
                  </a:moveTo>
                  <a:lnTo>
                    <a:pt x="0" y="0"/>
                  </a:lnTo>
                  <a:lnTo>
                    <a:pt x="0" y="419"/>
                  </a:lnTo>
                  <a:lnTo>
                    <a:pt x="362" y="220"/>
                  </a:lnTo>
                  <a:lnTo>
                    <a:pt x="362" y="22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23" name="Freeform 15">
              <a:extLst>
                <a:ext uri="{FF2B5EF4-FFF2-40B4-BE49-F238E27FC236}">
                  <a16:creationId xmlns:a16="http://schemas.microsoft.com/office/drawing/2014/main" id="{A3659B80-922E-4149-BF7E-8AF92D68E2B2}"/>
                </a:ext>
              </a:extLst>
            </p:cNvPr>
            <p:cNvSpPr>
              <a:spLocks/>
            </p:cNvSpPr>
            <p:nvPr/>
          </p:nvSpPr>
          <p:spPr bwMode="auto">
            <a:xfrm>
              <a:off x="1917701" y="5575301"/>
              <a:ext cx="574675" cy="665163"/>
            </a:xfrm>
            <a:custGeom>
              <a:avLst/>
              <a:gdLst>
                <a:gd name="T0" fmla="*/ 0 w 362"/>
                <a:gd name="T1" fmla="*/ 220 h 419"/>
                <a:gd name="T2" fmla="*/ 362 w 362"/>
                <a:gd name="T3" fmla="*/ 0 h 419"/>
                <a:gd name="T4" fmla="*/ 362 w 362"/>
                <a:gd name="T5" fmla="*/ 419 h 419"/>
                <a:gd name="T6" fmla="*/ 0 w 362"/>
                <a:gd name="T7" fmla="*/ 220 h 419"/>
                <a:gd name="T8" fmla="*/ 0 w 362"/>
                <a:gd name="T9" fmla="*/ 220 h 419"/>
              </a:gdLst>
              <a:ahLst/>
              <a:cxnLst>
                <a:cxn ang="0">
                  <a:pos x="T0" y="T1"/>
                </a:cxn>
                <a:cxn ang="0">
                  <a:pos x="T2" y="T3"/>
                </a:cxn>
                <a:cxn ang="0">
                  <a:pos x="T4" y="T5"/>
                </a:cxn>
                <a:cxn ang="0">
                  <a:pos x="T6" y="T7"/>
                </a:cxn>
                <a:cxn ang="0">
                  <a:pos x="T8" y="T9"/>
                </a:cxn>
              </a:cxnLst>
              <a:rect l="0" t="0" r="r" b="b"/>
              <a:pathLst>
                <a:path w="362" h="419">
                  <a:moveTo>
                    <a:pt x="0" y="220"/>
                  </a:moveTo>
                  <a:lnTo>
                    <a:pt x="362" y="0"/>
                  </a:lnTo>
                  <a:lnTo>
                    <a:pt x="362" y="419"/>
                  </a:lnTo>
                  <a:lnTo>
                    <a:pt x="0" y="220"/>
                  </a:lnTo>
                  <a:lnTo>
                    <a:pt x="0" y="22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grpSp>
      <p:sp>
        <p:nvSpPr>
          <p:cNvPr id="30" name="Marcador de texto 45">
            <a:extLst>
              <a:ext uri="{FF2B5EF4-FFF2-40B4-BE49-F238E27FC236}">
                <a16:creationId xmlns:a16="http://schemas.microsoft.com/office/drawing/2014/main" id="{931FCA7B-C157-7A4A-BC5E-7D4250843A6F}"/>
              </a:ext>
            </a:extLst>
          </p:cNvPr>
          <p:cNvSpPr>
            <a:spLocks noGrp="1"/>
          </p:cNvSpPr>
          <p:nvPr>
            <p:ph type="body" sz="quarter" idx="28" hasCustomPrompt="1"/>
          </p:nvPr>
        </p:nvSpPr>
        <p:spPr>
          <a:xfrm>
            <a:off x="6132006" y="2188384"/>
            <a:ext cx="4675498"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1" name="Marcador de texto 45">
            <a:extLst>
              <a:ext uri="{FF2B5EF4-FFF2-40B4-BE49-F238E27FC236}">
                <a16:creationId xmlns:a16="http://schemas.microsoft.com/office/drawing/2014/main" id="{C7AE87B8-D78D-8D42-8330-0BA1821C2BD8}"/>
              </a:ext>
            </a:extLst>
          </p:cNvPr>
          <p:cNvSpPr>
            <a:spLocks noGrp="1"/>
          </p:cNvSpPr>
          <p:nvPr>
            <p:ph type="body" sz="quarter" idx="29" hasCustomPrompt="1"/>
          </p:nvPr>
        </p:nvSpPr>
        <p:spPr>
          <a:xfrm>
            <a:off x="6132006" y="2602411"/>
            <a:ext cx="4675498"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2" name="Marcador de texto 45">
            <a:extLst>
              <a:ext uri="{FF2B5EF4-FFF2-40B4-BE49-F238E27FC236}">
                <a16:creationId xmlns:a16="http://schemas.microsoft.com/office/drawing/2014/main" id="{B74A706D-47C4-7043-BF4A-2358AFF54AAE}"/>
              </a:ext>
            </a:extLst>
          </p:cNvPr>
          <p:cNvSpPr>
            <a:spLocks noGrp="1"/>
          </p:cNvSpPr>
          <p:nvPr>
            <p:ph type="body" sz="quarter" idx="30" hasCustomPrompt="1"/>
          </p:nvPr>
        </p:nvSpPr>
        <p:spPr>
          <a:xfrm>
            <a:off x="6132006" y="2937038"/>
            <a:ext cx="4675497" cy="923330"/>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4" name="Marcador de texto 45">
            <a:extLst>
              <a:ext uri="{FF2B5EF4-FFF2-40B4-BE49-F238E27FC236}">
                <a16:creationId xmlns:a16="http://schemas.microsoft.com/office/drawing/2014/main" id="{9A2F86C9-2829-8D42-BBF5-251CB0A520C3}"/>
              </a:ext>
            </a:extLst>
          </p:cNvPr>
          <p:cNvSpPr>
            <a:spLocks noGrp="1"/>
          </p:cNvSpPr>
          <p:nvPr>
            <p:ph type="body" sz="quarter" idx="31" hasCustomPrompt="1"/>
          </p:nvPr>
        </p:nvSpPr>
        <p:spPr>
          <a:xfrm>
            <a:off x="6132006" y="4156891"/>
            <a:ext cx="4675498"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5" name="Marcador de texto 45">
            <a:extLst>
              <a:ext uri="{FF2B5EF4-FFF2-40B4-BE49-F238E27FC236}">
                <a16:creationId xmlns:a16="http://schemas.microsoft.com/office/drawing/2014/main" id="{CD92EABD-5797-F94A-A5D7-6EBB45816129}"/>
              </a:ext>
            </a:extLst>
          </p:cNvPr>
          <p:cNvSpPr>
            <a:spLocks noGrp="1"/>
          </p:cNvSpPr>
          <p:nvPr>
            <p:ph type="body" sz="quarter" idx="32" hasCustomPrompt="1"/>
          </p:nvPr>
        </p:nvSpPr>
        <p:spPr>
          <a:xfrm>
            <a:off x="6132006" y="4491518"/>
            <a:ext cx="4675497" cy="923330"/>
          </a:xfrm>
          <a:prstGeom prst="rect">
            <a:avLst/>
          </a:prstGeom>
        </p:spPr>
        <p:txBody>
          <a:bodyPr wrap="square" lIns="0" tIns="0" rIns="0" bIns="0" anchor="t">
            <a:spAutoFit/>
          </a:bodyPr>
          <a:lstStyle>
            <a:lvl1pPr marL="171450" indent="-171450" algn="l">
              <a:lnSpc>
                <a:spcPct val="100000"/>
              </a:lnSpc>
              <a:buClr>
                <a:schemeClr val="accent3"/>
              </a:buClr>
              <a:buFont typeface="Arial" panose="020B0604020202020204" pitchFamily="34" charset="0"/>
              <a:buChar char="•"/>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3" name="Line">
            <a:extLst>
              <a:ext uri="{FF2B5EF4-FFF2-40B4-BE49-F238E27FC236}">
                <a16:creationId xmlns:a16="http://schemas.microsoft.com/office/drawing/2014/main" id="{13BC96F8-7219-3840-8E04-A8263399461F}"/>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4" name="Marcador de texto 15">
            <a:extLst>
              <a:ext uri="{FF2B5EF4-FFF2-40B4-BE49-F238E27FC236}">
                <a16:creationId xmlns:a16="http://schemas.microsoft.com/office/drawing/2014/main" id="{F3F1AB34-37FA-F84D-B04E-7D75C88E2A7A}"/>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5" name="Slide Number Placeholder 5">
            <a:extLst>
              <a:ext uri="{FF2B5EF4-FFF2-40B4-BE49-F238E27FC236}">
                <a16:creationId xmlns:a16="http://schemas.microsoft.com/office/drawing/2014/main" id="{E4876CEC-2B70-3F46-8A59-5AD8D91C706E}"/>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1471453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Grafico No. 24">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58" name="Freeform 2">
            <a:extLst>
              <a:ext uri="{FF2B5EF4-FFF2-40B4-BE49-F238E27FC236}">
                <a16:creationId xmlns:a16="http://schemas.microsoft.com/office/drawing/2014/main" id="{F437960E-9F6B-144F-9BD5-85F3A2AA8A15}"/>
              </a:ext>
            </a:extLst>
          </p:cNvPr>
          <p:cNvSpPr>
            <a:spLocks noEditPoints="1"/>
          </p:cNvSpPr>
          <p:nvPr/>
        </p:nvSpPr>
        <p:spPr bwMode="auto">
          <a:xfrm>
            <a:off x="1331231" y="2348880"/>
            <a:ext cx="1176902" cy="1317181"/>
          </a:xfrm>
          <a:custGeom>
            <a:avLst/>
            <a:gdLst>
              <a:gd name="T0" fmla="*/ 729 w 1466"/>
              <a:gd name="T1" fmla="*/ 0 h 1639"/>
              <a:gd name="T2" fmla="*/ 1457 w 1466"/>
              <a:gd name="T3" fmla="*/ 728 h 1639"/>
              <a:gd name="T4" fmla="*/ 729 w 1466"/>
              <a:gd name="T5" fmla="*/ 1639 h 1639"/>
              <a:gd name="T6" fmla="*/ 0 w 1466"/>
              <a:gd name="T7" fmla="*/ 728 h 1639"/>
              <a:gd name="T8" fmla="*/ 729 w 1466"/>
              <a:gd name="T9" fmla="*/ 0 h 1639"/>
              <a:gd name="T10" fmla="*/ 729 w 1466"/>
              <a:gd name="T11" fmla="*/ 206 h 1639"/>
              <a:gd name="T12" fmla="*/ 1246 w 1466"/>
              <a:gd name="T13" fmla="*/ 723 h 1639"/>
              <a:gd name="T14" fmla="*/ 729 w 1466"/>
              <a:gd name="T15" fmla="*/ 1240 h 1639"/>
              <a:gd name="T16" fmla="*/ 212 w 1466"/>
              <a:gd name="T17" fmla="*/ 723 h 1639"/>
              <a:gd name="T18" fmla="*/ 729 w 1466"/>
              <a:gd name="T19" fmla="*/ 206 h 1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6" h="1639">
                <a:moveTo>
                  <a:pt x="729" y="0"/>
                </a:moveTo>
                <a:cubicBezTo>
                  <a:pt x="1131" y="0"/>
                  <a:pt x="1451" y="326"/>
                  <a:pt x="1457" y="728"/>
                </a:cubicBezTo>
                <a:cubicBezTo>
                  <a:pt x="1466" y="1309"/>
                  <a:pt x="755" y="1639"/>
                  <a:pt x="729" y="1639"/>
                </a:cubicBezTo>
                <a:cubicBezTo>
                  <a:pt x="700" y="1639"/>
                  <a:pt x="0" y="1249"/>
                  <a:pt x="0" y="728"/>
                </a:cubicBezTo>
                <a:cubicBezTo>
                  <a:pt x="0" y="326"/>
                  <a:pt x="326" y="0"/>
                  <a:pt x="729" y="0"/>
                </a:cubicBezTo>
                <a:close/>
                <a:moveTo>
                  <a:pt x="729" y="206"/>
                </a:moveTo>
                <a:cubicBezTo>
                  <a:pt x="1014" y="206"/>
                  <a:pt x="1246" y="438"/>
                  <a:pt x="1246" y="723"/>
                </a:cubicBezTo>
                <a:cubicBezTo>
                  <a:pt x="1246" y="1009"/>
                  <a:pt x="1014" y="1240"/>
                  <a:pt x="729" y="1240"/>
                </a:cubicBezTo>
                <a:cubicBezTo>
                  <a:pt x="443" y="1240"/>
                  <a:pt x="212" y="1009"/>
                  <a:pt x="212" y="723"/>
                </a:cubicBezTo>
                <a:cubicBezTo>
                  <a:pt x="212" y="438"/>
                  <a:pt x="443" y="206"/>
                  <a:pt x="729" y="206"/>
                </a:cubicBezTo>
                <a:close/>
              </a:path>
            </a:pathLst>
          </a:custGeom>
          <a:solidFill>
            <a:schemeClr val="tx1"/>
          </a:solidFill>
          <a:ln>
            <a:noFill/>
          </a:ln>
        </p:spPr>
        <p:txBody>
          <a:bodyPr vert="horz" wrap="square" lIns="45720" tIns="22860" rIns="45720" bIns="2286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59" name="Freeform 3">
            <a:extLst>
              <a:ext uri="{FF2B5EF4-FFF2-40B4-BE49-F238E27FC236}">
                <a16:creationId xmlns:a16="http://schemas.microsoft.com/office/drawing/2014/main" id="{2B564ECA-251D-2B48-A1E5-C6657D2B8627}"/>
              </a:ext>
            </a:extLst>
          </p:cNvPr>
          <p:cNvSpPr>
            <a:spLocks noEditPoints="1"/>
          </p:cNvSpPr>
          <p:nvPr/>
        </p:nvSpPr>
        <p:spPr bwMode="auto">
          <a:xfrm>
            <a:off x="3419729" y="2348880"/>
            <a:ext cx="1176902" cy="1317181"/>
          </a:xfrm>
          <a:custGeom>
            <a:avLst/>
            <a:gdLst>
              <a:gd name="T0" fmla="*/ 729 w 1466"/>
              <a:gd name="T1" fmla="*/ 0 h 1639"/>
              <a:gd name="T2" fmla="*/ 1457 w 1466"/>
              <a:gd name="T3" fmla="*/ 728 h 1639"/>
              <a:gd name="T4" fmla="*/ 729 w 1466"/>
              <a:gd name="T5" fmla="*/ 1639 h 1639"/>
              <a:gd name="T6" fmla="*/ 0 w 1466"/>
              <a:gd name="T7" fmla="*/ 728 h 1639"/>
              <a:gd name="T8" fmla="*/ 729 w 1466"/>
              <a:gd name="T9" fmla="*/ 0 h 1639"/>
              <a:gd name="T10" fmla="*/ 729 w 1466"/>
              <a:gd name="T11" fmla="*/ 206 h 1639"/>
              <a:gd name="T12" fmla="*/ 1246 w 1466"/>
              <a:gd name="T13" fmla="*/ 723 h 1639"/>
              <a:gd name="T14" fmla="*/ 729 w 1466"/>
              <a:gd name="T15" fmla="*/ 1240 h 1639"/>
              <a:gd name="T16" fmla="*/ 212 w 1466"/>
              <a:gd name="T17" fmla="*/ 723 h 1639"/>
              <a:gd name="T18" fmla="*/ 729 w 1466"/>
              <a:gd name="T19" fmla="*/ 206 h 1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6" h="1639">
                <a:moveTo>
                  <a:pt x="729" y="0"/>
                </a:moveTo>
                <a:cubicBezTo>
                  <a:pt x="1131" y="0"/>
                  <a:pt x="1452" y="326"/>
                  <a:pt x="1457" y="728"/>
                </a:cubicBezTo>
                <a:cubicBezTo>
                  <a:pt x="1466" y="1309"/>
                  <a:pt x="755" y="1639"/>
                  <a:pt x="729" y="1639"/>
                </a:cubicBezTo>
                <a:cubicBezTo>
                  <a:pt x="701" y="1639"/>
                  <a:pt x="0" y="1249"/>
                  <a:pt x="0" y="728"/>
                </a:cubicBezTo>
                <a:cubicBezTo>
                  <a:pt x="0" y="326"/>
                  <a:pt x="326" y="0"/>
                  <a:pt x="729" y="0"/>
                </a:cubicBezTo>
                <a:close/>
                <a:moveTo>
                  <a:pt x="729" y="206"/>
                </a:moveTo>
                <a:cubicBezTo>
                  <a:pt x="1014" y="206"/>
                  <a:pt x="1246" y="438"/>
                  <a:pt x="1246" y="723"/>
                </a:cubicBezTo>
                <a:cubicBezTo>
                  <a:pt x="1246" y="1009"/>
                  <a:pt x="1014" y="1240"/>
                  <a:pt x="729" y="1240"/>
                </a:cubicBezTo>
                <a:cubicBezTo>
                  <a:pt x="443" y="1240"/>
                  <a:pt x="212" y="1009"/>
                  <a:pt x="212" y="723"/>
                </a:cubicBezTo>
                <a:cubicBezTo>
                  <a:pt x="212" y="438"/>
                  <a:pt x="443" y="206"/>
                  <a:pt x="729" y="206"/>
                </a:cubicBezTo>
                <a:close/>
              </a:path>
            </a:pathLst>
          </a:custGeom>
          <a:solidFill>
            <a:schemeClr val="accent2"/>
          </a:solidFill>
          <a:ln>
            <a:noFill/>
          </a:ln>
        </p:spPr>
        <p:txBody>
          <a:bodyPr vert="horz" wrap="square" lIns="45720" tIns="22860" rIns="45720" bIns="2286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60" name="Freeform 4">
            <a:extLst>
              <a:ext uri="{FF2B5EF4-FFF2-40B4-BE49-F238E27FC236}">
                <a16:creationId xmlns:a16="http://schemas.microsoft.com/office/drawing/2014/main" id="{845451BE-DD5A-274D-B79B-8BB5BF713C99}"/>
              </a:ext>
            </a:extLst>
          </p:cNvPr>
          <p:cNvSpPr>
            <a:spLocks noEditPoints="1"/>
          </p:cNvSpPr>
          <p:nvPr/>
        </p:nvSpPr>
        <p:spPr bwMode="auto">
          <a:xfrm>
            <a:off x="5509770" y="2348880"/>
            <a:ext cx="1175358" cy="1317181"/>
          </a:xfrm>
          <a:custGeom>
            <a:avLst/>
            <a:gdLst>
              <a:gd name="T0" fmla="*/ 728 w 1465"/>
              <a:gd name="T1" fmla="*/ 0 h 1639"/>
              <a:gd name="T2" fmla="*/ 1457 w 1465"/>
              <a:gd name="T3" fmla="*/ 728 h 1639"/>
              <a:gd name="T4" fmla="*/ 728 w 1465"/>
              <a:gd name="T5" fmla="*/ 1639 h 1639"/>
              <a:gd name="T6" fmla="*/ 0 w 1465"/>
              <a:gd name="T7" fmla="*/ 728 h 1639"/>
              <a:gd name="T8" fmla="*/ 728 w 1465"/>
              <a:gd name="T9" fmla="*/ 0 h 1639"/>
              <a:gd name="T10" fmla="*/ 728 w 1465"/>
              <a:gd name="T11" fmla="*/ 206 h 1639"/>
              <a:gd name="T12" fmla="*/ 1245 w 1465"/>
              <a:gd name="T13" fmla="*/ 723 h 1639"/>
              <a:gd name="T14" fmla="*/ 728 w 1465"/>
              <a:gd name="T15" fmla="*/ 1240 h 1639"/>
              <a:gd name="T16" fmla="*/ 211 w 1465"/>
              <a:gd name="T17" fmla="*/ 723 h 1639"/>
              <a:gd name="T18" fmla="*/ 728 w 1465"/>
              <a:gd name="T19" fmla="*/ 206 h 1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5" h="1639">
                <a:moveTo>
                  <a:pt x="728" y="0"/>
                </a:moveTo>
                <a:cubicBezTo>
                  <a:pt x="1131" y="0"/>
                  <a:pt x="1451" y="326"/>
                  <a:pt x="1457" y="728"/>
                </a:cubicBezTo>
                <a:cubicBezTo>
                  <a:pt x="1465" y="1309"/>
                  <a:pt x="754" y="1639"/>
                  <a:pt x="728" y="1639"/>
                </a:cubicBezTo>
                <a:cubicBezTo>
                  <a:pt x="700" y="1639"/>
                  <a:pt x="0" y="1249"/>
                  <a:pt x="0" y="728"/>
                </a:cubicBezTo>
                <a:cubicBezTo>
                  <a:pt x="0" y="326"/>
                  <a:pt x="326" y="0"/>
                  <a:pt x="728" y="0"/>
                </a:cubicBezTo>
                <a:close/>
                <a:moveTo>
                  <a:pt x="728" y="206"/>
                </a:moveTo>
                <a:cubicBezTo>
                  <a:pt x="1014" y="206"/>
                  <a:pt x="1245" y="438"/>
                  <a:pt x="1245" y="723"/>
                </a:cubicBezTo>
                <a:cubicBezTo>
                  <a:pt x="1245" y="1009"/>
                  <a:pt x="1014" y="1240"/>
                  <a:pt x="728" y="1240"/>
                </a:cubicBezTo>
                <a:cubicBezTo>
                  <a:pt x="443" y="1240"/>
                  <a:pt x="211" y="1009"/>
                  <a:pt x="211" y="723"/>
                </a:cubicBezTo>
                <a:cubicBezTo>
                  <a:pt x="211" y="438"/>
                  <a:pt x="443" y="206"/>
                  <a:pt x="728" y="206"/>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61" name="Freeform 5">
            <a:extLst>
              <a:ext uri="{FF2B5EF4-FFF2-40B4-BE49-F238E27FC236}">
                <a16:creationId xmlns:a16="http://schemas.microsoft.com/office/drawing/2014/main" id="{B88576AD-22F1-0A4F-955A-0B48853908AD}"/>
              </a:ext>
            </a:extLst>
          </p:cNvPr>
          <p:cNvSpPr>
            <a:spLocks noEditPoints="1"/>
          </p:cNvSpPr>
          <p:nvPr/>
        </p:nvSpPr>
        <p:spPr bwMode="auto">
          <a:xfrm>
            <a:off x="7598267" y="2348880"/>
            <a:ext cx="1176902" cy="1317181"/>
          </a:xfrm>
          <a:custGeom>
            <a:avLst/>
            <a:gdLst>
              <a:gd name="T0" fmla="*/ 728 w 1466"/>
              <a:gd name="T1" fmla="*/ 0 h 1639"/>
              <a:gd name="T2" fmla="*/ 1457 w 1466"/>
              <a:gd name="T3" fmla="*/ 728 h 1639"/>
              <a:gd name="T4" fmla="*/ 728 w 1466"/>
              <a:gd name="T5" fmla="*/ 1639 h 1639"/>
              <a:gd name="T6" fmla="*/ 0 w 1466"/>
              <a:gd name="T7" fmla="*/ 728 h 1639"/>
              <a:gd name="T8" fmla="*/ 728 w 1466"/>
              <a:gd name="T9" fmla="*/ 0 h 1639"/>
              <a:gd name="T10" fmla="*/ 729 w 1466"/>
              <a:gd name="T11" fmla="*/ 206 h 1639"/>
              <a:gd name="T12" fmla="*/ 1246 w 1466"/>
              <a:gd name="T13" fmla="*/ 723 h 1639"/>
              <a:gd name="T14" fmla="*/ 729 w 1466"/>
              <a:gd name="T15" fmla="*/ 1240 h 1639"/>
              <a:gd name="T16" fmla="*/ 212 w 1466"/>
              <a:gd name="T17" fmla="*/ 723 h 1639"/>
              <a:gd name="T18" fmla="*/ 729 w 1466"/>
              <a:gd name="T19" fmla="*/ 206 h 1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6" h="1639">
                <a:moveTo>
                  <a:pt x="728" y="0"/>
                </a:moveTo>
                <a:cubicBezTo>
                  <a:pt x="1131" y="0"/>
                  <a:pt x="1451" y="326"/>
                  <a:pt x="1457" y="728"/>
                </a:cubicBezTo>
                <a:cubicBezTo>
                  <a:pt x="1466" y="1309"/>
                  <a:pt x="755" y="1639"/>
                  <a:pt x="728" y="1639"/>
                </a:cubicBezTo>
                <a:cubicBezTo>
                  <a:pt x="700" y="1639"/>
                  <a:pt x="0" y="1249"/>
                  <a:pt x="0" y="728"/>
                </a:cubicBezTo>
                <a:cubicBezTo>
                  <a:pt x="0" y="326"/>
                  <a:pt x="326" y="0"/>
                  <a:pt x="728" y="0"/>
                </a:cubicBezTo>
                <a:close/>
                <a:moveTo>
                  <a:pt x="729" y="206"/>
                </a:moveTo>
                <a:cubicBezTo>
                  <a:pt x="1014" y="206"/>
                  <a:pt x="1246" y="438"/>
                  <a:pt x="1246" y="723"/>
                </a:cubicBezTo>
                <a:cubicBezTo>
                  <a:pt x="1246" y="1009"/>
                  <a:pt x="1014" y="1240"/>
                  <a:pt x="729" y="1240"/>
                </a:cubicBezTo>
                <a:cubicBezTo>
                  <a:pt x="443" y="1240"/>
                  <a:pt x="212" y="1009"/>
                  <a:pt x="212" y="723"/>
                </a:cubicBezTo>
                <a:cubicBezTo>
                  <a:pt x="212" y="438"/>
                  <a:pt x="443" y="206"/>
                  <a:pt x="729" y="206"/>
                </a:cubicBezTo>
                <a:close/>
              </a:path>
            </a:pathLst>
          </a:custGeom>
          <a:solidFill>
            <a:schemeClr val="accent3"/>
          </a:solidFill>
          <a:ln>
            <a:noFill/>
          </a:ln>
        </p:spPr>
        <p:txBody>
          <a:bodyPr vert="horz" wrap="square" lIns="45720" tIns="22860" rIns="45720" bIns="2286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62" name="Freeform 6">
            <a:extLst>
              <a:ext uri="{FF2B5EF4-FFF2-40B4-BE49-F238E27FC236}">
                <a16:creationId xmlns:a16="http://schemas.microsoft.com/office/drawing/2014/main" id="{521B9446-C9FA-F54F-A139-FABC1A8A385B}"/>
              </a:ext>
            </a:extLst>
          </p:cNvPr>
          <p:cNvSpPr>
            <a:spLocks noEditPoints="1"/>
          </p:cNvSpPr>
          <p:nvPr/>
        </p:nvSpPr>
        <p:spPr bwMode="auto">
          <a:xfrm>
            <a:off x="9688307" y="2348880"/>
            <a:ext cx="1176902" cy="1317181"/>
          </a:xfrm>
          <a:custGeom>
            <a:avLst/>
            <a:gdLst>
              <a:gd name="T0" fmla="*/ 729 w 1466"/>
              <a:gd name="T1" fmla="*/ 0 h 1639"/>
              <a:gd name="T2" fmla="*/ 1457 w 1466"/>
              <a:gd name="T3" fmla="*/ 728 h 1639"/>
              <a:gd name="T4" fmla="*/ 729 w 1466"/>
              <a:gd name="T5" fmla="*/ 1639 h 1639"/>
              <a:gd name="T6" fmla="*/ 0 w 1466"/>
              <a:gd name="T7" fmla="*/ 728 h 1639"/>
              <a:gd name="T8" fmla="*/ 729 w 1466"/>
              <a:gd name="T9" fmla="*/ 0 h 1639"/>
              <a:gd name="T10" fmla="*/ 729 w 1466"/>
              <a:gd name="T11" fmla="*/ 206 h 1639"/>
              <a:gd name="T12" fmla="*/ 1246 w 1466"/>
              <a:gd name="T13" fmla="*/ 723 h 1639"/>
              <a:gd name="T14" fmla="*/ 729 w 1466"/>
              <a:gd name="T15" fmla="*/ 1240 h 1639"/>
              <a:gd name="T16" fmla="*/ 212 w 1466"/>
              <a:gd name="T17" fmla="*/ 723 h 1639"/>
              <a:gd name="T18" fmla="*/ 729 w 1466"/>
              <a:gd name="T19" fmla="*/ 206 h 1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6" h="1639">
                <a:moveTo>
                  <a:pt x="729" y="0"/>
                </a:moveTo>
                <a:cubicBezTo>
                  <a:pt x="1131" y="0"/>
                  <a:pt x="1452" y="326"/>
                  <a:pt x="1457" y="728"/>
                </a:cubicBezTo>
                <a:cubicBezTo>
                  <a:pt x="1466" y="1309"/>
                  <a:pt x="755" y="1639"/>
                  <a:pt x="729" y="1639"/>
                </a:cubicBezTo>
                <a:cubicBezTo>
                  <a:pt x="701" y="1639"/>
                  <a:pt x="0" y="1249"/>
                  <a:pt x="0" y="728"/>
                </a:cubicBezTo>
                <a:cubicBezTo>
                  <a:pt x="0" y="326"/>
                  <a:pt x="326" y="0"/>
                  <a:pt x="729" y="0"/>
                </a:cubicBezTo>
                <a:close/>
                <a:moveTo>
                  <a:pt x="729" y="206"/>
                </a:moveTo>
                <a:cubicBezTo>
                  <a:pt x="1014" y="206"/>
                  <a:pt x="1246" y="438"/>
                  <a:pt x="1246" y="723"/>
                </a:cubicBezTo>
                <a:cubicBezTo>
                  <a:pt x="1246" y="1009"/>
                  <a:pt x="1014" y="1240"/>
                  <a:pt x="729" y="1240"/>
                </a:cubicBezTo>
                <a:cubicBezTo>
                  <a:pt x="443" y="1240"/>
                  <a:pt x="212" y="1009"/>
                  <a:pt x="212" y="723"/>
                </a:cubicBezTo>
                <a:cubicBezTo>
                  <a:pt x="212" y="438"/>
                  <a:pt x="443" y="206"/>
                  <a:pt x="729" y="206"/>
                </a:cubicBezTo>
                <a:close/>
              </a:path>
            </a:pathLst>
          </a:custGeom>
          <a:solidFill>
            <a:schemeClr val="tx2"/>
          </a:solidFill>
          <a:ln>
            <a:noFill/>
          </a:ln>
        </p:spPr>
        <p:txBody>
          <a:bodyPr vert="horz" wrap="square" lIns="45720" tIns="22860" rIns="45720" bIns="2286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nvGrpSpPr>
          <p:cNvPr id="63" name="Group 7">
            <a:extLst>
              <a:ext uri="{FF2B5EF4-FFF2-40B4-BE49-F238E27FC236}">
                <a16:creationId xmlns:a16="http://schemas.microsoft.com/office/drawing/2014/main" id="{C933E8B4-BDB8-A741-9BEB-F9F00E7A4928}"/>
              </a:ext>
            </a:extLst>
          </p:cNvPr>
          <p:cNvGrpSpPr/>
          <p:nvPr/>
        </p:nvGrpSpPr>
        <p:grpSpPr>
          <a:xfrm>
            <a:off x="2572916" y="2865573"/>
            <a:ext cx="7033641" cy="180457"/>
            <a:chOff x="2471738" y="1781175"/>
            <a:chExt cx="7239000" cy="185738"/>
          </a:xfrm>
          <a:solidFill>
            <a:schemeClr val="tx2"/>
          </a:solidFill>
        </p:grpSpPr>
        <p:sp>
          <p:nvSpPr>
            <p:cNvPr id="68" name="Freeform 13">
              <a:extLst>
                <a:ext uri="{FF2B5EF4-FFF2-40B4-BE49-F238E27FC236}">
                  <a16:creationId xmlns:a16="http://schemas.microsoft.com/office/drawing/2014/main" id="{FAF70B4D-BC55-0146-9386-0586DB62E1F3}"/>
                </a:ext>
              </a:extLst>
            </p:cNvPr>
            <p:cNvSpPr>
              <a:spLocks/>
            </p:cNvSpPr>
            <p:nvPr/>
          </p:nvSpPr>
          <p:spPr bwMode="auto">
            <a:xfrm>
              <a:off x="9618663" y="1781175"/>
              <a:ext cx="92075" cy="185738"/>
            </a:xfrm>
            <a:custGeom>
              <a:avLst/>
              <a:gdLst>
                <a:gd name="T0" fmla="*/ 0 w 58"/>
                <a:gd name="T1" fmla="*/ 0 h 117"/>
                <a:gd name="T2" fmla="*/ 58 w 58"/>
                <a:gd name="T3" fmla="*/ 59 h 117"/>
                <a:gd name="T4" fmla="*/ 0 w 58"/>
                <a:gd name="T5" fmla="*/ 117 h 117"/>
                <a:gd name="T6" fmla="*/ 0 w 58"/>
                <a:gd name="T7" fmla="*/ 0 h 117"/>
                <a:gd name="T8" fmla="*/ 0 w 58"/>
                <a:gd name="T9" fmla="*/ 0 h 117"/>
              </a:gdLst>
              <a:ahLst/>
              <a:cxnLst>
                <a:cxn ang="0">
                  <a:pos x="T0" y="T1"/>
                </a:cxn>
                <a:cxn ang="0">
                  <a:pos x="T2" y="T3"/>
                </a:cxn>
                <a:cxn ang="0">
                  <a:pos x="T4" y="T5"/>
                </a:cxn>
                <a:cxn ang="0">
                  <a:pos x="T6" y="T7"/>
                </a:cxn>
                <a:cxn ang="0">
                  <a:pos x="T8" y="T9"/>
                </a:cxn>
              </a:cxnLst>
              <a:rect l="0" t="0" r="r" b="b"/>
              <a:pathLst>
                <a:path w="58" h="117">
                  <a:moveTo>
                    <a:pt x="0" y="0"/>
                  </a:moveTo>
                  <a:lnTo>
                    <a:pt x="58" y="59"/>
                  </a:lnTo>
                  <a:lnTo>
                    <a:pt x="0" y="117"/>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69" name="Freeform 14">
              <a:extLst>
                <a:ext uri="{FF2B5EF4-FFF2-40B4-BE49-F238E27FC236}">
                  <a16:creationId xmlns:a16="http://schemas.microsoft.com/office/drawing/2014/main" id="{07883C1D-634C-424F-906C-43CE66948363}"/>
                </a:ext>
              </a:extLst>
            </p:cNvPr>
            <p:cNvSpPr>
              <a:spLocks noEditPoints="1"/>
            </p:cNvSpPr>
            <p:nvPr/>
          </p:nvSpPr>
          <p:spPr bwMode="auto">
            <a:xfrm>
              <a:off x="8923338" y="1854200"/>
              <a:ext cx="636588" cy="41275"/>
            </a:xfrm>
            <a:custGeom>
              <a:avLst/>
              <a:gdLst>
                <a:gd name="T0" fmla="*/ 35 w 771"/>
                <a:gd name="T1" fmla="*/ 50 h 50"/>
                <a:gd name="T2" fmla="*/ 33 w 771"/>
                <a:gd name="T3" fmla="*/ 50 h 50"/>
                <a:gd name="T4" fmla="*/ 33 w 771"/>
                <a:gd name="T5" fmla="*/ 0 h 50"/>
                <a:gd name="T6" fmla="*/ 59 w 771"/>
                <a:gd name="T7" fmla="*/ 25 h 50"/>
                <a:gd name="T8" fmla="*/ 35 w 771"/>
                <a:gd name="T9" fmla="*/ 50 h 50"/>
                <a:gd name="T10" fmla="*/ 153 w 771"/>
                <a:gd name="T11" fmla="*/ 50 h 50"/>
                <a:gd name="T12" fmla="*/ 152 w 771"/>
                <a:gd name="T13" fmla="*/ 50 h 50"/>
                <a:gd name="T14" fmla="*/ 127 w 771"/>
                <a:gd name="T15" fmla="*/ 25 h 50"/>
                <a:gd name="T16" fmla="*/ 152 w 771"/>
                <a:gd name="T17" fmla="*/ 0 h 50"/>
                <a:gd name="T18" fmla="*/ 178 w 771"/>
                <a:gd name="T19" fmla="*/ 25 h 50"/>
                <a:gd name="T20" fmla="*/ 153 w 771"/>
                <a:gd name="T21" fmla="*/ 50 h 50"/>
                <a:gd name="T22" fmla="*/ 272 w 771"/>
                <a:gd name="T23" fmla="*/ 50 h 50"/>
                <a:gd name="T24" fmla="*/ 270 w 771"/>
                <a:gd name="T25" fmla="*/ 50 h 50"/>
                <a:gd name="T26" fmla="*/ 245 w 771"/>
                <a:gd name="T27" fmla="*/ 25 h 50"/>
                <a:gd name="T28" fmla="*/ 270 w 771"/>
                <a:gd name="T29" fmla="*/ 0 h 50"/>
                <a:gd name="T30" fmla="*/ 272 w 771"/>
                <a:gd name="T31" fmla="*/ 0 h 50"/>
                <a:gd name="T32" fmla="*/ 297 w 771"/>
                <a:gd name="T33" fmla="*/ 25 h 50"/>
                <a:gd name="T34" fmla="*/ 272 w 771"/>
                <a:gd name="T35" fmla="*/ 50 h 50"/>
                <a:gd name="T36" fmla="*/ 391 w 771"/>
                <a:gd name="T37" fmla="*/ 50 h 50"/>
                <a:gd name="T38" fmla="*/ 389 w 771"/>
                <a:gd name="T39" fmla="*/ 50 h 50"/>
                <a:gd name="T40" fmla="*/ 364 w 771"/>
                <a:gd name="T41" fmla="*/ 25 h 50"/>
                <a:gd name="T42" fmla="*/ 389 w 771"/>
                <a:gd name="T43" fmla="*/ 0 h 50"/>
                <a:gd name="T44" fmla="*/ 391 w 771"/>
                <a:gd name="T45" fmla="*/ 0 h 50"/>
                <a:gd name="T46" fmla="*/ 416 w 771"/>
                <a:gd name="T47" fmla="*/ 25 h 50"/>
                <a:gd name="T48" fmla="*/ 391 w 771"/>
                <a:gd name="T49" fmla="*/ 50 h 50"/>
                <a:gd name="T50" fmla="*/ 509 w 771"/>
                <a:gd name="T51" fmla="*/ 50 h 50"/>
                <a:gd name="T52" fmla="*/ 507 w 771"/>
                <a:gd name="T53" fmla="*/ 50 h 50"/>
                <a:gd name="T54" fmla="*/ 482 w 771"/>
                <a:gd name="T55" fmla="*/ 25 h 50"/>
                <a:gd name="T56" fmla="*/ 507 w 771"/>
                <a:gd name="T57" fmla="*/ 0 h 50"/>
                <a:gd name="T58" fmla="*/ 533 w 771"/>
                <a:gd name="T59" fmla="*/ 25 h 50"/>
                <a:gd name="T60" fmla="*/ 509 w 771"/>
                <a:gd name="T61" fmla="*/ 50 h 50"/>
                <a:gd name="T62" fmla="*/ 628 w 771"/>
                <a:gd name="T63" fmla="*/ 50 h 50"/>
                <a:gd name="T64" fmla="*/ 626 w 771"/>
                <a:gd name="T65" fmla="*/ 50 h 50"/>
                <a:gd name="T66" fmla="*/ 601 w 771"/>
                <a:gd name="T67" fmla="*/ 25 h 50"/>
                <a:gd name="T68" fmla="*/ 626 w 771"/>
                <a:gd name="T69" fmla="*/ 0 h 50"/>
                <a:gd name="T70" fmla="*/ 652 w 771"/>
                <a:gd name="T71" fmla="*/ 25 h 50"/>
                <a:gd name="T72" fmla="*/ 628 w 771"/>
                <a:gd name="T73" fmla="*/ 50 h 50"/>
                <a:gd name="T74" fmla="*/ 746 w 771"/>
                <a:gd name="T75" fmla="*/ 50 h 50"/>
                <a:gd name="T76" fmla="*/ 745 w 771"/>
                <a:gd name="T77" fmla="*/ 50 h 50"/>
                <a:gd name="T78" fmla="*/ 720 w 771"/>
                <a:gd name="T79" fmla="*/ 25 h 50"/>
                <a:gd name="T80" fmla="*/ 745 w 771"/>
                <a:gd name="T81" fmla="*/ 0 h 50"/>
                <a:gd name="T82" fmla="*/ 746 w 771"/>
                <a:gd name="T83" fmla="*/ 0 h 50"/>
                <a:gd name="T84" fmla="*/ 771 w 771"/>
                <a:gd name="T85" fmla="*/ 25 h 50"/>
                <a:gd name="T86" fmla="*/ 746 w 771"/>
                <a:gd name="T87"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71" h="50">
                  <a:moveTo>
                    <a:pt x="35" y="50"/>
                  </a:moveTo>
                  <a:cubicBezTo>
                    <a:pt x="33" y="50"/>
                    <a:pt x="33" y="50"/>
                    <a:pt x="33" y="50"/>
                  </a:cubicBezTo>
                  <a:cubicBezTo>
                    <a:pt x="0" y="50"/>
                    <a:pt x="0" y="0"/>
                    <a:pt x="33" y="0"/>
                  </a:cubicBezTo>
                  <a:cubicBezTo>
                    <a:pt x="47" y="0"/>
                    <a:pt x="59" y="11"/>
                    <a:pt x="59" y="25"/>
                  </a:cubicBezTo>
                  <a:cubicBezTo>
                    <a:pt x="59" y="39"/>
                    <a:pt x="49" y="50"/>
                    <a:pt x="35" y="50"/>
                  </a:cubicBezTo>
                  <a:close/>
                  <a:moveTo>
                    <a:pt x="153" y="50"/>
                  </a:moveTo>
                  <a:cubicBezTo>
                    <a:pt x="152" y="50"/>
                    <a:pt x="152" y="50"/>
                    <a:pt x="152" y="50"/>
                  </a:cubicBezTo>
                  <a:cubicBezTo>
                    <a:pt x="138" y="50"/>
                    <a:pt x="127" y="39"/>
                    <a:pt x="127" y="25"/>
                  </a:cubicBezTo>
                  <a:cubicBezTo>
                    <a:pt x="127" y="11"/>
                    <a:pt x="138" y="0"/>
                    <a:pt x="152" y="0"/>
                  </a:cubicBezTo>
                  <a:cubicBezTo>
                    <a:pt x="166" y="0"/>
                    <a:pt x="178" y="11"/>
                    <a:pt x="178" y="25"/>
                  </a:cubicBezTo>
                  <a:cubicBezTo>
                    <a:pt x="178" y="39"/>
                    <a:pt x="167" y="50"/>
                    <a:pt x="153" y="50"/>
                  </a:cubicBezTo>
                  <a:close/>
                  <a:moveTo>
                    <a:pt x="272" y="50"/>
                  </a:moveTo>
                  <a:cubicBezTo>
                    <a:pt x="270" y="50"/>
                    <a:pt x="270" y="50"/>
                    <a:pt x="270" y="50"/>
                  </a:cubicBezTo>
                  <a:cubicBezTo>
                    <a:pt x="257" y="50"/>
                    <a:pt x="245" y="39"/>
                    <a:pt x="245" y="25"/>
                  </a:cubicBezTo>
                  <a:cubicBezTo>
                    <a:pt x="245" y="11"/>
                    <a:pt x="257" y="0"/>
                    <a:pt x="270" y="0"/>
                  </a:cubicBezTo>
                  <a:cubicBezTo>
                    <a:pt x="272" y="0"/>
                    <a:pt x="272" y="0"/>
                    <a:pt x="272" y="0"/>
                  </a:cubicBezTo>
                  <a:cubicBezTo>
                    <a:pt x="286" y="0"/>
                    <a:pt x="297" y="11"/>
                    <a:pt x="297" y="25"/>
                  </a:cubicBezTo>
                  <a:cubicBezTo>
                    <a:pt x="297" y="39"/>
                    <a:pt x="286" y="50"/>
                    <a:pt x="272" y="50"/>
                  </a:cubicBezTo>
                  <a:close/>
                  <a:moveTo>
                    <a:pt x="391" y="50"/>
                  </a:moveTo>
                  <a:cubicBezTo>
                    <a:pt x="389" y="50"/>
                    <a:pt x="389" y="50"/>
                    <a:pt x="389" y="50"/>
                  </a:cubicBezTo>
                  <a:cubicBezTo>
                    <a:pt x="375" y="50"/>
                    <a:pt x="364" y="39"/>
                    <a:pt x="364" y="25"/>
                  </a:cubicBezTo>
                  <a:cubicBezTo>
                    <a:pt x="364" y="11"/>
                    <a:pt x="375" y="0"/>
                    <a:pt x="389" y="0"/>
                  </a:cubicBezTo>
                  <a:cubicBezTo>
                    <a:pt x="391" y="0"/>
                    <a:pt x="391" y="0"/>
                    <a:pt x="391" y="0"/>
                  </a:cubicBezTo>
                  <a:cubicBezTo>
                    <a:pt x="404" y="0"/>
                    <a:pt x="416" y="11"/>
                    <a:pt x="416" y="25"/>
                  </a:cubicBezTo>
                  <a:cubicBezTo>
                    <a:pt x="416" y="39"/>
                    <a:pt x="404" y="50"/>
                    <a:pt x="391" y="50"/>
                  </a:cubicBezTo>
                  <a:close/>
                  <a:moveTo>
                    <a:pt x="509" y="50"/>
                  </a:moveTo>
                  <a:cubicBezTo>
                    <a:pt x="507" y="50"/>
                    <a:pt x="507" y="50"/>
                    <a:pt x="507" y="50"/>
                  </a:cubicBezTo>
                  <a:cubicBezTo>
                    <a:pt x="494" y="50"/>
                    <a:pt x="482" y="39"/>
                    <a:pt x="482" y="25"/>
                  </a:cubicBezTo>
                  <a:cubicBezTo>
                    <a:pt x="482" y="11"/>
                    <a:pt x="494" y="0"/>
                    <a:pt x="507" y="0"/>
                  </a:cubicBezTo>
                  <a:cubicBezTo>
                    <a:pt x="521" y="0"/>
                    <a:pt x="533" y="11"/>
                    <a:pt x="533" y="25"/>
                  </a:cubicBezTo>
                  <a:cubicBezTo>
                    <a:pt x="533" y="39"/>
                    <a:pt x="523" y="50"/>
                    <a:pt x="509" y="50"/>
                  </a:cubicBezTo>
                  <a:close/>
                  <a:moveTo>
                    <a:pt x="628" y="50"/>
                  </a:moveTo>
                  <a:cubicBezTo>
                    <a:pt x="626" y="50"/>
                    <a:pt x="626" y="50"/>
                    <a:pt x="626" y="50"/>
                  </a:cubicBezTo>
                  <a:cubicBezTo>
                    <a:pt x="612" y="50"/>
                    <a:pt x="601" y="39"/>
                    <a:pt x="601" y="25"/>
                  </a:cubicBezTo>
                  <a:cubicBezTo>
                    <a:pt x="601" y="11"/>
                    <a:pt x="612" y="0"/>
                    <a:pt x="626" y="0"/>
                  </a:cubicBezTo>
                  <a:cubicBezTo>
                    <a:pt x="640" y="0"/>
                    <a:pt x="652" y="11"/>
                    <a:pt x="652" y="25"/>
                  </a:cubicBezTo>
                  <a:cubicBezTo>
                    <a:pt x="652" y="39"/>
                    <a:pt x="642" y="50"/>
                    <a:pt x="628" y="50"/>
                  </a:cubicBezTo>
                  <a:close/>
                  <a:moveTo>
                    <a:pt x="746" y="50"/>
                  </a:moveTo>
                  <a:cubicBezTo>
                    <a:pt x="745" y="50"/>
                    <a:pt x="745" y="50"/>
                    <a:pt x="745" y="50"/>
                  </a:cubicBezTo>
                  <a:cubicBezTo>
                    <a:pt x="731" y="50"/>
                    <a:pt x="720" y="39"/>
                    <a:pt x="720" y="25"/>
                  </a:cubicBezTo>
                  <a:cubicBezTo>
                    <a:pt x="720" y="11"/>
                    <a:pt x="731" y="0"/>
                    <a:pt x="745" y="0"/>
                  </a:cubicBezTo>
                  <a:cubicBezTo>
                    <a:pt x="746" y="0"/>
                    <a:pt x="746" y="0"/>
                    <a:pt x="746" y="0"/>
                  </a:cubicBezTo>
                  <a:cubicBezTo>
                    <a:pt x="760" y="0"/>
                    <a:pt x="771" y="11"/>
                    <a:pt x="771" y="25"/>
                  </a:cubicBezTo>
                  <a:cubicBezTo>
                    <a:pt x="771" y="39"/>
                    <a:pt x="760" y="50"/>
                    <a:pt x="746"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70" name="Freeform 15">
              <a:extLst>
                <a:ext uri="{FF2B5EF4-FFF2-40B4-BE49-F238E27FC236}">
                  <a16:creationId xmlns:a16="http://schemas.microsoft.com/office/drawing/2014/main" id="{768B94C8-A677-064A-8545-30E106EF2203}"/>
                </a:ext>
              </a:extLst>
            </p:cNvPr>
            <p:cNvSpPr>
              <a:spLocks/>
            </p:cNvSpPr>
            <p:nvPr/>
          </p:nvSpPr>
          <p:spPr bwMode="auto">
            <a:xfrm>
              <a:off x="7483475" y="1781175"/>
              <a:ext cx="92075" cy="185738"/>
            </a:xfrm>
            <a:custGeom>
              <a:avLst/>
              <a:gdLst>
                <a:gd name="T0" fmla="*/ 0 w 58"/>
                <a:gd name="T1" fmla="*/ 0 h 117"/>
                <a:gd name="T2" fmla="*/ 58 w 58"/>
                <a:gd name="T3" fmla="*/ 59 h 117"/>
                <a:gd name="T4" fmla="*/ 0 w 58"/>
                <a:gd name="T5" fmla="*/ 117 h 117"/>
                <a:gd name="T6" fmla="*/ 0 w 58"/>
                <a:gd name="T7" fmla="*/ 0 h 117"/>
                <a:gd name="T8" fmla="*/ 0 w 58"/>
                <a:gd name="T9" fmla="*/ 0 h 117"/>
              </a:gdLst>
              <a:ahLst/>
              <a:cxnLst>
                <a:cxn ang="0">
                  <a:pos x="T0" y="T1"/>
                </a:cxn>
                <a:cxn ang="0">
                  <a:pos x="T2" y="T3"/>
                </a:cxn>
                <a:cxn ang="0">
                  <a:pos x="T4" y="T5"/>
                </a:cxn>
                <a:cxn ang="0">
                  <a:pos x="T6" y="T7"/>
                </a:cxn>
                <a:cxn ang="0">
                  <a:pos x="T8" y="T9"/>
                </a:cxn>
              </a:cxnLst>
              <a:rect l="0" t="0" r="r" b="b"/>
              <a:pathLst>
                <a:path w="58" h="117">
                  <a:moveTo>
                    <a:pt x="0" y="0"/>
                  </a:moveTo>
                  <a:lnTo>
                    <a:pt x="58" y="59"/>
                  </a:lnTo>
                  <a:lnTo>
                    <a:pt x="0" y="117"/>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71" name="Freeform 16">
              <a:extLst>
                <a:ext uri="{FF2B5EF4-FFF2-40B4-BE49-F238E27FC236}">
                  <a16:creationId xmlns:a16="http://schemas.microsoft.com/office/drawing/2014/main" id="{AEFDA941-B388-D544-8A20-2ABE45EF5879}"/>
                </a:ext>
              </a:extLst>
            </p:cNvPr>
            <p:cNvSpPr>
              <a:spLocks noEditPoints="1"/>
            </p:cNvSpPr>
            <p:nvPr/>
          </p:nvSpPr>
          <p:spPr bwMode="auto">
            <a:xfrm>
              <a:off x="6788150" y="1854200"/>
              <a:ext cx="636588" cy="41275"/>
            </a:xfrm>
            <a:custGeom>
              <a:avLst/>
              <a:gdLst>
                <a:gd name="T0" fmla="*/ 34 w 771"/>
                <a:gd name="T1" fmla="*/ 50 h 50"/>
                <a:gd name="T2" fmla="*/ 33 w 771"/>
                <a:gd name="T3" fmla="*/ 50 h 50"/>
                <a:gd name="T4" fmla="*/ 33 w 771"/>
                <a:gd name="T5" fmla="*/ 0 h 50"/>
                <a:gd name="T6" fmla="*/ 59 w 771"/>
                <a:gd name="T7" fmla="*/ 25 h 50"/>
                <a:gd name="T8" fmla="*/ 34 w 771"/>
                <a:gd name="T9" fmla="*/ 50 h 50"/>
                <a:gd name="T10" fmla="*/ 153 w 771"/>
                <a:gd name="T11" fmla="*/ 50 h 50"/>
                <a:gd name="T12" fmla="*/ 151 w 771"/>
                <a:gd name="T13" fmla="*/ 50 h 50"/>
                <a:gd name="T14" fmla="*/ 126 w 771"/>
                <a:gd name="T15" fmla="*/ 25 h 50"/>
                <a:gd name="T16" fmla="*/ 151 w 771"/>
                <a:gd name="T17" fmla="*/ 0 h 50"/>
                <a:gd name="T18" fmla="*/ 177 w 771"/>
                <a:gd name="T19" fmla="*/ 25 h 50"/>
                <a:gd name="T20" fmla="*/ 153 w 771"/>
                <a:gd name="T21" fmla="*/ 50 h 50"/>
                <a:gd name="T22" fmla="*/ 271 w 771"/>
                <a:gd name="T23" fmla="*/ 50 h 50"/>
                <a:gd name="T24" fmla="*/ 270 w 771"/>
                <a:gd name="T25" fmla="*/ 50 h 50"/>
                <a:gd name="T26" fmla="*/ 245 w 771"/>
                <a:gd name="T27" fmla="*/ 25 h 50"/>
                <a:gd name="T28" fmla="*/ 270 w 771"/>
                <a:gd name="T29" fmla="*/ 0 h 50"/>
                <a:gd name="T30" fmla="*/ 271 w 771"/>
                <a:gd name="T31" fmla="*/ 0 h 50"/>
                <a:gd name="T32" fmla="*/ 297 w 771"/>
                <a:gd name="T33" fmla="*/ 25 h 50"/>
                <a:gd name="T34" fmla="*/ 271 w 771"/>
                <a:gd name="T35" fmla="*/ 50 h 50"/>
                <a:gd name="T36" fmla="*/ 390 w 771"/>
                <a:gd name="T37" fmla="*/ 50 h 50"/>
                <a:gd name="T38" fmla="*/ 388 w 771"/>
                <a:gd name="T39" fmla="*/ 50 h 50"/>
                <a:gd name="T40" fmla="*/ 363 w 771"/>
                <a:gd name="T41" fmla="*/ 25 h 50"/>
                <a:gd name="T42" fmla="*/ 388 w 771"/>
                <a:gd name="T43" fmla="*/ 0 h 50"/>
                <a:gd name="T44" fmla="*/ 390 w 771"/>
                <a:gd name="T45" fmla="*/ 0 h 50"/>
                <a:gd name="T46" fmla="*/ 415 w 771"/>
                <a:gd name="T47" fmla="*/ 25 h 50"/>
                <a:gd name="T48" fmla="*/ 390 w 771"/>
                <a:gd name="T49" fmla="*/ 50 h 50"/>
                <a:gd name="T50" fmla="*/ 509 w 771"/>
                <a:gd name="T51" fmla="*/ 50 h 50"/>
                <a:gd name="T52" fmla="*/ 507 w 771"/>
                <a:gd name="T53" fmla="*/ 50 h 50"/>
                <a:gd name="T54" fmla="*/ 482 w 771"/>
                <a:gd name="T55" fmla="*/ 25 h 50"/>
                <a:gd name="T56" fmla="*/ 507 w 771"/>
                <a:gd name="T57" fmla="*/ 0 h 50"/>
                <a:gd name="T58" fmla="*/ 533 w 771"/>
                <a:gd name="T59" fmla="*/ 25 h 50"/>
                <a:gd name="T60" fmla="*/ 509 w 771"/>
                <a:gd name="T61" fmla="*/ 50 h 50"/>
                <a:gd name="T62" fmla="*/ 627 w 771"/>
                <a:gd name="T63" fmla="*/ 50 h 50"/>
                <a:gd name="T64" fmla="*/ 625 w 771"/>
                <a:gd name="T65" fmla="*/ 50 h 50"/>
                <a:gd name="T66" fmla="*/ 600 w 771"/>
                <a:gd name="T67" fmla="*/ 25 h 50"/>
                <a:gd name="T68" fmla="*/ 625 w 771"/>
                <a:gd name="T69" fmla="*/ 0 h 50"/>
                <a:gd name="T70" fmla="*/ 651 w 771"/>
                <a:gd name="T71" fmla="*/ 25 h 50"/>
                <a:gd name="T72" fmla="*/ 627 w 771"/>
                <a:gd name="T73" fmla="*/ 50 h 50"/>
                <a:gd name="T74" fmla="*/ 746 w 771"/>
                <a:gd name="T75" fmla="*/ 50 h 50"/>
                <a:gd name="T76" fmla="*/ 744 w 771"/>
                <a:gd name="T77" fmla="*/ 50 h 50"/>
                <a:gd name="T78" fmla="*/ 719 w 771"/>
                <a:gd name="T79" fmla="*/ 25 h 50"/>
                <a:gd name="T80" fmla="*/ 744 w 771"/>
                <a:gd name="T81" fmla="*/ 0 h 50"/>
                <a:gd name="T82" fmla="*/ 746 w 771"/>
                <a:gd name="T83" fmla="*/ 0 h 50"/>
                <a:gd name="T84" fmla="*/ 771 w 771"/>
                <a:gd name="T85" fmla="*/ 25 h 50"/>
                <a:gd name="T86" fmla="*/ 746 w 771"/>
                <a:gd name="T87"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71" h="50">
                  <a:moveTo>
                    <a:pt x="34" y="50"/>
                  </a:moveTo>
                  <a:cubicBezTo>
                    <a:pt x="33" y="50"/>
                    <a:pt x="33" y="50"/>
                    <a:pt x="33" y="50"/>
                  </a:cubicBezTo>
                  <a:cubicBezTo>
                    <a:pt x="0" y="50"/>
                    <a:pt x="0" y="0"/>
                    <a:pt x="33" y="0"/>
                  </a:cubicBezTo>
                  <a:cubicBezTo>
                    <a:pt x="46" y="0"/>
                    <a:pt x="59" y="11"/>
                    <a:pt x="59" y="25"/>
                  </a:cubicBezTo>
                  <a:cubicBezTo>
                    <a:pt x="59" y="39"/>
                    <a:pt x="48" y="50"/>
                    <a:pt x="34" y="50"/>
                  </a:cubicBezTo>
                  <a:close/>
                  <a:moveTo>
                    <a:pt x="153" y="50"/>
                  </a:moveTo>
                  <a:cubicBezTo>
                    <a:pt x="151" y="50"/>
                    <a:pt x="151" y="50"/>
                    <a:pt x="151" y="50"/>
                  </a:cubicBezTo>
                  <a:cubicBezTo>
                    <a:pt x="137" y="50"/>
                    <a:pt x="126" y="39"/>
                    <a:pt x="126" y="25"/>
                  </a:cubicBezTo>
                  <a:cubicBezTo>
                    <a:pt x="126" y="11"/>
                    <a:pt x="137" y="0"/>
                    <a:pt x="151" y="0"/>
                  </a:cubicBezTo>
                  <a:cubicBezTo>
                    <a:pt x="165" y="0"/>
                    <a:pt x="177" y="11"/>
                    <a:pt x="177" y="25"/>
                  </a:cubicBezTo>
                  <a:cubicBezTo>
                    <a:pt x="177" y="39"/>
                    <a:pt x="167" y="50"/>
                    <a:pt x="153" y="50"/>
                  </a:cubicBezTo>
                  <a:close/>
                  <a:moveTo>
                    <a:pt x="271" y="50"/>
                  </a:moveTo>
                  <a:cubicBezTo>
                    <a:pt x="270" y="50"/>
                    <a:pt x="270" y="50"/>
                    <a:pt x="270" y="50"/>
                  </a:cubicBezTo>
                  <a:cubicBezTo>
                    <a:pt x="256" y="50"/>
                    <a:pt x="245" y="39"/>
                    <a:pt x="245" y="25"/>
                  </a:cubicBezTo>
                  <a:cubicBezTo>
                    <a:pt x="245" y="11"/>
                    <a:pt x="256" y="0"/>
                    <a:pt x="270" y="0"/>
                  </a:cubicBezTo>
                  <a:cubicBezTo>
                    <a:pt x="271" y="0"/>
                    <a:pt x="271" y="0"/>
                    <a:pt x="271" y="0"/>
                  </a:cubicBezTo>
                  <a:cubicBezTo>
                    <a:pt x="285" y="0"/>
                    <a:pt x="297" y="11"/>
                    <a:pt x="297" y="25"/>
                  </a:cubicBezTo>
                  <a:cubicBezTo>
                    <a:pt x="297" y="39"/>
                    <a:pt x="285" y="50"/>
                    <a:pt x="271" y="50"/>
                  </a:cubicBezTo>
                  <a:close/>
                  <a:moveTo>
                    <a:pt x="390" y="50"/>
                  </a:moveTo>
                  <a:cubicBezTo>
                    <a:pt x="388" y="50"/>
                    <a:pt x="388" y="50"/>
                    <a:pt x="388" y="50"/>
                  </a:cubicBezTo>
                  <a:cubicBezTo>
                    <a:pt x="375" y="50"/>
                    <a:pt x="363" y="39"/>
                    <a:pt x="363" y="25"/>
                  </a:cubicBezTo>
                  <a:cubicBezTo>
                    <a:pt x="363" y="11"/>
                    <a:pt x="375" y="0"/>
                    <a:pt x="388" y="0"/>
                  </a:cubicBezTo>
                  <a:cubicBezTo>
                    <a:pt x="390" y="0"/>
                    <a:pt x="390" y="0"/>
                    <a:pt x="390" y="0"/>
                  </a:cubicBezTo>
                  <a:cubicBezTo>
                    <a:pt x="404" y="0"/>
                    <a:pt x="415" y="11"/>
                    <a:pt x="415" y="25"/>
                  </a:cubicBezTo>
                  <a:cubicBezTo>
                    <a:pt x="415" y="39"/>
                    <a:pt x="404" y="50"/>
                    <a:pt x="390" y="50"/>
                  </a:cubicBezTo>
                  <a:close/>
                  <a:moveTo>
                    <a:pt x="509" y="50"/>
                  </a:moveTo>
                  <a:cubicBezTo>
                    <a:pt x="507" y="50"/>
                    <a:pt x="507" y="50"/>
                    <a:pt x="507" y="50"/>
                  </a:cubicBezTo>
                  <a:cubicBezTo>
                    <a:pt x="493" y="50"/>
                    <a:pt x="482" y="39"/>
                    <a:pt x="482" y="25"/>
                  </a:cubicBezTo>
                  <a:cubicBezTo>
                    <a:pt x="482" y="11"/>
                    <a:pt x="493" y="0"/>
                    <a:pt x="507" y="0"/>
                  </a:cubicBezTo>
                  <a:cubicBezTo>
                    <a:pt x="521" y="0"/>
                    <a:pt x="533" y="11"/>
                    <a:pt x="533" y="25"/>
                  </a:cubicBezTo>
                  <a:cubicBezTo>
                    <a:pt x="533" y="39"/>
                    <a:pt x="522" y="50"/>
                    <a:pt x="509" y="50"/>
                  </a:cubicBezTo>
                  <a:close/>
                  <a:moveTo>
                    <a:pt x="627" y="50"/>
                  </a:moveTo>
                  <a:cubicBezTo>
                    <a:pt x="625" y="50"/>
                    <a:pt x="625" y="50"/>
                    <a:pt x="625" y="50"/>
                  </a:cubicBezTo>
                  <a:cubicBezTo>
                    <a:pt x="612" y="50"/>
                    <a:pt x="600" y="39"/>
                    <a:pt x="600" y="25"/>
                  </a:cubicBezTo>
                  <a:cubicBezTo>
                    <a:pt x="600" y="11"/>
                    <a:pt x="612" y="0"/>
                    <a:pt x="625" y="0"/>
                  </a:cubicBezTo>
                  <a:cubicBezTo>
                    <a:pt x="639" y="0"/>
                    <a:pt x="651" y="11"/>
                    <a:pt x="651" y="25"/>
                  </a:cubicBezTo>
                  <a:cubicBezTo>
                    <a:pt x="651" y="39"/>
                    <a:pt x="641" y="50"/>
                    <a:pt x="627" y="50"/>
                  </a:cubicBezTo>
                  <a:close/>
                  <a:moveTo>
                    <a:pt x="746" y="50"/>
                  </a:moveTo>
                  <a:cubicBezTo>
                    <a:pt x="744" y="50"/>
                    <a:pt x="744" y="50"/>
                    <a:pt x="744" y="50"/>
                  </a:cubicBezTo>
                  <a:cubicBezTo>
                    <a:pt x="730" y="50"/>
                    <a:pt x="719" y="39"/>
                    <a:pt x="719" y="25"/>
                  </a:cubicBezTo>
                  <a:cubicBezTo>
                    <a:pt x="719" y="11"/>
                    <a:pt x="730" y="0"/>
                    <a:pt x="744" y="0"/>
                  </a:cubicBezTo>
                  <a:cubicBezTo>
                    <a:pt x="746" y="0"/>
                    <a:pt x="746" y="0"/>
                    <a:pt x="746" y="0"/>
                  </a:cubicBezTo>
                  <a:cubicBezTo>
                    <a:pt x="760" y="0"/>
                    <a:pt x="771" y="11"/>
                    <a:pt x="771" y="25"/>
                  </a:cubicBezTo>
                  <a:cubicBezTo>
                    <a:pt x="771" y="39"/>
                    <a:pt x="760" y="50"/>
                    <a:pt x="746"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72" name="Freeform 17">
              <a:extLst>
                <a:ext uri="{FF2B5EF4-FFF2-40B4-BE49-F238E27FC236}">
                  <a16:creationId xmlns:a16="http://schemas.microsoft.com/office/drawing/2014/main" id="{99F64FDF-5FED-514F-BA6D-741A041B8DCB}"/>
                </a:ext>
              </a:extLst>
            </p:cNvPr>
            <p:cNvSpPr>
              <a:spLocks/>
            </p:cNvSpPr>
            <p:nvPr/>
          </p:nvSpPr>
          <p:spPr bwMode="auto">
            <a:xfrm>
              <a:off x="5332413" y="1781175"/>
              <a:ext cx="93663" cy="185738"/>
            </a:xfrm>
            <a:custGeom>
              <a:avLst/>
              <a:gdLst>
                <a:gd name="T0" fmla="*/ 0 w 59"/>
                <a:gd name="T1" fmla="*/ 0 h 117"/>
                <a:gd name="T2" fmla="*/ 59 w 59"/>
                <a:gd name="T3" fmla="*/ 59 h 117"/>
                <a:gd name="T4" fmla="*/ 0 w 59"/>
                <a:gd name="T5" fmla="*/ 117 h 117"/>
                <a:gd name="T6" fmla="*/ 0 w 59"/>
                <a:gd name="T7" fmla="*/ 0 h 117"/>
                <a:gd name="T8" fmla="*/ 0 w 59"/>
                <a:gd name="T9" fmla="*/ 0 h 117"/>
              </a:gdLst>
              <a:ahLst/>
              <a:cxnLst>
                <a:cxn ang="0">
                  <a:pos x="T0" y="T1"/>
                </a:cxn>
                <a:cxn ang="0">
                  <a:pos x="T2" y="T3"/>
                </a:cxn>
                <a:cxn ang="0">
                  <a:pos x="T4" y="T5"/>
                </a:cxn>
                <a:cxn ang="0">
                  <a:pos x="T6" y="T7"/>
                </a:cxn>
                <a:cxn ang="0">
                  <a:pos x="T8" y="T9"/>
                </a:cxn>
              </a:cxnLst>
              <a:rect l="0" t="0" r="r" b="b"/>
              <a:pathLst>
                <a:path w="59" h="117">
                  <a:moveTo>
                    <a:pt x="0" y="0"/>
                  </a:moveTo>
                  <a:lnTo>
                    <a:pt x="59" y="59"/>
                  </a:lnTo>
                  <a:lnTo>
                    <a:pt x="0" y="117"/>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73" name="Freeform 18">
              <a:extLst>
                <a:ext uri="{FF2B5EF4-FFF2-40B4-BE49-F238E27FC236}">
                  <a16:creationId xmlns:a16="http://schemas.microsoft.com/office/drawing/2014/main" id="{E3D6AD14-9666-AF44-BA9A-FEF43A7D1ADE}"/>
                </a:ext>
              </a:extLst>
            </p:cNvPr>
            <p:cNvSpPr>
              <a:spLocks noEditPoints="1"/>
            </p:cNvSpPr>
            <p:nvPr/>
          </p:nvSpPr>
          <p:spPr bwMode="auto">
            <a:xfrm>
              <a:off x="4637088" y="1854200"/>
              <a:ext cx="638175" cy="41275"/>
            </a:xfrm>
            <a:custGeom>
              <a:avLst/>
              <a:gdLst>
                <a:gd name="T0" fmla="*/ 35 w 772"/>
                <a:gd name="T1" fmla="*/ 50 h 50"/>
                <a:gd name="T2" fmla="*/ 33 w 772"/>
                <a:gd name="T3" fmla="*/ 50 h 50"/>
                <a:gd name="T4" fmla="*/ 33 w 772"/>
                <a:gd name="T5" fmla="*/ 0 h 50"/>
                <a:gd name="T6" fmla="*/ 59 w 772"/>
                <a:gd name="T7" fmla="*/ 25 h 50"/>
                <a:gd name="T8" fmla="*/ 35 w 772"/>
                <a:gd name="T9" fmla="*/ 50 h 50"/>
                <a:gd name="T10" fmla="*/ 154 w 772"/>
                <a:gd name="T11" fmla="*/ 50 h 50"/>
                <a:gd name="T12" fmla="*/ 152 w 772"/>
                <a:gd name="T13" fmla="*/ 50 h 50"/>
                <a:gd name="T14" fmla="*/ 127 w 772"/>
                <a:gd name="T15" fmla="*/ 25 h 50"/>
                <a:gd name="T16" fmla="*/ 152 w 772"/>
                <a:gd name="T17" fmla="*/ 0 h 50"/>
                <a:gd name="T18" fmla="*/ 178 w 772"/>
                <a:gd name="T19" fmla="*/ 25 h 50"/>
                <a:gd name="T20" fmla="*/ 154 w 772"/>
                <a:gd name="T21" fmla="*/ 50 h 50"/>
                <a:gd name="T22" fmla="*/ 272 w 772"/>
                <a:gd name="T23" fmla="*/ 50 h 50"/>
                <a:gd name="T24" fmla="*/ 271 w 772"/>
                <a:gd name="T25" fmla="*/ 50 h 50"/>
                <a:gd name="T26" fmla="*/ 245 w 772"/>
                <a:gd name="T27" fmla="*/ 25 h 50"/>
                <a:gd name="T28" fmla="*/ 271 w 772"/>
                <a:gd name="T29" fmla="*/ 0 h 50"/>
                <a:gd name="T30" fmla="*/ 272 w 772"/>
                <a:gd name="T31" fmla="*/ 0 h 50"/>
                <a:gd name="T32" fmla="*/ 297 w 772"/>
                <a:gd name="T33" fmla="*/ 25 h 50"/>
                <a:gd name="T34" fmla="*/ 272 w 772"/>
                <a:gd name="T35" fmla="*/ 50 h 50"/>
                <a:gd name="T36" fmla="*/ 391 w 772"/>
                <a:gd name="T37" fmla="*/ 50 h 50"/>
                <a:gd name="T38" fmla="*/ 389 w 772"/>
                <a:gd name="T39" fmla="*/ 50 h 50"/>
                <a:gd name="T40" fmla="*/ 364 w 772"/>
                <a:gd name="T41" fmla="*/ 25 h 50"/>
                <a:gd name="T42" fmla="*/ 389 w 772"/>
                <a:gd name="T43" fmla="*/ 0 h 50"/>
                <a:gd name="T44" fmla="*/ 391 w 772"/>
                <a:gd name="T45" fmla="*/ 0 h 50"/>
                <a:gd name="T46" fmla="*/ 416 w 772"/>
                <a:gd name="T47" fmla="*/ 25 h 50"/>
                <a:gd name="T48" fmla="*/ 391 w 772"/>
                <a:gd name="T49" fmla="*/ 50 h 50"/>
                <a:gd name="T50" fmla="*/ 509 w 772"/>
                <a:gd name="T51" fmla="*/ 50 h 50"/>
                <a:gd name="T52" fmla="*/ 508 w 772"/>
                <a:gd name="T53" fmla="*/ 50 h 50"/>
                <a:gd name="T54" fmla="*/ 483 w 772"/>
                <a:gd name="T55" fmla="*/ 25 h 50"/>
                <a:gd name="T56" fmla="*/ 508 w 772"/>
                <a:gd name="T57" fmla="*/ 0 h 50"/>
                <a:gd name="T58" fmla="*/ 534 w 772"/>
                <a:gd name="T59" fmla="*/ 25 h 50"/>
                <a:gd name="T60" fmla="*/ 509 w 772"/>
                <a:gd name="T61" fmla="*/ 50 h 50"/>
                <a:gd name="T62" fmla="*/ 628 w 772"/>
                <a:gd name="T63" fmla="*/ 50 h 50"/>
                <a:gd name="T64" fmla="*/ 626 w 772"/>
                <a:gd name="T65" fmla="*/ 50 h 50"/>
                <a:gd name="T66" fmla="*/ 601 w 772"/>
                <a:gd name="T67" fmla="*/ 25 h 50"/>
                <a:gd name="T68" fmla="*/ 626 w 772"/>
                <a:gd name="T69" fmla="*/ 0 h 50"/>
                <a:gd name="T70" fmla="*/ 652 w 772"/>
                <a:gd name="T71" fmla="*/ 25 h 50"/>
                <a:gd name="T72" fmla="*/ 628 w 772"/>
                <a:gd name="T73" fmla="*/ 50 h 50"/>
                <a:gd name="T74" fmla="*/ 746 w 772"/>
                <a:gd name="T75" fmla="*/ 50 h 50"/>
                <a:gd name="T76" fmla="*/ 745 w 772"/>
                <a:gd name="T77" fmla="*/ 50 h 50"/>
                <a:gd name="T78" fmla="*/ 720 w 772"/>
                <a:gd name="T79" fmla="*/ 25 h 50"/>
                <a:gd name="T80" fmla="*/ 745 w 772"/>
                <a:gd name="T81" fmla="*/ 0 h 50"/>
                <a:gd name="T82" fmla="*/ 746 w 772"/>
                <a:gd name="T83" fmla="*/ 0 h 50"/>
                <a:gd name="T84" fmla="*/ 772 w 772"/>
                <a:gd name="T85" fmla="*/ 25 h 50"/>
                <a:gd name="T86" fmla="*/ 746 w 772"/>
                <a:gd name="T87"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72" h="50">
                  <a:moveTo>
                    <a:pt x="35" y="50"/>
                  </a:moveTo>
                  <a:cubicBezTo>
                    <a:pt x="33" y="50"/>
                    <a:pt x="33" y="50"/>
                    <a:pt x="33" y="50"/>
                  </a:cubicBezTo>
                  <a:cubicBezTo>
                    <a:pt x="0" y="50"/>
                    <a:pt x="0" y="0"/>
                    <a:pt x="33" y="0"/>
                  </a:cubicBezTo>
                  <a:cubicBezTo>
                    <a:pt x="47" y="0"/>
                    <a:pt x="59" y="11"/>
                    <a:pt x="59" y="25"/>
                  </a:cubicBezTo>
                  <a:cubicBezTo>
                    <a:pt x="59" y="39"/>
                    <a:pt x="49" y="50"/>
                    <a:pt x="35" y="50"/>
                  </a:cubicBezTo>
                  <a:close/>
                  <a:moveTo>
                    <a:pt x="154" y="50"/>
                  </a:moveTo>
                  <a:cubicBezTo>
                    <a:pt x="152" y="50"/>
                    <a:pt x="152" y="50"/>
                    <a:pt x="152" y="50"/>
                  </a:cubicBezTo>
                  <a:cubicBezTo>
                    <a:pt x="138" y="50"/>
                    <a:pt x="127" y="39"/>
                    <a:pt x="127" y="25"/>
                  </a:cubicBezTo>
                  <a:cubicBezTo>
                    <a:pt x="127" y="11"/>
                    <a:pt x="138" y="0"/>
                    <a:pt x="152" y="0"/>
                  </a:cubicBezTo>
                  <a:cubicBezTo>
                    <a:pt x="166" y="0"/>
                    <a:pt x="178" y="11"/>
                    <a:pt x="178" y="25"/>
                  </a:cubicBezTo>
                  <a:cubicBezTo>
                    <a:pt x="178" y="39"/>
                    <a:pt x="167" y="50"/>
                    <a:pt x="154" y="50"/>
                  </a:cubicBezTo>
                  <a:close/>
                  <a:moveTo>
                    <a:pt x="272" y="50"/>
                  </a:moveTo>
                  <a:cubicBezTo>
                    <a:pt x="271" y="50"/>
                    <a:pt x="271" y="50"/>
                    <a:pt x="271" y="50"/>
                  </a:cubicBezTo>
                  <a:cubicBezTo>
                    <a:pt x="257" y="50"/>
                    <a:pt x="245" y="39"/>
                    <a:pt x="245" y="25"/>
                  </a:cubicBezTo>
                  <a:cubicBezTo>
                    <a:pt x="245" y="11"/>
                    <a:pt x="257" y="0"/>
                    <a:pt x="271" y="0"/>
                  </a:cubicBezTo>
                  <a:cubicBezTo>
                    <a:pt x="272" y="0"/>
                    <a:pt x="272" y="0"/>
                    <a:pt x="272" y="0"/>
                  </a:cubicBezTo>
                  <a:cubicBezTo>
                    <a:pt x="286" y="0"/>
                    <a:pt x="297" y="11"/>
                    <a:pt x="297" y="25"/>
                  </a:cubicBezTo>
                  <a:cubicBezTo>
                    <a:pt x="297" y="39"/>
                    <a:pt x="286" y="50"/>
                    <a:pt x="272" y="50"/>
                  </a:cubicBezTo>
                  <a:close/>
                  <a:moveTo>
                    <a:pt x="391" y="50"/>
                  </a:moveTo>
                  <a:cubicBezTo>
                    <a:pt x="389" y="50"/>
                    <a:pt x="389" y="50"/>
                    <a:pt x="389" y="50"/>
                  </a:cubicBezTo>
                  <a:cubicBezTo>
                    <a:pt x="375" y="50"/>
                    <a:pt x="364" y="39"/>
                    <a:pt x="364" y="25"/>
                  </a:cubicBezTo>
                  <a:cubicBezTo>
                    <a:pt x="364" y="11"/>
                    <a:pt x="375" y="0"/>
                    <a:pt x="389" y="0"/>
                  </a:cubicBezTo>
                  <a:cubicBezTo>
                    <a:pt x="391" y="0"/>
                    <a:pt x="391" y="0"/>
                    <a:pt x="391" y="0"/>
                  </a:cubicBezTo>
                  <a:cubicBezTo>
                    <a:pt x="405" y="0"/>
                    <a:pt x="416" y="11"/>
                    <a:pt x="416" y="25"/>
                  </a:cubicBezTo>
                  <a:cubicBezTo>
                    <a:pt x="416" y="39"/>
                    <a:pt x="405" y="50"/>
                    <a:pt x="391" y="50"/>
                  </a:cubicBezTo>
                  <a:close/>
                  <a:moveTo>
                    <a:pt x="509" y="50"/>
                  </a:moveTo>
                  <a:cubicBezTo>
                    <a:pt x="508" y="50"/>
                    <a:pt x="508" y="50"/>
                    <a:pt x="508" y="50"/>
                  </a:cubicBezTo>
                  <a:cubicBezTo>
                    <a:pt x="494" y="50"/>
                    <a:pt x="483" y="39"/>
                    <a:pt x="483" y="25"/>
                  </a:cubicBezTo>
                  <a:cubicBezTo>
                    <a:pt x="483" y="11"/>
                    <a:pt x="494" y="0"/>
                    <a:pt x="508" y="0"/>
                  </a:cubicBezTo>
                  <a:cubicBezTo>
                    <a:pt x="521" y="0"/>
                    <a:pt x="534" y="11"/>
                    <a:pt x="534" y="25"/>
                  </a:cubicBezTo>
                  <a:cubicBezTo>
                    <a:pt x="534" y="39"/>
                    <a:pt x="523" y="50"/>
                    <a:pt x="509" y="50"/>
                  </a:cubicBezTo>
                  <a:close/>
                  <a:moveTo>
                    <a:pt x="628" y="50"/>
                  </a:moveTo>
                  <a:cubicBezTo>
                    <a:pt x="626" y="50"/>
                    <a:pt x="626" y="50"/>
                    <a:pt x="626" y="50"/>
                  </a:cubicBezTo>
                  <a:cubicBezTo>
                    <a:pt x="612" y="50"/>
                    <a:pt x="601" y="39"/>
                    <a:pt x="601" y="25"/>
                  </a:cubicBezTo>
                  <a:cubicBezTo>
                    <a:pt x="601" y="11"/>
                    <a:pt x="612" y="0"/>
                    <a:pt x="626" y="0"/>
                  </a:cubicBezTo>
                  <a:cubicBezTo>
                    <a:pt x="640" y="0"/>
                    <a:pt x="652" y="11"/>
                    <a:pt x="652" y="25"/>
                  </a:cubicBezTo>
                  <a:cubicBezTo>
                    <a:pt x="652" y="39"/>
                    <a:pt x="642" y="50"/>
                    <a:pt x="628" y="50"/>
                  </a:cubicBezTo>
                  <a:close/>
                  <a:moveTo>
                    <a:pt x="746" y="50"/>
                  </a:moveTo>
                  <a:cubicBezTo>
                    <a:pt x="745" y="50"/>
                    <a:pt x="745" y="50"/>
                    <a:pt x="745" y="50"/>
                  </a:cubicBezTo>
                  <a:cubicBezTo>
                    <a:pt x="731" y="50"/>
                    <a:pt x="720" y="39"/>
                    <a:pt x="720" y="25"/>
                  </a:cubicBezTo>
                  <a:cubicBezTo>
                    <a:pt x="720" y="11"/>
                    <a:pt x="731" y="0"/>
                    <a:pt x="745" y="0"/>
                  </a:cubicBezTo>
                  <a:cubicBezTo>
                    <a:pt x="746" y="0"/>
                    <a:pt x="746" y="0"/>
                    <a:pt x="746" y="0"/>
                  </a:cubicBezTo>
                  <a:cubicBezTo>
                    <a:pt x="760" y="0"/>
                    <a:pt x="772" y="11"/>
                    <a:pt x="772" y="25"/>
                  </a:cubicBezTo>
                  <a:cubicBezTo>
                    <a:pt x="772" y="39"/>
                    <a:pt x="760" y="50"/>
                    <a:pt x="746"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74" name="Freeform 19">
              <a:extLst>
                <a:ext uri="{FF2B5EF4-FFF2-40B4-BE49-F238E27FC236}">
                  <a16:creationId xmlns:a16="http://schemas.microsoft.com/office/drawing/2014/main" id="{AFA2F3EC-1852-5047-BB97-786E45FA7BCF}"/>
                </a:ext>
              </a:extLst>
            </p:cNvPr>
            <p:cNvSpPr>
              <a:spLocks/>
            </p:cNvSpPr>
            <p:nvPr/>
          </p:nvSpPr>
          <p:spPr bwMode="auto">
            <a:xfrm>
              <a:off x="3167063" y="1781175"/>
              <a:ext cx="92075" cy="185738"/>
            </a:xfrm>
            <a:custGeom>
              <a:avLst/>
              <a:gdLst>
                <a:gd name="T0" fmla="*/ 0 w 58"/>
                <a:gd name="T1" fmla="*/ 0 h 117"/>
                <a:gd name="T2" fmla="*/ 58 w 58"/>
                <a:gd name="T3" fmla="*/ 59 h 117"/>
                <a:gd name="T4" fmla="*/ 0 w 58"/>
                <a:gd name="T5" fmla="*/ 117 h 117"/>
                <a:gd name="T6" fmla="*/ 0 w 58"/>
                <a:gd name="T7" fmla="*/ 0 h 117"/>
                <a:gd name="T8" fmla="*/ 0 w 58"/>
                <a:gd name="T9" fmla="*/ 0 h 117"/>
              </a:gdLst>
              <a:ahLst/>
              <a:cxnLst>
                <a:cxn ang="0">
                  <a:pos x="T0" y="T1"/>
                </a:cxn>
                <a:cxn ang="0">
                  <a:pos x="T2" y="T3"/>
                </a:cxn>
                <a:cxn ang="0">
                  <a:pos x="T4" y="T5"/>
                </a:cxn>
                <a:cxn ang="0">
                  <a:pos x="T6" y="T7"/>
                </a:cxn>
                <a:cxn ang="0">
                  <a:pos x="T8" y="T9"/>
                </a:cxn>
              </a:cxnLst>
              <a:rect l="0" t="0" r="r" b="b"/>
              <a:pathLst>
                <a:path w="58" h="117">
                  <a:moveTo>
                    <a:pt x="0" y="0"/>
                  </a:moveTo>
                  <a:lnTo>
                    <a:pt x="58" y="59"/>
                  </a:lnTo>
                  <a:lnTo>
                    <a:pt x="0" y="117"/>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75" name="Freeform 20">
              <a:extLst>
                <a:ext uri="{FF2B5EF4-FFF2-40B4-BE49-F238E27FC236}">
                  <a16:creationId xmlns:a16="http://schemas.microsoft.com/office/drawing/2014/main" id="{08AFDD53-1B5C-2646-A794-1B6BF205B4F7}"/>
                </a:ext>
              </a:extLst>
            </p:cNvPr>
            <p:cNvSpPr>
              <a:spLocks noEditPoints="1"/>
            </p:cNvSpPr>
            <p:nvPr/>
          </p:nvSpPr>
          <p:spPr bwMode="auto">
            <a:xfrm>
              <a:off x="2471738" y="1854200"/>
              <a:ext cx="638175" cy="41275"/>
            </a:xfrm>
            <a:custGeom>
              <a:avLst/>
              <a:gdLst>
                <a:gd name="T0" fmla="*/ 35 w 771"/>
                <a:gd name="T1" fmla="*/ 50 h 50"/>
                <a:gd name="T2" fmla="*/ 33 w 771"/>
                <a:gd name="T3" fmla="*/ 50 h 50"/>
                <a:gd name="T4" fmla="*/ 33 w 771"/>
                <a:gd name="T5" fmla="*/ 0 h 50"/>
                <a:gd name="T6" fmla="*/ 59 w 771"/>
                <a:gd name="T7" fmla="*/ 25 h 50"/>
                <a:gd name="T8" fmla="*/ 35 w 771"/>
                <a:gd name="T9" fmla="*/ 50 h 50"/>
                <a:gd name="T10" fmla="*/ 153 w 771"/>
                <a:gd name="T11" fmla="*/ 50 h 50"/>
                <a:gd name="T12" fmla="*/ 152 w 771"/>
                <a:gd name="T13" fmla="*/ 50 h 50"/>
                <a:gd name="T14" fmla="*/ 127 w 771"/>
                <a:gd name="T15" fmla="*/ 25 h 50"/>
                <a:gd name="T16" fmla="*/ 152 w 771"/>
                <a:gd name="T17" fmla="*/ 0 h 50"/>
                <a:gd name="T18" fmla="*/ 178 w 771"/>
                <a:gd name="T19" fmla="*/ 25 h 50"/>
                <a:gd name="T20" fmla="*/ 153 w 771"/>
                <a:gd name="T21" fmla="*/ 50 h 50"/>
                <a:gd name="T22" fmla="*/ 272 w 771"/>
                <a:gd name="T23" fmla="*/ 50 h 50"/>
                <a:gd name="T24" fmla="*/ 270 w 771"/>
                <a:gd name="T25" fmla="*/ 50 h 50"/>
                <a:gd name="T26" fmla="*/ 245 w 771"/>
                <a:gd name="T27" fmla="*/ 25 h 50"/>
                <a:gd name="T28" fmla="*/ 270 w 771"/>
                <a:gd name="T29" fmla="*/ 0 h 50"/>
                <a:gd name="T30" fmla="*/ 272 w 771"/>
                <a:gd name="T31" fmla="*/ 0 h 50"/>
                <a:gd name="T32" fmla="*/ 297 w 771"/>
                <a:gd name="T33" fmla="*/ 25 h 50"/>
                <a:gd name="T34" fmla="*/ 272 w 771"/>
                <a:gd name="T35" fmla="*/ 50 h 50"/>
                <a:gd name="T36" fmla="*/ 391 w 771"/>
                <a:gd name="T37" fmla="*/ 50 h 50"/>
                <a:gd name="T38" fmla="*/ 389 w 771"/>
                <a:gd name="T39" fmla="*/ 50 h 50"/>
                <a:gd name="T40" fmla="*/ 364 w 771"/>
                <a:gd name="T41" fmla="*/ 25 h 50"/>
                <a:gd name="T42" fmla="*/ 389 w 771"/>
                <a:gd name="T43" fmla="*/ 0 h 50"/>
                <a:gd name="T44" fmla="*/ 391 w 771"/>
                <a:gd name="T45" fmla="*/ 0 h 50"/>
                <a:gd name="T46" fmla="*/ 416 w 771"/>
                <a:gd name="T47" fmla="*/ 25 h 50"/>
                <a:gd name="T48" fmla="*/ 391 w 771"/>
                <a:gd name="T49" fmla="*/ 50 h 50"/>
                <a:gd name="T50" fmla="*/ 509 w 771"/>
                <a:gd name="T51" fmla="*/ 50 h 50"/>
                <a:gd name="T52" fmla="*/ 507 w 771"/>
                <a:gd name="T53" fmla="*/ 50 h 50"/>
                <a:gd name="T54" fmla="*/ 482 w 771"/>
                <a:gd name="T55" fmla="*/ 25 h 50"/>
                <a:gd name="T56" fmla="*/ 507 w 771"/>
                <a:gd name="T57" fmla="*/ 0 h 50"/>
                <a:gd name="T58" fmla="*/ 533 w 771"/>
                <a:gd name="T59" fmla="*/ 25 h 50"/>
                <a:gd name="T60" fmla="*/ 509 w 771"/>
                <a:gd name="T61" fmla="*/ 50 h 50"/>
                <a:gd name="T62" fmla="*/ 628 w 771"/>
                <a:gd name="T63" fmla="*/ 50 h 50"/>
                <a:gd name="T64" fmla="*/ 626 w 771"/>
                <a:gd name="T65" fmla="*/ 50 h 50"/>
                <a:gd name="T66" fmla="*/ 601 w 771"/>
                <a:gd name="T67" fmla="*/ 25 h 50"/>
                <a:gd name="T68" fmla="*/ 626 w 771"/>
                <a:gd name="T69" fmla="*/ 0 h 50"/>
                <a:gd name="T70" fmla="*/ 652 w 771"/>
                <a:gd name="T71" fmla="*/ 25 h 50"/>
                <a:gd name="T72" fmla="*/ 628 w 771"/>
                <a:gd name="T73" fmla="*/ 50 h 50"/>
                <a:gd name="T74" fmla="*/ 746 w 771"/>
                <a:gd name="T75" fmla="*/ 50 h 50"/>
                <a:gd name="T76" fmla="*/ 745 w 771"/>
                <a:gd name="T77" fmla="*/ 50 h 50"/>
                <a:gd name="T78" fmla="*/ 719 w 771"/>
                <a:gd name="T79" fmla="*/ 25 h 50"/>
                <a:gd name="T80" fmla="*/ 745 w 771"/>
                <a:gd name="T81" fmla="*/ 0 h 50"/>
                <a:gd name="T82" fmla="*/ 746 w 771"/>
                <a:gd name="T83" fmla="*/ 0 h 50"/>
                <a:gd name="T84" fmla="*/ 771 w 771"/>
                <a:gd name="T85" fmla="*/ 25 h 50"/>
                <a:gd name="T86" fmla="*/ 746 w 771"/>
                <a:gd name="T87"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71" h="50">
                  <a:moveTo>
                    <a:pt x="35" y="50"/>
                  </a:moveTo>
                  <a:cubicBezTo>
                    <a:pt x="33" y="50"/>
                    <a:pt x="33" y="50"/>
                    <a:pt x="33" y="50"/>
                  </a:cubicBezTo>
                  <a:cubicBezTo>
                    <a:pt x="0" y="50"/>
                    <a:pt x="0" y="0"/>
                    <a:pt x="33" y="0"/>
                  </a:cubicBezTo>
                  <a:cubicBezTo>
                    <a:pt x="47" y="0"/>
                    <a:pt x="59" y="11"/>
                    <a:pt x="59" y="25"/>
                  </a:cubicBezTo>
                  <a:cubicBezTo>
                    <a:pt x="59" y="39"/>
                    <a:pt x="49" y="50"/>
                    <a:pt x="35" y="50"/>
                  </a:cubicBezTo>
                  <a:close/>
                  <a:moveTo>
                    <a:pt x="153" y="50"/>
                  </a:moveTo>
                  <a:cubicBezTo>
                    <a:pt x="152" y="50"/>
                    <a:pt x="152" y="50"/>
                    <a:pt x="152" y="50"/>
                  </a:cubicBezTo>
                  <a:cubicBezTo>
                    <a:pt x="138" y="50"/>
                    <a:pt x="127" y="39"/>
                    <a:pt x="127" y="25"/>
                  </a:cubicBezTo>
                  <a:cubicBezTo>
                    <a:pt x="127" y="11"/>
                    <a:pt x="138" y="0"/>
                    <a:pt x="152" y="0"/>
                  </a:cubicBezTo>
                  <a:cubicBezTo>
                    <a:pt x="166" y="0"/>
                    <a:pt x="178" y="11"/>
                    <a:pt x="178" y="25"/>
                  </a:cubicBezTo>
                  <a:cubicBezTo>
                    <a:pt x="178" y="39"/>
                    <a:pt x="167" y="50"/>
                    <a:pt x="153" y="50"/>
                  </a:cubicBezTo>
                  <a:close/>
                  <a:moveTo>
                    <a:pt x="272" y="50"/>
                  </a:moveTo>
                  <a:cubicBezTo>
                    <a:pt x="270" y="50"/>
                    <a:pt x="270" y="50"/>
                    <a:pt x="270" y="50"/>
                  </a:cubicBezTo>
                  <a:cubicBezTo>
                    <a:pt x="256" y="50"/>
                    <a:pt x="245" y="39"/>
                    <a:pt x="245" y="25"/>
                  </a:cubicBezTo>
                  <a:cubicBezTo>
                    <a:pt x="245" y="11"/>
                    <a:pt x="256" y="0"/>
                    <a:pt x="270" y="0"/>
                  </a:cubicBezTo>
                  <a:cubicBezTo>
                    <a:pt x="272" y="0"/>
                    <a:pt x="272" y="0"/>
                    <a:pt x="272" y="0"/>
                  </a:cubicBezTo>
                  <a:cubicBezTo>
                    <a:pt x="286" y="0"/>
                    <a:pt x="297" y="11"/>
                    <a:pt x="297" y="25"/>
                  </a:cubicBezTo>
                  <a:cubicBezTo>
                    <a:pt x="297" y="39"/>
                    <a:pt x="286" y="50"/>
                    <a:pt x="272" y="50"/>
                  </a:cubicBezTo>
                  <a:close/>
                  <a:moveTo>
                    <a:pt x="391" y="50"/>
                  </a:moveTo>
                  <a:cubicBezTo>
                    <a:pt x="389" y="50"/>
                    <a:pt x="389" y="50"/>
                    <a:pt x="389" y="50"/>
                  </a:cubicBezTo>
                  <a:cubicBezTo>
                    <a:pt x="375" y="50"/>
                    <a:pt x="364" y="39"/>
                    <a:pt x="364" y="25"/>
                  </a:cubicBezTo>
                  <a:cubicBezTo>
                    <a:pt x="364" y="11"/>
                    <a:pt x="375" y="0"/>
                    <a:pt x="389" y="0"/>
                  </a:cubicBezTo>
                  <a:cubicBezTo>
                    <a:pt x="391" y="0"/>
                    <a:pt x="391" y="0"/>
                    <a:pt x="391" y="0"/>
                  </a:cubicBezTo>
                  <a:cubicBezTo>
                    <a:pt x="404" y="0"/>
                    <a:pt x="416" y="11"/>
                    <a:pt x="416" y="25"/>
                  </a:cubicBezTo>
                  <a:cubicBezTo>
                    <a:pt x="416" y="39"/>
                    <a:pt x="404" y="50"/>
                    <a:pt x="391" y="50"/>
                  </a:cubicBezTo>
                  <a:close/>
                  <a:moveTo>
                    <a:pt x="509" y="50"/>
                  </a:moveTo>
                  <a:cubicBezTo>
                    <a:pt x="507" y="50"/>
                    <a:pt x="507" y="50"/>
                    <a:pt x="507" y="50"/>
                  </a:cubicBezTo>
                  <a:cubicBezTo>
                    <a:pt x="494" y="50"/>
                    <a:pt x="482" y="39"/>
                    <a:pt x="482" y="25"/>
                  </a:cubicBezTo>
                  <a:cubicBezTo>
                    <a:pt x="482" y="11"/>
                    <a:pt x="494" y="0"/>
                    <a:pt x="507" y="0"/>
                  </a:cubicBezTo>
                  <a:cubicBezTo>
                    <a:pt x="521" y="0"/>
                    <a:pt x="533" y="11"/>
                    <a:pt x="533" y="25"/>
                  </a:cubicBezTo>
                  <a:cubicBezTo>
                    <a:pt x="533" y="39"/>
                    <a:pt x="523" y="50"/>
                    <a:pt x="509" y="50"/>
                  </a:cubicBezTo>
                  <a:close/>
                  <a:moveTo>
                    <a:pt x="628" y="50"/>
                  </a:moveTo>
                  <a:cubicBezTo>
                    <a:pt x="626" y="50"/>
                    <a:pt x="626" y="50"/>
                    <a:pt x="626" y="50"/>
                  </a:cubicBezTo>
                  <a:cubicBezTo>
                    <a:pt x="612" y="50"/>
                    <a:pt x="601" y="39"/>
                    <a:pt x="601" y="25"/>
                  </a:cubicBezTo>
                  <a:cubicBezTo>
                    <a:pt x="601" y="11"/>
                    <a:pt x="612" y="0"/>
                    <a:pt x="626" y="0"/>
                  </a:cubicBezTo>
                  <a:cubicBezTo>
                    <a:pt x="640" y="0"/>
                    <a:pt x="652" y="11"/>
                    <a:pt x="652" y="25"/>
                  </a:cubicBezTo>
                  <a:cubicBezTo>
                    <a:pt x="652" y="39"/>
                    <a:pt x="641" y="50"/>
                    <a:pt x="628" y="50"/>
                  </a:cubicBezTo>
                  <a:close/>
                  <a:moveTo>
                    <a:pt x="746" y="50"/>
                  </a:moveTo>
                  <a:cubicBezTo>
                    <a:pt x="745" y="50"/>
                    <a:pt x="745" y="50"/>
                    <a:pt x="745" y="50"/>
                  </a:cubicBezTo>
                  <a:cubicBezTo>
                    <a:pt x="731" y="50"/>
                    <a:pt x="719" y="39"/>
                    <a:pt x="719" y="25"/>
                  </a:cubicBezTo>
                  <a:cubicBezTo>
                    <a:pt x="719" y="11"/>
                    <a:pt x="731" y="0"/>
                    <a:pt x="745" y="0"/>
                  </a:cubicBezTo>
                  <a:cubicBezTo>
                    <a:pt x="746" y="0"/>
                    <a:pt x="746" y="0"/>
                    <a:pt x="746" y="0"/>
                  </a:cubicBezTo>
                  <a:cubicBezTo>
                    <a:pt x="760" y="0"/>
                    <a:pt x="771" y="11"/>
                    <a:pt x="771" y="25"/>
                  </a:cubicBezTo>
                  <a:cubicBezTo>
                    <a:pt x="771" y="39"/>
                    <a:pt x="760" y="50"/>
                    <a:pt x="746"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sp>
        <p:nvSpPr>
          <p:cNvPr id="77" name="Marcador de texto 45">
            <a:extLst>
              <a:ext uri="{FF2B5EF4-FFF2-40B4-BE49-F238E27FC236}">
                <a16:creationId xmlns:a16="http://schemas.microsoft.com/office/drawing/2014/main" id="{24286C01-03E4-FB4F-8F78-29C6B1437888}"/>
              </a:ext>
            </a:extLst>
          </p:cNvPr>
          <p:cNvSpPr>
            <a:spLocks noGrp="1"/>
          </p:cNvSpPr>
          <p:nvPr>
            <p:ph type="body" sz="quarter" idx="33" hasCustomPrompt="1"/>
          </p:nvPr>
        </p:nvSpPr>
        <p:spPr>
          <a:xfrm>
            <a:off x="1301021" y="3980518"/>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78" name="Marcador de texto 45">
            <a:extLst>
              <a:ext uri="{FF2B5EF4-FFF2-40B4-BE49-F238E27FC236}">
                <a16:creationId xmlns:a16="http://schemas.microsoft.com/office/drawing/2014/main" id="{62E60118-9966-B849-A665-15212D6A9AF4}"/>
              </a:ext>
            </a:extLst>
          </p:cNvPr>
          <p:cNvSpPr>
            <a:spLocks noGrp="1"/>
          </p:cNvSpPr>
          <p:nvPr>
            <p:ph type="body" sz="quarter" idx="34" hasCustomPrompt="1"/>
          </p:nvPr>
        </p:nvSpPr>
        <p:spPr>
          <a:xfrm>
            <a:off x="1301021" y="4365104"/>
            <a:ext cx="1207112"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79" name="Marcador de texto 45">
            <a:extLst>
              <a:ext uri="{FF2B5EF4-FFF2-40B4-BE49-F238E27FC236}">
                <a16:creationId xmlns:a16="http://schemas.microsoft.com/office/drawing/2014/main" id="{CDB57C4C-9AE8-6146-8E8E-19CD37E7C93C}"/>
              </a:ext>
            </a:extLst>
          </p:cNvPr>
          <p:cNvSpPr>
            <a:spLocks noGrp="1"/>
          </p:cNvSpPr>
          <p:nvPr>
            <p:ph type="body" sz="quarter" idx="35" hasCustomPrompt="1"/>
          </p:nvPr>
        </p:nvSpPr>
        <p:spPr>
          <a:xfrm>
            <a:off x="3407736" y="3980518"/>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80" name="Marcador de texto 45">
            <a:extLst>
              <a:ext uri="{FF2B5EF4-FFF2-40B4-BE49-F238E27FC236}">
                <a16:creationId xmlns:a16="http://schemas.microsoft.com/office/drawing/2014/main" id="{E7CB0FFF-9018-C04B-9D1D-B02958D47F17}"/>
              </a:ext>
            </a:extLst>
          </p:cNvPr>
          <p:cNvSpPr>
            <a:spLocks noGrp="1"/>
          </p:cNvSpPr>
          <p:nvPr>
            <p:ph type="body" sz="quarter" idx="36" hasCustomPrompt="1"/>
          </p:nvPr>
        </p:nvSpPr>
        <p:spPr>
          <a:xfrm>
            <a:off x="3407736" y="4365104"/>
            <a:ext cx="1207112"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81" name="Marcador de texto 45">
            <a:extLst>
              <a:ext uri="{FF2B5EF4-FFF2-40B4-BE49-F238E27FC236}">
                <a16:creationId xmlns:a16="http://schemas.microsoft.com/office/drawing/2014/main" id="{E710F472-3F08-2B45-8DD2-78E48D84A1C0}"/>
              </a:ext>
            </a:extLst>
          </p:cNvPr>
          <p:cNvSpPr>
            <a:spLocks noGrp="1"/>
          </p:cNvSpPr>
          <p:nvPr>
            <p:ph type="body" sz="quarter" idx="37" hasCustomPrompt="1"/>
          </p:nvPr>
        </p:nvSpPr>
        <p:spPr>
          <a:xfrm>
            <a:off x="5486432" y="3980518"/>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82" name="Marcador de texto 45">
            <a:extLst>
              <a:ext uri="{FF2B5EF4-FFF2-40B4-BE49-F238E27FC236}">
                <a16:creationId xmlns:a16="http://schemas.microsoft.com/office/drawing/2014/main" id="{89A8FBF8-9AE8-9B47-A128-037A796D3FA8}"/>
              </a:ext>
            </a:extLst>
          </p:cNvPr>
          <p:cNvSpPr>
            <a:spLocks noGrp="1"/>
          </p:cNvSpPr>
          <p:nvPr>
            <p:ph type="body" sz="quarter" idx="38" hasCustomPrompt="1"/>
          </p:nvPr>
        </p:nvSpPr>
        <p:spPr>
          <a:xfrm>
            <a:off x="5486432" y="4365104"/>
            <a:ext cx="1207112"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83" name="Marcador de texto 45">
            <a:extLst>
              <a:ext uri="{FF2B5EF4-FFF2-40B4-BE49-F238E27FC236}">
                <a16:creationId xmlns:a16="http://schemas.microsoft.com/office/drawing/2014/main" id="{8A1F3444-6A37-B84C-B6CD-E2E68BC2DFFE}"/>
              </a:ext>
            </a:extLst>
          </p:cNvPr>
          <p:cNvSpPr>
            <a:spLocks noGrp="1"/>
          </p:cNvSpPr>
          <p:nvPr>
            <p:ph type="body" sz="quarter" idx="39" hasCustomPrompt="1"/>
          </p:nvPr>
        </p:nvSpPr>
        <p:spPr>
          <a:xfrm>
            <a:off x="7593146" y="3980518"/>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84" name="Marcador de texto 45">
            <a:extLst>
              <a:ext uri="{FF2B5EF4-FFF2-40B4-BE49-F238E27FC236}">
                <a16:creationId xmlns:a16="http://schemas.microsoft.com/office/drawing/2014/main" id="{9244AD90-303B-2445-B4D8-4B9F984C1EC2}"/>
              </a:ext>
            </a:extLst>
          </p:cNvPr>
          <p:cNvSpPr>
            <a:spLocks noGrp="1"/>
          </p:cNvSpPr>
          <p:nvPr>
            <p:ph type="body" sz="quarter" idx="40" hasCustomPrompt="1"/>
          </p:nvPr>
        </p:nvSpPr>
        <p:spPr>
          <a:xfrm>
            <a:off x="7593146" y="4365104"/>
            <a:ext cx="1207112"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85" name="Marcador de texto 45">
            <a:extLst>
              <a:ext uri="{FF2B5EF4-FFF2-40B4-BE49-F238E27FC236}">
                <a16:creationId xmlns:a16="http://schemas.microsoft.com/office/drawing/2014/main" id="{51CF9DA5-7360-EA40-B724-855252E819C0}"/>
              </a:ext>
            </a:extLst>
          </p:cNvPr>
          <p:cNvSpPr>
            <a:spLocks noGrp="1"/>
          </p:cNvSpPr>
          <p:nvPr>
            <p:ph type="body" sz="quarter" idx="41" hasCustomPrompt="1"/>
          </p:nvPr>
        </p:nvSpPr>
        <p:spPr>
          <a:xfrm>
            <a:off x="9657514" y="3980518"/>
            <a:ext cx="1207112" cy="243632"/>
          </a:xfrm>
          <a:prstGeom prst="rect">
            <a:avLst/>
          </a:prstGeom>
        </p:spPr>
        <p:txBody>
          <a:bodyPr lIns="0" tIns="0" rIns="0" bIns="0" anchor="t"/>
          <a:lstStyle>
            <a:lvl1pPr marL="0" indent="0" algn="ctr">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86" name="Marcador de texto 45">
            <a:extLst>
              <a:ext uri="{FF2B5EF4-FFF2-40B4-BE49-F238E27FC236}">
                <a16:creationId xmlns:a16="http://schemas.microsoft.com/office/drawing/2014/main" id="{42A857DA-1CE8-1B41-B0A2-3F4398237643}"/>
              </a:ext>
            </a:extLst>
          </p:cNvPr>
          <p:cNvSpPr>
            <a:spLocks noGrp="1"/>
          </p:cNvSpPr>
          <p:nvPr>
            <p:ph type="body" sz="quarter" idx="42" hasCustomPrompt="1"/>
          </p:nvPr>
        </p:nvSpPr>
        <p:spPr>
          <a:xfrm>
            <a:off x="9657514" y="4365104"/>
            <a:ext cx="1207112" cy="615553"/>
          </a:xfrm>
          <a:prstGeom prst="rect">
            <a:avLst/>
          </a:prstGeom>
        </p:spPr>
        <p:txBody>
          <a:bodyPr wrap="square" lIns="0" tIns="0" rIns="0" bIns="0" anchor="t">
            <a:spAutoFit/>
          </a:bodyPr>
          <a:lstStyle>
            <a:lvl1pPr marL="0" indent="0" algn="ctr">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a:t>
            </a:r>
          </a:p>
        </p:txBody>
      </p:sp>
      <p:sp>
        <p:nvSpPr>
          <p:cNvPr id="34" name="Line">
            <a:extLst>
              <a:ext uri="{FF2B5EF4-FFF2-40B4-BE49-F238E27FC236}">
                <a16:creationId xmlns:a16="http://schemas.microsoft.com/office/drawing/2014/main" id="{7BD585D7-6719-6348-9A82-772147233BC5}"/>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30" name="Marcador de texto 15">
            <a:extLst>
              <a:ext uri="{FF2B5EF4-FFF2-40B4-BE49-F238E27FC236}">
                <a16:creationId xmlns:a16="http://schemas.microsoft.com/office/drawing/2014/main" id="{7D538663-2320-B046-A903-F840A7FF73E9}"/>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1" name="Slide Number Placeholder 5">
            <a:extLst>
              <a:ext uri="{FF2B5EF4-FFF2-40B4-BE49-F238E27FC236}">
                <a16:creationId xmlns:a16="http://schemas.microsoft.com/office/drawing/2014/main" id="{97E3DB24-9B1B-4141-B86D-CC5407278399}"/>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72595679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Grafico No. 2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30" name="Marcador de texto 45">
            <a:extLst>
              <a:ext uri="{FF2B5EF4-FFF2-40B4-BE49-F238E27FC236}">
                <a16:creationId xmlns:a16="http://schemas.microsoft.com/office/drawing/2014/main" id="{931FCA7B-C157-7A4A-BC5E-7D4250843A6F}"/>
              </a:ext>
            </a:extLst>
          </p:cNvPr>
          <p:cNvSpPr>
            <a:spLocks noGrp="1"/>
          </p:cNvSpPr>
          <p:nvPr>
            <p:ph type="body" sz="quarter" idx="28" hasCustomPrompt="1"/>
          </p:nvPr>
        </p:nvSpPr>
        <p:spPr>
          <a:xfrm>
            <a:off x="6456063" y="2188384"/>
            <a:ext cx="4675498" cy="395846"/>
          </a:xfrm>
          <a:prstGeom prst="rect">
            <a:avLst/>
          </a:prstGeom>
        </p:spPr>
        <p:txBody>
          <a:bodyPr lIns="0" tIns="0" rIns="0" bIns="0" anchor="t"/>
          <a:lstStyle>
            <a:lvl1pPr marL="0" indent="0" algn="l">
              <a:buNone/>
              <a:defRPr sz="200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1" name="Marcador de texto 45">
            <a:extLst>
              <a:ext uri="{FF2B5EF4-FFF2-40B4-BE49-F238E27FC236}">
                <a16:creationId xmlns:a16="http://schemas.microsoft.com/office/drawing/2014/main" id="{C7AE87B8-D78D-8D42-8330-0BA1821C2BD8}"/>
              </a:ext>
            </a:extLst>
          </p:cNvPr>
          <p:cNvSpPr>
            <a:spLocks noGrp="1"/>
          </p:cNvSpPr>
          <p:nvPr>
            <p:ph type="body" sz="quarter" idx="29" hasCustomPrompt="1"/>
          </p:nvPr>
        </p:nvSpPr>
        <p:spPr>
          <a:xfrm>
            <a:off x="6456063" y="2602411"/>
            <a:ext cx="4675498" cy="243632"/>
          </a:xfrm>
          <a:prstGeom prst="rect">
            <a:avLst/>
          </a:prstGeom>
        </p:spPr>
        <p:txBody>
          <a:bodyPr lIns="0" tIns="0" rIns="0" bIns="0" anchor="t"/>
          <a:lstStyle>
            <a:lvl1pPr marL="0" indent="0" algn="l">
              <a:buNone/>
              <a:defRPr sz="12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2" name="Marcador de texto 45">
            <a:extLst>
              <a:ext uri="{FF2B5EF4-FFF2-40B4-BE49-F238E27FC236}">
                <a16:creationId xmlns:a16="http://schemas.microsoft.com/office/drawing/2014/main" id="{B74A706D-47C4-7043-BF4A-2358AFF54AAE}"/>
              </a:ext>
            </a:extLst>
          </p:cNvPr>
          <p:cNvSpPr>
            <a:spLocks noGrp="1"/>
          </p:cNvSpPr>
          <p:nvPr>
            <p:ph type="body" sz="quarter" idx="30" hasCustomPrompt="1"/>
          </p:nvPr>
        </p:nvSpPr>
        <p:spPr>
          <a:xfrm>
            <a:off x="6456063" y="2937038"/>
            <a:ext cx="4675497" cy="923330"/>
          </a:xfrm>
          <a:prstGeom prst="rect">
            <a:avLst/>
          </a:prstGeom>
        </p:spPr>
        <p:txBody>
          <a:bodyPr wrap="square" lIns="0" tIns="0" rIns="0" bIns="0" anchor="t">
            <a:spAutoFit/>
          </a:bodyPr>
          <a:lstStyle>
            <a:lvl1pPr marL="0" indent="0" algn="l">
              <a:lnSpc>
                <a:spcPct val="100000"/>
              </a:lnSpc>
              <a:buNone/>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sp>
        <p:nvSpPr>
          <p:cNvPr id="34" name="Marcador de texto 45">
            <a:extLst>
              <a:ext uri="{FF2B5EF4-FFF2-40B4-BE49-F238E27FC236}">
                <a16:creationId xmlns:a16="http://schemas.microsoft.com/office/drawing/2014/main" id="{9A2F86C9-2829-8D42-BBF5-251CB0A520C3}"/>
              </a:ext>
            </a:extLst>
          </p:cNvPr>
          <p:cNvSpPr>
            <a:spLocks noGrp="1"/>
          </p:cNvSpPr>
          <p:nvPr>
            <p:ph type="body" sz="quarter" idx="31" hasCustomPrompt="1"/>
          </p:nvPr>
        </p:nvSpPr>
        <p:spPr>
          <a:xfrm>
            <a:off x="6456063" y="4156891"/>
            <a:ext cx="4675498" cy="243632"/>
          </a:xfrm>
          <a:prstGeom prst="rect">
            <a:avLst/>
          </a:prstGeom>
        </p:spPr>
        <p:txBody>
          <a:bodyPr lIns="0" tIns="0" rIns="0" bIns="0" anchor="t"/>
          <a:lstStyle>
            <a:lvl1pPr marL="0" indent="0" algn="l">
              <a:buNone/>
              <a:defRPr sz="1200" b="1">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Clic para modificar</a:t>
            </a:r>
            <a:endParaRPr lang="es-ES_tradnl"/>
          </a:p>
        </p:txBody>
      </p:sp>
      <p:sp>
        <p:nvSpPr>
          <p:cNvPr id="35" name="Marcador de texto 45">
            <a:extLst>
              <a:ext uri="{FF2B5EF4-FFF2-40B4-BE49-F238E27FC236}">
                <a16:creationId xmlns:a16="http://schemas.microsoft.com/office/drawing/2014/main" id="{CD92EABD-5797-F94A-A5D7-6EBB45816129}"/>
              </a:ext>
            </a:extLst>
          </p:cNvPr>
          <p:cNvSpPr>
            <a:spLocks noGrp="1"/>
          </p:cNvSpPr>
          <p:nvPr>
            <p:ph type="body" sz="quarter" idx="32" hasCustomPrompt="1"/>
          </p:nvPr>
        </p:nvSpPr>
        <p:spPr>
          <a:xfrm>
            <a:off x="6456063" y="4491518"/>
            <a:ext cx="4675497" cy="923330"/>
          </a:xfrm>
          <a:prstGeom prst="rect">
            <a:avLst/>
          </a:prstGeom>
        </p:spPr>
        <p:txBody>
          <a:bodyPr wrap="square" lIns="0" tIns="0" rIns="0" bIns="0" anchor="t">
            <a:spAutoFit/>
          </a:bodyPr>
          <a:lstStyle>
            <a:lvl1pPr marL="171450" indent="-171450" algn="l">
              <a:lnSpc>
                <a:spcPct val="100000"/>
              </a:lnSpc>
              <a:buClr>
                <a:schemeClr val="accent3"/>
              </a:buClr>
              <a:buFont typeface="Arial" panose="020B0604020202020204" pitchFamily="34" charset="0"/>
              <a:buChar char="•"/>
              <a:defRPr sz="1000" b="0">
                <a:solidFill>
                  <a:schemeClr val="tx2"/>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a:t>
            </a:r>
          </a:p>
        </p:txBody>
      </p:sp>
      <p:grpSp>
        <p:nvGrpSpPr>
          <p:cNvPr id="33" name="Group 1">
            <a:extLst>
              <a:ext uri="{FF2B5EF4-FFF2-40B4-BE49-F238E27FC236}">
                <a16:creationId xmlns:a16="http://schemas.microsoft.com/office/drawing/2014/main" id="{C6FEE380-33E0-724F-AF6F-428B55CFE750}"/>
              </a:ext>
            </a:extLst>
          </p:cNvPr>
          <p:cNvGrpSpPr/>
          <p:nvPr userDrawn="1"/>
        </p:nvGrpSpPr>
        <p:grpSpPr>
          <a:xfrm>
            <a:off x="841547" y="1986897"/>
            <a:ext cx="5110428" cy="4025859"/>
            <a:chOff x="311150" y="1173617"/>
            <a:chExt cx="6232526" cy="4910138"/>
          </a:xfrm>
        </p:grpSpPr>
        <p:sp>
          <p:nvSpPr>
            <p:cNvPr id="36" name="Freeform 5">
              <a:extLst>
                <a:ext uri="{FF2B5EF4-FFF2-40B4-BE49-F238E27FC236}">
                  <a16:creationId xmlns:a16="http://schemas.microsoft.com/office/drawing/2014/main" id="{1E0AFF4D-E51C-6945-8AFD-D513FE3BEAF7}"/>
                </a:ext>
              </a:extLst>
            </p:cNvPr>
            <p:cNvSpPr>
              <a:spLocks/>
            </p:cNvSpPr>
            <p:nvPr/>
          </p:nvSpPr>
          <p:spPr bwMode="auto">
            <a:xfrm>
              <a:off x="3471863" y="4170817"/>
              <a:ext cx="3071813" cy="1370013"/>
            </a:xfrm>
            <a:custGeom>
              <a:avLst/>
              <a:gdLst>
                <a:gd name="T0" fmla="*/ 1 w 2082"/>
                <a:gd name="T1" fmla="*/ 0 h 928"/>
                <a:gd name="T2" fmla="*/ 1907 w 2082"/>
                <a:gd name="T3" fmla="*/ 0 h 928"/>
                <a:gd name="T4" fmla="*/ 2082 w 2082"/>
                <a:gd name="T5" fmla="*/ 455 h 928"/>
                <a:gd name="T6" fmla="*/ 1907 w 2082"/>
                <a:gd name="T7" fmla="*/ 928 h 928"/>
                <a:gd name="T8" fmla="*/ 0 w 2082"/>
                <a:gd name="T9" fmla="*/ 928 h 928"/>
                <a:gd name="T10" fmla="*/ 0 w 2082"/>
                <a:gd name="T11" fmla="*/ 913 h 928"/>
                <a:gd name="T12" fmla="*/ 1 w 2082"/>
                <a:gd name="T13" fmla="*/ 0 h 928"/>
              </a:gdLst>
              <a:ahLst/>
              <a:cxnLst>
                <a:cxn ang="0">
                  <a:pos x="T0" y="T1"/>
                </a:cxn>
                <a:cxn ang="0">
                  <a:pos x="T2" y="T3"/>
                </a:cxn>
                <a:cxn ang="0">
                  <a:pos x="T4" y="T5"/>
                </a:cxn>
                <a:cxn ang="0">
                  <a:pos x="T6" y="T7"/>
                </a:cxn>
                <a:cxn ang="0">
                  <a:pos x="T8" y="T9"/>
                </a:cxn>
                <a:cxn ang="0">
                  <a:pos x="T10" y="T11"/>
                </a:cxn>
                <a:cxn ang="0">
                  <a:pos x="T12" y="T13"/>
                </a:cxn>
              </a:cxnLst>
              <a:rect l="0" t="0" r="r" b="b"/>
              <a:pathLst>
                <a:path w="2082" h="928">
                  <a:moveTo>
                    <a:pt x="1" y="0"/>
                  </a:moveTo>
                  <a:cubicBezTo>
                    <a:pt x="1907" y="0"/>
                    <a:pt x="1907" y="0"/>
                    <a:pt x="1907" y="0"/>
                  </a:cubicBezTo>
                  <a:cubicBezTo>
                    <a:pt x="2082" y="455"/>
                    <a:pt x="2082" y="455"/>
                    <a:pt x="2082" y="455"/>
                  </a:cubicBezTo>
                  <a:cubicBezTo>
                    <a:pt x="1907" y="928"/>
                    <a:pt x="1907" y="928"/>
                    <a:pt x="1907" y="928"/>
                  </a:cubicBezTo>
                  <a:cubicBezTo>
                    <a:pt x="0" y="928"/>
                    <a:pt x="0" y="928"/>
                    <a:pt x="0" y="928"/>
                  </a:cubicBezTo>
                  <a:cubicBezTo>
                    <a:pt x="0" y="923"/>
                    <a:pt x="0" y="918"/>
                    <a:pt x="0" y="913"/>
                  </a:cubicBezTo>
                  <a:cubicBezTo>
                    <a:pt x="1" y="0"/>
                    <a:pt x="1" y="0"/>
                    <a:pt x="1"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37" name="Freeform 6">
              <a:extLst>
                <a:ext uri="{FF2B5EF4-FFF2-40B4-BE49-F238E27FC236}">
                  <a16:creationId xmlns:a16="http://schemas.microsoft.com/office/drawing/2014/main" id="{22E4E8DC-904A-5745-9D07-04762900366E}"/>
                </a:ext>
              </a:extLst>
            </p:cNvPr>
            <p:cNvSpPr>
              <a:spLocks/>
            </p:cNvSpPr>
            <p:nvPr/>
          </p:nvSpPr>
          <p:spPr bwMode="auto">
            <a:xfrm>
              <a:off x="1644650" y="4170817"/>
              <a:ext cx="1828800" cy="1912938"/>
            </a:xfrm>
            <a:custGeom>
              <a:avLst/>
              <a:gdLst>
                <a:gd name="T0" fmla="*/ 1239 w 1240"/>
                <a:gd name="T1" fmla="*/ 913 h 1296"/>
                <a:gd name="T2" fmla="*/ 0 w 1240"/>
                <a:gd name="T3" fmla="*/ 913 h 1296"/>
                <a:gd name="T4" fmla="*/ 0 w 1240"/>
                <a:gd name="T5" fmla="*/ 0 h 1296"/>
                <a:gd name="T6" fmla="*/ 1240 w 1240"/>
                <a:gd name="T7" fmla="*/ 0 h 1296"/>
                <a:gd name="T8" fmla="*/ 1239 w 1240"/>
                <a:gd name="T9" fmla="*/ 913 h 1296"/>
              </a:gdLst>
              <a:ahLst/>
              <a:cxnLst>
                <a:cxn ang="0">
                  <a:pos x="T0" y="T1"/>
                </a:cxn>
                <a:cxn ang="0">
                  <a:pos x="T2" y="T3"/>
                </a:cxn>
                <a:cxn ang="0">
                  <a:pos x="T4" y="T5"/>
                </a:cxn>
                <a:cxn ang="0">
                  <a:pos x="T6" y="T7"/>
                </a:cxn>
                <a:cxn ang="0">
                  <a:pos x="T8" y="T9"/>
                </a:cxn>
              </a:cxnLst>
              <a:rect l="0" t="0" r="r" b="b"/>
              <a:pathLst>
                <a:path w="1240" h="1296">
                  <a:moveTo>
                    <a:pt x="1239" y="913"/>
                  </a:moveTo>
                  <a:cubicBezTo>
                    <a:pt x="1239" y="1296"/>
                    <a:pt x="0" y="1296"/>
                    <a:pt x="0" y="913"/>
                  </a:cubicBezTo>
                  <a:cubicBezTo>
                    <a:pt x="0" y="0"/>
                    <a:pt x="0" y="0"/>
                    <a:pt x="0" y="0"/>
                  </a:cubicBezTo>
                  <a:cubicBezTo>
                    <a:pt x="0" y="383"/>
                    <a:pt x="1240" y="383"/>
                    <a:pt x="1240" y="0"/>
                  </a:cubicBezTo>
                  <a:cubicBezTo>
                    <a:pt x="1239" y="913"/>
                    <a:pt x="1239" y="913"/>
                    <a:pt x="1239" y="91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38" name="Freeform 7">
              <a:extLst>
                <a:ext uri="{FF2B5EF4-FFF2-40B4-BE49-F238E27FC236}">
                  <a16:creationId xmlns:a16="http://schemas.microsoft.com/office/drawing/2014/main" id="{D2D66A55-6378-4242-8601-573AEF1F9C43}"/>
                </a:ext>
              </a:extLst>
            </p:cNvPr>
            <p:cNvSpPr>
              <a:spLocks/>
            </p:cNvSpPr>
            <p:nvPr/>
          </p:nvSpPr>
          <p:spPr bwMode="auto">
            <a:xfrm>
              <a:off x="311150" y="4170817"/>
              <a:ext cx="1335088" cy="1370013"/>
            </a:xfrm>
            <a:custGeom>
              <a:avLst/>
              <a:gdLst>
                <a:gd name="T0" fmla="*/ 904 w 905"/>
                <a:gd name="T1" fmla="*/ 0 h 928"/>
                <a:gd name="T2" fmla="*/ 0 w 905"/>
                <a:gd name="T3" fmla="*/ 0 h 928"/>
                <a:gd name="T4" fmla="*/ 175 w 905"/>
                <a:gd name="T5" fmla="*/ 455 h 928"/>
                <a:gd name="T6" fmla="*/ 0 w 905"/>
                <a:gd name="T7" fmla="*/ 928 h 928"/>
                <a:gd name="T8" fmla="*/ 905 w 905"/>
                <a:gd name="T9" fmla="*/ 928 h 928"/>
                <a:gd name="T10" fmla="*/ 904 w 905"/>
                <a:gd name="T11" fmla="*/ 913 h 928"/>
                <a:gd name="T12" fmla="*/ 904 w 905"/>
                <a:gd name="T13" fmla="*/ 0 h 928"/>
              </a:gdLst>
              <a:ahLst/>
              <a:cxnLst>
                <a:cxn ang="0">
                  <a:pos x="T0" y="T1"/>
                </a:cxn>
                <a:cxn ang="0">
                  <a:pos x="T2" y="T3"/>
                </a:cxn>
                <a:cxn ang="0">
                  <a:pos x="T4" y="T5"/>
                </a:cxn>
                <a:cxn ang="0">
                  <a:pos x="T6" y="T7"/>
                </a:cxn>
                <a:cxn ang="0">
                  <a:pos x="T8" y="T9"/>
                </a:cxn>
                <a:cxn ang="0">
                  <a:pos x="T10" y="T11"/>
                </a:cxn>
                <a:cxn ang="0">
                  <a:pos x="T12" y="T13"/>
                </a:cxn>
              </a:cxnLst>
              <a:rect l="0" t="0" r="r" b="b"/>
              <a:pathLst>
                <a:path w="905" h="928">
                  <a:moveTo>
                    <a:pt x="904" y="0"/>
                  </a:moveTo>
                  <a:cubicBezTo>
                    <a:pt x="0" y="0"/>
                    <a:pt x="0" y="0"/>
                    <a:pt x="0" y="0"/>
                  </a:cubicBezTo>
                  <a:cubicBezTo>
                    <a:pt x="175" y="455"/>
                    <a:pt x="175" y="455"/>
                    <a:pt x="175" y="455"/>
                  </a:cubicBezTo>
                  <a:cubicBezTo>
                    <a:pt x="0" y="928"/>
                    <a:pt x="0" y="928"/>
                    <a:pt x="0" y="928"/>
                  </a:cubicBezTo>
                  <a:cubicBezTo>
                    <a:pt x="905" y="928"/>
                    <a:pt x="905" y="928"/>
                    <a:pt x="905" y="928"/>
                  </a:cubicBezTo>
                  <a:cubicBezTo>
                    <a:pt x="904" y="923"/>
                    <a:pt x="904" y="918"/>
                    <a:pt x="904" y="913"/>
                  </a:cubicBezTo>
                  <a:cubicBezTo>
                    <a:pt x="904" y="0"/>
                    <a:pt x="904" y="0"/>
                    <a:pt x="904"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39" name="Freeform 8">
              <a:extLst>
                <a:ext uri="{FF2B5EF4-FFF2-40B4-BE49-F238E27FC236}">
                  <a16:creationId xmlns:a16="http://schemas.microsoft.com/office/drawing/2014/main" id="{75271939-1093-E946-B9D4-B4429CFF7578}"/>
                </a:ext>
              </a:extLst>
            </p:cNvPr>
            <p:cNvSpPr>
              <a:spLocks/>
            </p:cNvSpPr>
            <p:nvPr/>
          </p:nvSpPr>
          <p:spPr bwMode="auto">
            <a:xfrm>
              <a:off x="3471863" y="2669042"/>
              <a:ext cx="3071813" cy="1370013"/>
            </a:xfrm>
            <a:custGeom>
              <a:avLst/>
              <a:gdLst>
                <a:gd name="T0" fmla="*/ 1 w 2082"/>
                <a:gd name="T1" fmla="*/ 0 h 928"/>
                <a:gd name="T2" fmla="*/ 1907 w 2082"/>
                <a:gd name="T3" fmla="*/ 0 h 928"/>
                <a:gd name="T4" fmla="*/ 2082 w 2082"/>
                <a:gd name="T5" fmla="*/ 455 h 928"/>
                <a:gd name="T6" fmla="*/ 1907 w 2082"/>
                <a:gd name="T7" fmla="*/ 928 h 928"/>
                <a:gd name="T8" fmla="*/ 0 w 2082"/>
                <a:gd name="T9" fmla="*/ 928 h 928"/>
                <a:gd name="T10" fmla="*/ 0 w 2082"/>
                <a:gd name="T11" fmla="*/ 913 h 928"/>
                <a:gd name="T12" fmla="*/ 1 w 2082"/>
                <a:gd name="T13" fmla="*/ 0 h 928"/>
              </a:gdLst>
              <a:ahLst/>
              <a:cxnLst>
                <a:cxn ang="0">
                  <a:pos x="T0" y="T1"/>
                </a:cxn>
                <a:cxn ang="0">
                  <a:pos x="T2" y="T3"/>
                </a:cxn>
                <a:cxn ang="0">
                  <a:pos x="T4" y="T5"/>
                </a:cxn>
                <a:cxn ang="0">
                  <a:pos x="T6" y="T7"/>
                </a:cxn>
                <a:cxn ang="0">
                  <a:pos x="T8" y="T9"/>
                </a:cxn>
                <a:cxn ang="0">
                  <a:pos x="T10" y="T11"/>
                </a:cxn>
                <a:cxn ang="0">
                  <a:pos x="T12" y="T13"/>
                </a:cxn>
              </a:cxnLst>
              <a:rect l="0" t="0" r="r" b="b"/>
              <a:pathLst>
                <a:path w="2082" h="928">
                  <a:moveTo>
                    <a:pt x="1" y="0"/>
                  </a:moveTo>
                  <a:cubicBezTo>
                    <a:pt x="1907" y="0"/>
                    <a:pt x="1907" y="0"/>
                    <a:pt x="1907" y="0"/>
                  </a:cubicBezTo>
                  <a:cubicBezTo>
                    <a:pt x="2082" y="455"/>
                    <a:pt x="2082" y="455"/>
                    <a:pt x="2082" y="455"/>
                  </a:cubicBezTo>
                  <a:cubicBezTo>
                    <a:pt x="1907" y="928"/>
                    <a:pt x="1907" y="928"/>
                    <a:pt x="1907" y="928"/>
                  </a:cubicBezTo>
                  <a:cubicBezTo>
                    <a:pt x="0" y="928"/>
                    <a:pt x="0" y="928"/>
                    <a:pt x="0" y="928"/>
                  </a:cubicBezTo>
                  <a:cubicBezTo>
                    <a:pt x="0" y="923"/>
                    <a:pt x="0" y="918"/>
                    <a:pt x="0" y="913"/>
                  </a:cubicBezTo>
                  <a:cubicBezTo>
                    <a:pt x="1" y="0"/>
                    <a:pt x="1" y="0"/>
                    <a:pt x="1"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40" name="Freeform 9">
              <a:extLst>
                <a:ext uri="{FF2B5EF4-FFF2-40B4-BE49-F238E27FC236}">
                  <a16:creationId xmlns:a16="http://schemas.microsoft.com/office/drawing/2014/main" id="{60CFBB4B-3E38-E044-A1A3-65B1DFC40088}"/>
                </a:ext>
              </a:extLst>
            </p:cNvPr>
            <p:cNvSpPr>
              <a:spLocks/>
            </p:cNvSpPr>
            <p:nvPr/>
          </p:nvSpPr>
          <p:spPr bwMode="auto">
            <a:xfrm>
              <a:off x="1644650" y="2669042"/>
              <a:ext cx="1828800" cy="1912938"/>
            </a:xfrm>
            <a:custGeom>
              <a:avLst/>
              <a:gdLst>
                <a:gd name="T0" fmla="*/ 1239 w 1240"/>
                <a:gd name="T1" fmla="*/ 913 h 1296"/>
                <a:gd name="T2" fmla="*/ 0 w 1240"/>
                <a:gd name="T3" fmla="*/ 913 h 1296"/>
                <a:gd name="T4" fmla="*/ 0 w 1240"/>
                <a:gd name="T5" fmla="*/ 0 h 1296"/>
                <a:gd name="T6" fmla="*/ 1240 w 1240"/>
                <a:gd name="T7" fmla="*/ 0 h 1296"/>
                <a:gd name="T8" fmla="*/ 1239 w 1240"/>
                <a:gd name="T9" fmla="*/ 913 h 1296"/>
              </a:gdLst>
              <a:ahLst/>
              <a:cxnLst>
                <a:cxn ang="0">
                  <a:pos x="T0" y="T1"/>
                </a:cxn>
                <a:cxn ang="0">
                  <a:pos x="T2" y="T3"/>
                </a:cxn>
                <a:cxn ang="0">
                  <a:pos x="T4" y="T5"/>
                </a:cxn>
                <a:cxn ang="0">
                  <a:pos x="T6" y="T7"/>
                </a:cxn>
                <a:cxn ang="0">
                  <a:pos x="T8" y="T9"/>
                </a:cxn>
              </a:cxnLst>
              <a:rect l="0" t="0" r="r" b="b"/>
              <a:pathLst>
                <a:path w="1240" h="1296">
                  <a:moveTo>
                    <a:pt x="1239" y="913"/>
                  </a:moveTo>
                  <a:cubicBezTo>
                    <a:pt x="1239" y="1296"/>
                    <a:pt x="0" y="1296"/>
                    <a:pt x="0" y="913"/>
                  </a:cubicBezTo>
                  <a:cubicBezTo>
                    <a:pt x="0" y="0"/>
                    <a:pt x="0" y="0"/>
                    <a:pt x="0" y="0"/>
                  </a:cubicBezTo>
                  <a:cubicBezTo>
                    <a:pt x="0" y="383"/>
                    <a:pt x="1240" y="383"/>
                    <a:pt x="1240" y="0"/>
                  </a:cubicBezTo>
                  <a:cubicBezTo>
                    <a:pt x="1239" y="913"/>
                    <a:pt x="1239" y="913"/>
                    <a:pt x="1239" y="9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41" name="Freeform 10">
              <a:extLst>
                <a:ext uri="{FF2B5EF4-FFF2-40B4-BE49-F238E27FC236}">
                  <a16:creationId xmlns:a16="http://schemas.microsoft.com/office/drawing/2014/main" id="{6601E412-6382-E948-A240-1475276ADDB2}"/>
                </a:ext>
              </a:extLst>
            </p:cNvPr>
            <p:cNvSpPr>
              <a:spLocks/>
            </p:cNvSpPr>
            <p:nvPr/>
          </p:nvSpPr>
          <p:spPr bwMode="auto">
            <a:xfrm>
              <a:off x="311150" y="2669042"/>
              <a:ext cx="1335088" cy="1370013"/>
            </a:xfrm>
            <a:custGeom>
              <a:avLst/>
              <a:gdLst>
                <a:gd name="T0" fmla="*/ 904 w 905"/>
                <a:gd name="T1" fmla="*/ 0 h 928"/>
                <a:gd name="T2" fmla="*/ 0 w 905"/>
                <a:gd name="T3" fmla="*/ 0 h 928"/>
                <a:gd name="T4" fmla="*/ 175 w 905"/>
                <a:gd name="T5" fmla="*/ 455 h 928"/>
                <a:gd name="T6" fmla="*/ 0 w 905"/>
                <a:gd name="T7" fmla="*/ 928 h 928"/>
                <a:gd name="T8" fmla="*/ 905 w 905"/>
                <a:gd name="T9" fmla="*/ 928 h 928"/>
                <a:gd name="T10" fmla="*/ 904 w 905"/>
                <a:gd name="T11" fmla="*/ 913 h 928"/>
                <a:gd name="T12" fmla="*/ 904 w 905"/>
                <a:gd name="T13" fmla="*/ 0 h 928"/>
              </a:gdLst>
              <a:ahLst/>
              <a:cxnLst>
                <a:cxn ang="0">
                  <a:pos x="T0" y="T1"/>
                </a:cxn>
                <a:cxn ang="0">
                  <a:pos x="T2" y="T3"/>
                </a:cxn>
                <a:cxn ang="0">
                  <a:pos x="T4" y="T5"/>
                </a:cxn>
                <a:cxn ang="0">
                  <a:pos x="T6" y="T7"/>
                </a:cxn>
                <a:cxn ang="0">
                  <a:pos x="T8" y="T9"/>
                </a:cxn>
                <a:cxn ang="0">
                  <a:pos x="T10" y="T11"/>
                </a:cxn>
                <a:cxn ang="0">
                  <a:pos x="T12" y="T13"/>
                </a:cxn>
              </a:cxnLst>
              <a:rect l="0" t="0" r="r" b="b"/>
              <a:pathLst>
                <a:path w="905" h="928">
                  <a:moveTo>
                    <a:pt x="904" y="0"/>
                  </a:moveTo>
                  <a:cubicBezTo>
                    <a:pt x="0" y="0"/>
                    <a:pt x="0" y="0"/>
                    <a:pt x="0" y="0"/>
                  </a:cubicBezTo>
                  <a:cubicBezTo>
                    <a:pt x="175" y="455"/>
                    <a:pt x="175" y="455"/>
                    <a:pt x="175" y="455"/>
                  </a:cubicBezTo>
                  <a:cubicBezTo>
                    <a:pt x="0" y="928"/>
                    <a:pt x="0" y="928"/>
                    <a:pt x="0" y="928"/>
                  </a:cubicBezTo>
                  <a:cubicBezTo>
                    <a:pt x="905" y="928"/>
                    <a:pt x="905" y="928"/>
                    <a:pt x="905" y="928"/>
                  </a:cubicBezTo>
                  <a:cubicBezTo>
                    <a:pt x="904" y="923"/>
                    <a:pt x="904" y="918"/>
                    <a:pt x="904" y="913"/>
                  </a:cubicBezTo>
                  <a:cubicBezTo>
                    <a:pt x="904" y="0"/>
                    <a:pt x="904" y="0"/>
                    <a:pt x="904"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42" name="Freeform 11">
              <a:extLst>
                <a:ext uri="{FF2B5EF4-FFF2-40B4-BE49-F238E27FC236}">
                  <a16:creationId xmlns:a16="http://schemas.microsoft.com/office/drawing/2014/main" id="{6A1AA373-64A2-1D49-B37A-36047E228BD2}"/>
                </a:ext>
              </a:extLst>
            </p:cNvPr>
            <p:cNvSpPr>
              <a:spLocks/>
            </p:cNvSpPr>
            <p:nvPr/>
          </p:nvSpPr>
          <p:spPr bwMode="auto">
            <a:xfrm>
              <a:off x="3471863" y="1173617"/>
              <a:ext cx="3071813" cy="1371600"/>
            </a:xfrm>
            <a:custGeom>
              <a:avLst/>
              <a:gdLst>
                <a:gd name="T0" fmla="*/ 1 w 2082"/>
                <a:gd name="T1" fmla="*/ 0 h 929"/>
                <a:gd name="T2" fmla="*/ 1907 w 2082"/>
                <a:gd name="T3" fmla="*/ 0 h 929"/>
                <a:gd name="T4" fmla="*/ 2082 w 2082"/>
                <a:gd name="T5" fmla="*/ 455 h 929"/>
                <a:gd name="T6" fmla="*/ 1907 w 2082"/>
                <a:gd name="T7" fmla="*/ 929 h 929"/>
                <a:gd name="T8" fmla="*/ 0 w 2082"/>
                <a:gd name="T9" fmla="*/ 929 h 929"/>
                <a:gd name="T10" fmla="*/ 0 w 2082"/>
                <a:gd name="T11" fmla="*/ 913 h 929"/>
                <a:gd name="T12" fmla="*/ 1 w 2082"/>
                <a:gd name="T13" fmla="*/ 0 h 929"/>
              </a:gdLst>
              <a:ahLst/>
              <a:cxnLst>
                <a:cxn ang="0">
                  <a:pos x="T0" y="T1"/>
                </a:cxn>
                <a:cxn ang="0">
                  <a:pos x="T2" y="T3"/>
                </a:cxn>
                <a:cxn ang="0">
                  <a:pos x="T4" y="T5"/>
                </a:cxn>
                <a:cxn ang="0">
                  <a:pos x="T6" y="T7"/>
                </a:cxn>
                <a:cxn ang="0">
                  <a:pos x="T8" y="T9"/>
                </a:cxn>
                <a:cxn ang="0">
                  <a:pos x="T10" y="T11"/>
                </a:cxn>
                <a:cxn ang="0">
                  <a:pos x="T12" y="T13"/>
                </a:cxn>
              </a:cxnLst>
              <a:rect l="0" t="0" r="r" b="b"/>
              <a:pathLst>
                <a:path w="2082" h="929">
                  <a:moveTo>
                    <a:pt x="1" y="0"/>
                  </a:moveTo>
                  <a:cubicBezTo>
                    <a:pt x="1907" y="0"/>
                    <a:pt x="1907" y="0"/>
                    <a:pt x="1907" y="0"/>
                  </a:cubicBezTo>
                  <a:cubicBezTo>
                    <a:pt x="2082" y="455"/>
                    <a:pt x="2082" y="455"/>
                    <a:pt x="2082" y="455"/>
                  </a:cubicBezTo>
                  <a:cubicBezTo>
                    <a:pt x="1907" y="929"/>
                    <a:pt x="1907" y="929"/>
                    <a:pt x="1907" y="929"/>
                  </a:cubicBezTo>
                  <a:cubicBezTo>
                    <a:pt x="0" y="929"/>
                    <a:pt x="0" y="929"/>
                    <a:pt x="0" y="929"/>
                  </a:cubicBezTo>
                  <a:cubicBezTo>
                    <a:pt x="0" y="923"/>
                    <a:pt x="0" y="918"/>
                    <a:pt x="0" y="913"/>
                  </a:cubicBezTo>
                  <a:cubicBezTo>
                    <a:pt x="1" y="0"/>
                    <a:pt x="1" y="0"/>
                    <a:pt x="1"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43" name="Freeform 12">
              <a:extLst>
                <a:ext uri="{FF2B5EF4-FFF2-40B4-BE49-F238E27FC236}">
                  <a16:creationId xmlns:a16="http://schemas.microsoft.com/office/drawing/2014/main" id="{02D739FB-B149-4749-ABA9-F7DB609EAAF2}"/>
                </a:ext>
              </a:extLst>
            </p:cNvPr>
            <p:cNvSpPr>
              <a:spLocks/>
            </p:cNvSpPr>
            <p:nvPr/>
          </p:nvSpPr>
          <p:spPr bwMode="auto">
            <a:xfrm>
              <a:off x="1644650" y="1173617"/>
              <a:ext cx="1828800" cy="1912938"/>
            </a:xfrm>
            <a:custGeom>
              <a:avLst/>
              <a:gdLst>
                <a:gd name="T0" fmla="*/ 1239 w 1240"/>
                <a:gd name="T1" fmla="*/ 913 h 1296"/>
                <a:gd name="T2" fmla="*/ 0 w 1240"/>
                <a:gd name="T3" fmla="*/ 913 h 1296"/>
                <a:gd name="T4" fmla="*/ 0 w 1240"/>
                <a:gd name="T5" fmla="*/ 0 h 1296"/>
                <a:gd name="T6" fmla="*/ 1240 w 1240"/>
                <a:gd name="T7" fmla="*/ 0 h 1296"/>
                <a:gd name="T8" fmla="*/ 1239 w 1240"/>
                <a:gd name="T9" fmla="*/ 913 h 1296"/>
              </a:gdLst>
              <a:ahLst/>
              <a:cxnLst>
                <a:cxn ang="0">
                  <a:pos x="T0" y="T1"/>
                </a:cxn>
                <a:cxn ang="0">
                  <a:pos x="T2" y="T3"/>
                </a:cxn>
                <a:cxn ang="0">
                  <a:pos x="T4" y="T5"/>
                </a:cxn>
                <a:cxn ang="0">
                  <a:pos x="T6" y="T7"/>
                </a:cxn>
                <a:cxn ang="0">
                  <a:pos x="T8" y="T9"/>
                </a:cxn>
              </a:cxnLst>
              <a:rect l="0" t="0" r="r" b="b"/>
              <a:pathLst>
                <a:path w="1240" h="1296">
                  <a:moveTo>
                    <a:pt x="1239" y="913"/>
                  </a:moveTo>
                  <a:cubicBezTo>
                    <a:pt x="1239" y="1296"/>
                    <a:pt x="0" y="1296"/>
                    <a:pt x="0" y="913"/>
                  </a:cubicBezTo>
                  <a:cubicBezTo>
                    <a:pt x="0" y="0"/>
                    <a:pt x="0" y="0"/>
                    <a:pt x="0" y="0"/>
                  </a:cubicBezTo>
                  <a:cubicBezTo>
                    <a:pt x="0" y="384"/>
                    <a:pt x="1240" y="384"/>
                    <a:pt x="1240" y="0"/>
                  </a:cubicBezTo>
                  <a:cubicBezTo>
                    <a:pt x="1239" y="913"/>
                    <a:pt x="1239" y="913"/>
                    <a:pt x="1239" y="9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44" name="Freeform 13">
              <a:extLst>
                <a:ext uri="{FF2B5EF4-FFF2-40B4-BE49-F238E27FC236}">
                  <a16:creationId xmlns:a16="http://schemas.microsoft.com/office/drawing/2014/main" id="{897BE3BA-2658-744D-9F63-C610AAE8926B}"/>
                </a:ext>
              </a:extLst>
            </p:cNvPr>
            <p:cNvSpPr>
              <a:spLocks/>
            </p:cNvSpPr>
            <p:nvPr/>
          </p:nvSpPr>
          <p:spPr bwMode="auto">
            <a:xfrm>
              <a:off x="311150" y="1173617"/>
              <a:ext cx="1335088" cy="1371600"/>
            </a:xfrm>
            <a:custGeom>
              <a:avLst/>
              <a:gdLst>
                <a:gd name="T0" fmla="*/ 904 w 905"/>
                <a:gd name="T1" fmla="*/ 0 h 929"/>
                <a:gd name="T2" fmla="*/ 0 w 905"/>
                <a:gd name="T3" fmla="*/ 0 h 929"/>
                <a:gd name="T4" fmla="*/ 175 w 905"/>
                <a:gd name="T5" fmla="*/ 455 h 929"/>
                <a:gd name="T6" fmla="*/ 0 w 905"/>
                <a:gd name="T7" fmla="*/ 929 h 929"/>
                <a:gd name="T8" fmla="*/ 905 w 905"/>
                <a:gd name="T9" fmla="*/ 929 h 929"/>
                <a:gd name="T10" fmla="*/ 904 w 905"/>
                <a:gd name="T11" fmla="*/ 913 h 929"/>
                <a:gd name="T12" fmla="*/ 904 w 905"/>
                <a:gd name="T13" fmla="*/ 0 h 929"/>
              </a:gdLst>
              <a:ahLst/>
              <a:cxnLst>
                <a:cxn ang="0">
                  <a:pos x="T0" y="T1"/>
                </a:cxn>
                <a:cxn ang="0">
                  <a:pos x="T2" y="T3"/>
                </a:cxn>
                <a:cxn ang="0">
                  <a:pos x="T4" y="T5"/>
                </a:cxn>
                <a:cxn ang="0">
                  <a:pos x="T6" y="T7"/>
                </a:cxn>
                <a:cxn ang="0">
                  <a:pos x="T8" y="T9"/>
                </a:cxn>
                <a:cxn ang="0">
                  <a:pos x="T10" y="T11"/>
                </a:cxn>
                <a:cxn ang="0">
                  <a:pos x="T12" y="T13"/>
                </a:cxn>
              </a:cxnLst>
              <a:rect l="0" t="0" r="r" b="b"/>
              <a:pathLst>
                <a:path w="905" h="929">
                  <a:moveTo>
                    <a:pt x="904" y="0"/>
                  </a:moveTo>
                  <a:cubicBezTo>
                    <a:pt x="0" y="0"/>
                    <a:pt x="0" y="0"/>
                    <a:pt x="0" y="0"/>
                  </a:cubicBezTo>
                  <a:cubicBezTo>
                    <a:pt x="175" y="455"/>
                    <a:pt x="175" y="455"/>
                    <a:pt x="175" y="455"/>
                  </a:cubicBezTo>
                  <a:cubicBezTo>
                    <a:pt x="0" y="929"/>
                    <a:pt x="0" y="929"/>
                    <a:pt x="0" y="929"/>
                  </a:cubicBezTo>
                  <a:cubicBezTo>
                    <a:pt x="905" y="929"/>
                    <a:pt x="905" y="929"/>
                    <a:pt x="905" y="929"/>
                  </a:cubicBezTo>
                  <a:cubicBezTo>
                    <a:pt x="904" y="923"/>
                    <a:pt x="904" y="918"/>
                    <a:pt x="904" y="913"/>
                  </a:cubicBezTo>
                  <a:cubicBezTo>
                    <a:pt x="904" y="0"/>
                    <a:pt x="904" y="0"/>
                    <a:pt x="904"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45" name="Freeform 14">
              <a:extLst>
                <a:ext uri="{FF2B5EF4-FFF2-40B4-BE49-F238E27FC236}">
                  <a16:creationId xmlns:a16="http://schemas.microsoft.com/office/drawing/2014/main" id="{9212B371-9D1C-7143-A301-F42A51DF8CC7}"/>
                </a:ext>
              </a:extLst>
            </p:cNvPr>
            <p:cNvSpPr>
              <a:spLocks/>
            </p:cNvSpPr>
            <p:nvPr/>
          </p:nvSpPr>
          <p:spPr bwMode="auto">
            <a:xfrm>
              <a:off x="898525" y="1648279"/>
              <a:ext cx="146050" cy="422275"/>
            </a:xfrm>
            <a:custGeom>
              <a:avLst/>
              <a:gdLst>
                <a:gd name="T0" fmla="*/ 0 w 92"/>
                <a:gd name="T1" fmla="*/ 0 h 266"/>
                <a:gd name="T2" fmla="*/ 42 w 92"/>
                <a:gd name="T3" fmla="*/ 0 h 266"/>
                <a:gd name="T4" fmla="*/ 92 w 92"/>
                <a:gd name="T5" fmla="*/ 131 h 266"/>
                <a:gd name="T6" fmla="*/ 42 w 92"/>
                <a:gd name="T7" fmla="*/ 266 h 266"/>
                <a:gd name="T8" fmla="*/ 0 w 92"/>
                <a:gd name="T9" fmla="*/ 266 h 266"/>
                <a:gd name="T10" fmla="*/ 50 w 92"/>
                <a:gd name="T11" fmla="*/ 131 h 266"/>
                <a:gd name="T12" fmla="*/ 0 w 92"/>
                <a:gd name="T13" fmla="*/ 0 h 266"/>
                <a:gd name="T14" fmla="*/ 0 w 92"/>
                <a:gd name="T15" fmla="*/ 0 h 2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266">
                  <a:moveTo>
                    <a:pt x="0" y="0"/>
                  </a:moveTo>
                  <a:lnTo>
                    <a:pt x="42" y="0"/>
                  </a:lnTo>
                  <a:lnTo>
                    <a:pt x="92" y="131"/>
                  </a:lnTo>
                  <a:lnTo>
                    <a:pt x="42" y="266"/>
                  </a:lnTo>
                  <a:lnTo>
                    <a:pt x="0" y="266"/>
                  </a:lnTo>
                  <a:lnTo>
                    <a:pt x="50" y="131"/>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46" name="Freeform 15">
              <a:extLst>
                <a:ext uri="{FF2B5EF4-FFF2-40B4-BE49-F238E27FC236}">
                  <a16:creationId xmlns:a16="http://schemas.microsoft.com/office/drawing/2014/main" id="{6B640E5B-EFBC-9542-B387-FA5E53EC5B3D}"/>
                </a:ext>
              </a:extLst>
            </p:cNvPr>
            <p:cNvSpPr>
              <a:spLocks/>
            </p:cNvSpPr>
            <p:nvPr/>
          </p:nvSpPr>
          <p:spPr bwMode="auto">
            <a:xfrm>
              <a:off x="1030288" y="1648279"/>
              <a:ext cx="147638" cy="422275"/>
            </a:xfrm>
            <a:custGeom>
              <a:avLst/>
              <a:gdLst>
                <a:gd name="T0" fmla="*/ 0 w 93"/>
                <a:gd name="T1" fmla="*/ 0 h 266"/>
                <a:gd name="T2" fmla="*/ 42 w 93"/>
                <a:gd name="T3" fmla="*/ 0 h 266"/>
                <a:gd name="T4" fmla="*/ 93 w 93"/>
                <a:gd name="T5" fmla="*/ 131 h 266"/>
                <a:gd name="T6" fmla="*/ 42 w 93"/>
                <a:gd name="T7" fmla="*/ 266 h 266"/>
                <a:gd name="T8" fmla="*/ 0 w 93"/>
                <a:gd name="T9" fmla="*/ 266 h 266"/>
                <a:gd name="T10" fmla="*/ 50 w 93"/>
                <a:gd name="T11" fmla="*/ 131 h 266"/>
                <a:gd name="T12" fmla="*/ 0 w 93"/>
                <a:gd name="T13" fmla="*/ 0 h 266"/>
                <a:gd name="T14" fmla="*/ 0 w 93"/>
                <a:gd name="T15" fmla="*/ 0 h 2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266">
                  <a:moveTo>
                    <a:pt x="0" y="0"/>
                  </a:moveTo>
                  <a:lnTo>
                    <a:pt x="42" y="0"/>
                  </a:lnTo>
                  <a:lnTo>
                    <a:pt x="93" y="131"/>
                  </a:lnTo>
                  <a:lnTo>
                    <a:pt x="42" y="266"/>
                  </a:lnTo>
                  <a:lnTo>
                    <a:pt x="0" y="266"/>
                  </a:lnTo>
                  <a:lnTo>
                    <a:pt x="50" y="131"/>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47" name="Freeform 16">
              <a:extLst>
                <a:ext uri="{FF2B5EF4-FFF2-40B4-BE49-F238E27FC236}">
                  <a16:creationId xmlns:a16="http://schemas.microsoft.com/office/drawing/2014/main" id="{D9868121-B166-8548-BD25-D46DC3D0C47A}"/>
                </a:ext>
              </a:extLst>
            </p:cNvPr>
            <p:cNvSpPr>
              <a:spLocks/>
            </p:cNvSpPr>
            <p:nvPr/>
          </p:nvSpPr>
          <p:spPr bwMode="auto">
            <a:xfrm>
              <a:off x="898525" y="3148467"/>
              <a:ext cx="146050" cy="423863"/>
            </a:xfrm>
            <a:custGeom>
              <a:avLst/>
              <a:gdLst>
                <a:gd name="T0" fmla="*/ 0 w 92"/>
                <a:gd name="T1" fmla="*/ 0 h 267"/>
                <a:gd name="T2" fmla="*/ 42 w 92"/>
                <a:gd name="T3" fmla="*/ 0 h 267"/>
                <a:gd name="T4" fmla="*/ 92 w 92"/>
                <a:gd name="T5" fmla="*/ 131 h 267"/>
                <a:gd name="T6" fmla="*/ 42 w 92"/>
                <a:gd name="T7" fmla="*/ 267 h 267"/>
                <a:gd name="T8" fmla="*/ 0 w 92"/>
                <a:gd name="T9" fmla="*/ 267 h 267"/>
                <a:gd name="T10" fmla="*/ 50 w 92"/>
                <a:gd name="T11" fmla="*/ 131 h 267"/>
                <a:gd name="T12" fmla="*/ 0 w 92"/>
                <a:gd name="T13" fmla="*/ 0 h 267"/>
                <a:gd name="T14" fmla="*/ 0 w 92"/>
                <a:gd name="T15" fmla="*/ 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267">
                  <a:moveTo>
                    <a:pt x="0" y="0"/>
                  </a:moveTo>
                  <a:lnTo>
                    <a:pt x="42" y="0"/>
                  </a:lnTo>
                  <a:lnTo>
                    <a:pt x="92" y="131"/>
                  </a:lnTo>
                  <a:lnTo>
                    <a:pt x="42" y="267"/>
                  </a:lnTo>
                  <a:lnTo>
                    <a:pt x="0" y="267"/>
                  </a:lnTo>
                  <a:lnTo>
                    <a:pt x="50" y="131"/>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48" name="Freeform 17">
              <a:extLst>
                <a:ext uri="{FF2B5EF4-FFF2-40B4-BE49-F238E27FC236}">
                  <a16:creationId xmlns:a16="http://schemas.microsoft.com/office/drawing/2014/main" id="{FD75242A-B9BC-FF4A-B75C-6FE4827E4671}"/>
                </a:ext>
              </a:extLst>
            </p:cNvPr>
            <p:cNvSpPr>
              <a:spLocks/>
            </p:cNvSpPr>
            <p:nvPr/>
          </p:nvSpPr>
          <p:spPr bwMode="auto">
            <a:xfrm>
              <a:off x="1030288" y="3148467"/>
              <a:ext cx="147638" cy="423863"/>
            </a:xfrm>
            <a:custGeom>
              <a:avLst/>
              <a:gdLst>
                <a:gd name="T0" fmla="*/ 0 w 93"/>
                <a:gd name="T1" fmla="*/ 0 h 267"/>
                <a:gd name="T2" fmla="*/ 42 w 93"/>
                <a:gd name="T3" fmla="*/ 0 h 267"/>
                <a:gd name="T4" fmla="*/ 93 w 93"/>
                <a:gd name="T5" fmla="*/ 131 h 267"/>
                <a:gd name="T6" fmla="*/ 42 w 93"/>
                <a:gd name="T7" fmla="*/ 267 h 267"/>
                <a:gd name="T8" fmla="*/ 0 w 93"/>
                <a:gd name="T9" fmla="*/ 267 h 267"/>
                <a:gd name="T10" fmla="*/ 50 w 93"/>
                <a:gd name="T11" fmla="*/ 131 h 267"/>
                <a:gd name="T12" fmla="*/ 0 w 93"/>
                <a:gd name="T13" fmla="*/ 0 h 267"/>
                <a:gd name="T14" fmla="*/ 0 w 93"/>
                <a:gd name="T15" fmla="*/ 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267">
                  <a:moveTo>
                    <a:pt x="0" y="0"/>
                  </a:moveTo>
                  <a:lnTo>
                    <a:pt x="42" y="0"/>
                  </a:lnTo>
                  <a:lnTo>
                    <a:pt x="93" y="131"/>
                  </a:lnTo>
                  <a:lnTo>
                    <a:pt x="42" y="267"/>
                  </a:lnTo>
                  <a:lnTo>
                    <a:pt x="0" y="267"/>
                  </a:lnTo>
                  <a:lnTo>
                    <a:pt x="50" y="131"/>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49" name="Freeform 18">
              <a:extLst>
                <a:ext uri="{FF2B5EF4-FFF2-40B4-BE49-F238E27FC236}">
                  <a16:creationId xmlns:a16="http://schemas.microsoft.com/office/drawing/2014/main" id="{5A46E2DB-A608-B34F-B28E-762060C403A0}"/>
                </a:ext>
              </a:extLst>
            </p:cNvPr>
            <p:cNvSpPr>
              <a:spLocks/>
            </p:cNvSpPr>
            <p:nvPr/>
          </p:nvSpPr>
          <p:spPr bwMode="auto">
            <a:xfrm>
              <a:off x="906463" y="4585154"/>
              <a:ext cx="146050" cy="422275"/>
            </a:xfrm>
            <a:custGeom>
              <a:avLst/>
              <a:gdLst>
                <a:gd name="T0" fmla="*/ 0 w 92"/>
                <a:gd name="T1" fmla="*/ 0 h 266"/>
                <a:gd name="T2" fmla="*/ 41 w 92"/>
                <a:gd name="T3" fmla="*/ 0 h 266"/>
                <a:gd name="T4" fmla="*/ 92 w 92"/>
                <a:gd name="T5" fmla="*/ 130 h 266"/>
                <a:gd name="T6" fmla="*/ 41 w 92"/>
                <a:gd name="T7" fmla="*/ 266 h 266"/>
                <a:gd name="T8" fmla="*/ 0 w 92"/>
                <a:gd name="T9" fmla="*/ 266 h 266"/>
                <a:gd name="T10" fmla="*/ 50 w 92"/>
                <a:gd name="T11" fmla="*/ 130 h 266"/>
                <a:gd name="T12" fmla="*/ 0 w 92"/>
                <a:gd name="T13" fmla="*/ 0 h 266"/>
                <a:gd name="T14" fmla="*/ 0 w 92"/>
                <a:gd name="T15" fmla="*/ 0 h 2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266">
                  <a:moveTo>
                    <a:pt x="0" y="0"/>
                  </a:moveTo>
                  <a:lnTo>
                    <a:pt x="41" y="0"/>
                  </a:lnTo>
                  <a:lnTo>
                    <a:pt x="92" y="130"/>
                  </a:lnTo>
                  <a:lnTo>
                    <a:pt x="41" y="266"/>
                  </a:lnTo>
                  <a:lnTo>
                    <a:pt x="0" y="266"/>
                  </a:lnTo>
                  <a:lnTo>
                    <a:pt x="50" y="130"/>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sp>
          <p:nvSpPr>
            <p:cNvPr id="50" name="Freeform 19">
              <a:extLst>
                <a:ext uri="{FF2B5EF4-FFF2-40B4-BE49-F238E27FC236}">
                  <a16:creationId xmlns:a16="http://schemas.microsoft.com/office/drawing/2014/main" id="{0DDD7BF9-4517-A148-947A-DDD8686672FB}"/>
                </a:ext>
              </a:extLst>
            </p:cNvPr>
            <p:cNvSpPr>
              <a:spLocks/>
            </p:cNvSpPr>
            <p:nvPr/>
          </p:nvSpPr>
          <p:spPr bwMode="auto">
            <a:xfrm>
              <a:off x="1036638" y="4585154"/>
              <a:ext cx="147638" cy="422275"/>
            </a:xfrm>
            <a:custGeom>
              <a:avLst/>
              <a:gdLst>
                <a:gd name="T0" fmla="*/ 0 w 93"/>
                <a:gd name="T1" fmla="*/ 0 h 266"/>
                <a:gd name="T2" fmla="*/ 43 w 93"/>
                <a:gd name="T3" fmla="*/ 0 h 266"/>
                <a:gd name="T4" fmla="*/ 93 w 93"/>
                <a:gd name="T5" fmla="*/ 130 h 266"/>
                <a:gd name="T6" fmla="*/ 43 w 93"/>
                <a:gd name="T7" fmla="*/ 266 h 266"/>
                <a:gd name="T8" fmla="*/ 0 w 93"/>
                <a:gd name="T9" fmla="*/ 266 h 266"/>
                <a:gd name="T10" fmla="*/ 50 w 93"/>
                <a:gd name="T11" fmla="*/ 130 h 266"/>
                <a:gd name="T12" fmla="*/ 0 w 93"/>
                <a:gd name="T13" fmla="*/ 0 h 266"/>
                <a:gd name="T14" fmla="*/ 0 w 93"/>
                <a:gd name="T15" fmla="*/ 0 h 2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266">
                  <a:moveTo>
                    <a:pt x="0" y="0"/>
                  </a:moveTo>
                  <a:lnTo>
                    <a:pt x="43" y="0"/>
                  </a:lnTo>
                  <a:lnTo>
                    <a:pt x="93" y="130"/>
                  </a:lnTo>
                  <a:lnTo>
                    <a:pt x="43" y="266"/>
                  </a:lnTo>
                  <a:lnTo>
                    <a:pt x="0" y="266"/>
                  </a:lnTo>
                  <a:lnTo>
                    <a:pt x="50" y="130"/>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latin typeface="Century Gothic" panose="020B0502020202020204" pitchFamily="34" charset="0"/>
              </a:endParaRPr>
            </a:p>
          </p:txBody>
        </p:sp>
      </p:grpSp>
      <p:sp>
        <p:nvSpPr>
          <p:cNvPr id="57" name="Line">
            <a:extLst>
              <a:ext uri="{FF2B5EF4-FFF2-40B4-BE49-F238E27FC236}">
                <a16:creationId xmlns:a16="http://schemas.microsoft.com/office/drawing/2014/main" id="{48881164-7A38-C74E-9941-568A28D3E8A4}"/>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7" name="Marcador de texto 15">
            <a:extLst>
              <a:ext uri="{FF2B5EF4-FFF2-40B4-BE49-F238E27FC236}">
                <a16:creationId xmlns:a16="http://schemas.microsoft.com/office/drawing/2014/main" id="{DF6F417B-7C3D-3B4C-950D-C35AC2CF70DF}"/>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8" name="Slide Number Placeholder 5">
            <a:extLst>
              <a:ext uri="{FF2B5EF4-FFF2-40B4-BE49-F238E27FC236}">
                <a16:creationId xmlns:a16="http://schemas.microsoft.com/office/drawing/2014/main" id="{480983E7-571C-9843-8DB3-D8488F20F41B}"/>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05082732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Redes Sociales - Facebook">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22" name="Marcador de posición de imagen 42">
            <a:extLst>
              <a:ext uri="{FF2B5EF4-FFF2-40B4-BE49-F238E27FC236}">
                <a16:creationId xmlns:a16="http://schemas.microsoft.com/office/drawing/2014/main" id="{E4EC1ADB-BC47-B844-A2FD-AA2F6C3C8B2B}"/>
              </a:ext>
            </a:extLst>
          </p:cNvPr>
          <p:cNvSpPr>
            <a:spLocks noGrp="1" noChangeAspect="1"/>
          </p:cNvSpPr>
          <p:nvPr>
            <p:ph type="pic" sz="quarter" idx="15"/>
          </p:nvPr>
        </p:nvSpPr>
        <p:spPr>
          <a:xfrm>
            <a:off x="371445" y="1664804"/>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 name="Rectángulo 1">
            <a:extLst>
              <a:ext uri="{FF2B5EF4-FFF2-40B4-BE49-F238E27FC236}">
                <a16:creationId xmlns:a16="http://schemas.microsoft.com/office/drawing/2014/main" id="{6251546D-6D1A-3B4F-86FA-D3481FC5A245}"/>
              </a:ext>
            </a:extLst>
          </p:cNvPr>
          <p:cNvSpPr/>
          <p:nvPr userDrawn="1"/>
        </p:nvSpPr>
        <p:spPr>
          <a:xfrm>
            <a:off x="370705" y="4797152"/>
            <a:ext cx="2772034" cy="129614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6" name="Marcador de texto 45">
            <a:extLst>
              <a:ext uri="{FF2B5EF4-FFF2-40B4-BE49-F238E27FC236}">
                <a16:creationId xmlns:a16="http://schemas.microsoft.com/office/drawing/2014/main" id="{68FFA157-F3FB-D041-AF0E-410C55E0A6EB}"/>
              </a:ext>
            </a:extLst>
          </p:cNvPr>
          <p:cNvSpPr>
            <a:spLocks noGrp="1"/>
          </p:cNvSpPr>
          <p:nvPr>
            <p:ph type="body" sz="quarter" idx="18" hasCustomPrompt="1"/>
          </p:nvPr>
        </p:nvSpPr>
        <p:spPr>
          <a:xfrm>
            <a:off x="1147125" y="5110509"/>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25" name="Rectángulo 24">
            <a:extLst>
              <a:ext uri="{FF2B5EF4-FFF2-40B4-BE49-F238E27FC236}">
                <a16:creationId xmlns:a16="http://schemas.microsoft.com/office/drawing/2014/main" id="{E9C08DD5-F0FC-944A-A038-54DF455B71FB}"/>
              </a:ext>
            </a:extLst>
          </p:cNvPr>
          <p:cNvSpPr/>
          <p:nvPr userDrawn="1"/>
        </p:nvSpPr>
        <p:spPr>
          <a:xfrm>
            <a:off x="3253793" y="1664804"/>
            <a:ext cx="2772034" cy="12961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7" name="Marcador de texto 45">
            <a:extLst>
              <a:ext uri="{FF2B5EF4-FFF2-40B4-BE49-F238E27FC236}">
                <a16:creationId xmlns:a16="http://schemas.microsoft.com/office/drawing/2014/main" id="{C6B7306F-349D-E44D-AF31-4787DA5A0919}"/>
              </a:ext>
            </a:extLst>
          </p:cNvPr>
          <p:cNvSpPr>
            <a:spLocks noGrp="1"/>
          </p:cNvSpPr>
          <p:nvPr>
            <p:ph type="body" sz="quarter" idx="19" hasCustomPrompt="1"/>
          </p:nvPr>
        </p:nvSpPr>
        <p:spPr>
          <a:xfrm>
            <a:off x="4030212" y="1978161"/>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35" name="Rectángulo 34">
            <a:extLst>
              <a:ext uri="{FF2B5EF4-FFF2-40B4-BE49-F238E27FC236}">
                <a16:creationId xmlns:a16="http://schemas.microsoft.com/office/drawing/2014/main" id="{8DA51B21-B480-994A-84C9-5730F203ACD9}"/>
              </a:ext>
            </a:extLst>
          </p:cNvPr>
          <p:cNvSpPr/>
          <p:nvPr userDrawn="1"/>
        </p:nvSpPr>
        <p:spPr>
          <a:xfrm>
            <a:off x="6155932" y="4797152"/>
            <a:ext cx="2772034" cy="12961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6" name="Marcador de texto 45">
            <a:extLst>
              <a:ext uri="{FF2B5EF4-FFF2-40B4-BE49-F238E27FC236}">
                <a16:creationId xmlns:a16="http://schemas.microsoft.com/office/drawing/2014/main" id="{18EB2202-EE17-7B43-89D8-4F3B14CFE2CC}"/>
              </a:ext>
            </a:extLst>
          </p:cNvPr>
          <p:cNvSpPr>
            <a:spLocks noGrp="1"/>
          </p:cNvSpPr>
          <p:nvPr>
            <p:ph type="body" sz="quarter" idx="20" hasCustomPrompt="1"/>
          </p:nvPr>
        </p:nvSpPr>
        <p:spPr>
          <a:xfrm>
            <a:off x="6932351" y="5110509"/>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38" name="Rectángulo 37">
            <a:extLst>
              <a:ext uri="{FF2B5EF4-FFF2-40B4-BE49-F238E27FC236}">
                <a16:creationId xmlns:a16="http://schemas.microsoft.com/office/drawing/2014/main" id="{369F8350-4B02-9648-9C26-FBE25136D7B4}"/>
              </a:ext>
            </a:extLst>
          </p:cNvPr>
          <p:cNvSpPr/>
          <p:nvPr userDrawn="1"/>
        </p:nvSpPr>
        <p:spPr>
          <a:xfrm>
            <a:off x="9045370" y="1664804"/>
            <a:ext cx="2772034" cy="12961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9" name="Marcador de texto 45">
            <a:extLst>
              <a:ext uri="{FF2B5EF4-FFF2-40B4-BE49-F238E27FC236}">
                <a16:creationId xmlns:a16="http://schemas.microsoft.com/office/drawing/2014/main" id="{600A3B89-08B4-B247-9DB3-53178BB0D830}"/>
              </a:ext>
            </a:extLst>
          </p:cNvPr>
          <p:cNvSpPr>
            <a:spLocks noGrp="1"/>
          </p:cNvSpPr>
          <p:nvPr>
            <p:ph type="body" sz="quarter" idx="21" hasCustomPrompt="1"/>
          </p:nvPr>
        </p:nvSpPr>
        <p:spPr>
          <a:xfrm>
            <a:off x="9821789" y="1978161"/>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41" name="Marcador de posición de imagen 42">
            <a:extLst>
              <a:ext uri="{FF2B5EF4-FFF2-40B4-BE49-F238E27FC236}">
                <a16:creationId xmlns:a16="http://schemas.microsoft.com/office/drawing/2014/main" id="{A6A780C1-6DE8-D746-BF67-6C544405F2F8}"/>
              </a:ext>
            </a:extLst>
          </p:cNvPr>
          <p:cNvSpPr>
            <a:spLocks noGrp="1" noChangeAspect="1"/>
          </p:cNvSpPr>
          <p:nvPr>
            <p:ph type="pic" sz="quarter" idx="22"/>
          </p:nvPr>
        </p:nvSpPr>
        <p:spPr>
          <a:xfrm>
            <a:off x="3253053" y="2960948"/>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2" name="Marcador de posición de imagen 42">
            <a:extLst>
              <a:ext uri="{FF2B5EF4-FFF2-40B4-BE49-F238E27FC236}">
                <a16:creationId xmlns:a16="http://schemas.microsoft.com/office/drawing/2014/main" id="{28ADFF1E-0D41-9F44-8254-CAA88D7C5BE6}"/>
              </a:ext>
            </a:extLst>
          </p:cNvPr>
          <p:cNvSpPr>
            <a:spLocks noGrp="1" noChangeAspect="1"/>
          </p:cNvSpPr>
          <p:nvPr>
            <p:ph type="pic" sz="quarter" idx="23"/>
          </p:nvPr>
        </p:nvSpPr>
        <p:spPr>
          <a:xfrm>
            <a:off x="6155192" y="1664804"/>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3" name="Marcador de posición de imagen 42">
            <a:extLst>
              <a:ext uri="{FF2B5EF4-FFF2-40B4-BE49-F238E27FC236}">
                <a16:creationId xmlns:a16="http://schemas.microsoft.com/office/drawing/2014/main" id="{C0D5A2B1-712B-8346-A50F-2E9914084DFD}"/>
              </a:ext>
            </a:extLst>
          </p:cNvPr>
          <p:cNvSpPr>
            <a:spLocks noGrp="1" noChangeAspect="1"/>
          </p:cNvSpPr>
          <p:nvPr>
            <p:ph type="pic" sz="quarter" idx="24"/>
          </p:nvPr>
        </p:nvSpPr>
        <p:spPr>
          <a:xfrm>
            <a:off x="9044121" y="2960948"/>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30" name="Shape 2860">
            <a:extLst>
              <a:ext uri="{FF2B5EF4-FFF2-40B4-BE49-F238E27FC236}">
                <a16:creationId xmlns:a16="http://schemas.microsoft.com/office/drawing/2014/main" id="{8E077345-D20D-4A4B-A4F2-E4DF48E708D8}"/>
              </a:ext>
            </a:extLst>
          </p:cNvPr>
          <p:cNvSpPr/>
          <p:nvPr userDrawn="1"/>
        </p:nvSpPr>
        <p:spPr>
          <a:xfrm>
            <a:off x="534033" y="5209356"/>
            <a:ext cx="471070" cy="471040"/>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4" y="7858"/>
                </a:lnTo>
                <a:lnTo>
                  <a:pt x="13244" y="6381"/>
                </a:lnTo>
                <a:lnTo>
                  <a:pt x="11938" y="6381"/>
                </a:lnTo>
                <a:cubicBezTo>
                  <a:pt x="10369"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32" name="Shape 2860">
            <a:extLst>
              <a:ext uri="{FF2B5EF4-FFF2-40B4-BE49-F238E27FC236}">
                <a16:creationId xmlns:a16="http://schemas.microsoft.com/office/drawing/2014/main" id="{1CF46E24-9952-9643-9536-EB57557CC20F}"/>
              </a:ext>
            </a:extLst>
          </p:cNvPr>
          <p:cNvSpPr/>
          <p:nvPr userDrawn="1"/>
        </p:nvSpPr>
        <p:spPr>
          <a:xfrm>
            <a:off x="6319260" y="5209356"/>
            <a:ext cx="471070" cy="471040"/>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4" y="7858"/>
                </a:lnTo>
                <a:lnTo>
                  <a:pt x="13244" y="6381"/>
                </a:lnTo>
                <a:lnTo>
                  <a:pt x="11938" y="6381"/>
                </a:lnTo>
                <a:cubicBezTo>
                  <a:pt x="10369"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33" name="Shape 2860">
            <a:extLst>
              <a:ext uri="{FF2B5EF4-FFF2-40B4-BE49-F238E27FC236}">
                <a16:creationId xmlns:a16="http://schemas.microsoft.com/office/drawing/2014/main" id="{E4791D3E-FEE6-4D49-AA88-3F93654F0A79}"/>
              </a:ext>
            </a:extLst>
          </p:cNvPr>
          <p:cNvSpPr/>
          <p:nvPr userDrawn="1"/>
        </p:nvSpPr>
        <p:spPr>
          <a:xfrm>
            <a:off x="3415904" y="2079441"/>
            <a:ext cx="471070" cy="471040"/>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4" y="7858"/>
                </a:lnTo>
                <a:lnTo>
                  <a:pt x="13244" y="6381"/>
                </a:lnTo>
                <a:lnTo>
                  <a:pt x="11938" y="6381"/>
                </a:lnTo>
                <a:cubicBezTo>
                  <a:pt x="10369"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44" name="Shape 2860">
            <a:extLst>
              <a:ext uri="{FF2B5EF4-FFF2-40B4-BE49-F238E27FC236}">
                <a16:creationId xmlns:a16="http://schemas.microsoft.com/office/drawing/2014/main" id="{43732656-BE02-9747-A787-126DDF97B912}"/>
              </a:ext>
            </a:extLst>
          </p:cNvPr>
          <p:cNvSpPr/>
          <p:nvPr userDrawn="1"/>
        </p:nvSpPr>
        <p:spPr>
          <a:xfrm>
            <a:off x="9206265" y="2079441"/>
            <a:ext cx="471070" cy="471040"/>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4" y="7858"/>
                </a:lnTo>
                <a:lnTo>
                  <a:pt x="13244" y="6381"/>
                </a:lnTo>
                <a:lnTo>
                  <a:pt x="11938" y="6381"/>
                </a:lnTo>
                <a:cubicBezTo>
                  <a:pt x="10369"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23" name="Line">
            <a:extLst>
              <a:ext uri="{FF2B5EF4-FFF2-40B4-BE49-F238E27FC236}">
                <a16:creationId xmlns:a16="http://schemas.microsoft.com/office/drawing/2014/main" id="{17DFA8BB-321C-9242-97B0-104761D6CC77}"/>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4" name="Marcador de texto 15">
            <a:extLst>
              <a:ext uri="{FF2B5EF4-FFF2-40B4-BE49-F238E27FC236}">
                <a16:creationId xmlns:a16="http://schemas.microsoft.com/office/drawing/2014/main" id="{F634A9EA-6567-464B-9BC9-C80B8FDEBAD4}"/>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8" name="Slide Number Placeholder 5">
            <a:extLst>
              <a:ext uri="{FF2B5EF4-FFF2-40B4-BE49-F238E27FC236}">
                <a16:creationId xmlns:a16="http://schemas.microsoft.com/office/drawing/2014/main" id="{DE6316F3-BFB7-904E-BEBF-C3D999A84901}"/>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117477112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Redes Sociales - Twitter">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22" name="Marcador de posición de imagen 42">
            <a:extLst>
              <a:ext uri="{FF2B5EF4-FFF2-40B4-BE49-F238E27FC236}">
                <a16:creationId xmlns:a16="http://schemas.microsoft.com/office/drawing/2014/main" id="{E4EC1ADB-BC47-B844-A2FD-AA2F6C3C8B2B}"/>
              </a:ext>
            </a:extLst>
          </p:cNvPr>
          <p:cNvSpPr>
            <a:spLocks noGrp="1" noChangeAspect="1"/>
          </p:cNvSpPr>
          <p:nvPr>
            <p:ph type="pic" sz="quarter" idx="15"/>
          </p:nvPr>
        </p:nvSpPr>
        <p:spPr>
          <a:xfrm>
            <a:off x="371445" y="1664804"/>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 name="Rectángulo 1">
            <a:extLst>
              <a:ext uri="{FF2B5EF4-FFF2-40B4-BE49-F238E27FC236}">
                <a16:creationId xmlns:a16="http://schemas.microsoft.com/office/drawing/2014/main" id="{6251546D-6D1A-3B4F-86FA-D3481FC5A245}"/>
              </a:ext>
            </a:extLst>
          </p:cNvPr>
          <p:cNvSpPr/>
          <p:nvPr userDrawn="1"/>
        </p:nvSpPr>
        <p:spPr>
          <a:xfrm>
            <a:off x="370705" y="4797152"/>
            <a:ext cx="2772034" cy="129614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6" name="Marcador de texto 45">
            <a:extLst>
              <a:ext uri="{FF2B5EF4-FFF2-40B4-BE49-F238E27FC236}">
                <a16:creationId xmlns:a16="http://schemas.microsoft.com/office/drawing/2014/main" id="{68FFA157-F3FB-D041-AF0E-410C55E0A6EB}"/>
              </a:ext>
            </a:extLst>
          </p:cNvPr>
          <p:cNvSpPr>
            <a:spLocks noGrp="1"/>
          </p:cNvSpPr>
          <p:nvPr>
            <p:ph type="body" sz="quarter" idx="18" hasCustomPrompt="1"/>
          </p:nvPr>
        </p:nvSpPr>
        <p:spPr>
          <a:xfrm>
            <a:off x="1147125" y="5110509"/>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25" name="Rectángulo 24">
            <a:extLst>
              <a:ext uri="{FF2B5EF4-FFF2-40B4-BE49-F238E27FC236}">
                <a16:creationId xmlns:a16="http://schemas.microsoft.com/office/drawing/2014/main" id="{E9C08DD5-F0FC-944A-A038-54DF455B71FB}"/>
              </a:ext>
            </a:extLst>
          </p:cNvPr>
          <p:cNvSpPr/>
          <p:nvPr userDrawn="1"/>
        </p:nvSpPr>
        <p:spPr>
          <a:xfrm>
            <a:off x="3253793" y="1664804"/>
            <a:ext cx="2772034" cy="12961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7" name="Marcador de texto 45">
            <a:extLst>
              <a:ext uri="{FF2B5EF4-FFF2-40B4-BE49-F238E27FC236}">
                <a16:creationId xmlns:a16="http://schemas.microsoft.com/office/drawing/2014/main" id="{C6B7306F-349D-E44D-AF31-4787DA5A0919}"/>
              </a:ext>
            </a:extLst>
          </p:cNvPr>
          <p:cNvSpPr>
            <a:spLocks noGrp="1"/>
          </p:cNvSpPr>
          <p:nvPr>
            <p:ph type="body" sz="quarter" idx="19" hasCustomPrompt="1"/>
          </p:nvPr>
        </p:nvSpPr>
        <p:spPr>
          <a:xfrm>
            <a:off x="4030212" y="1978161"/>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35" name="Rectángulo 34">
            <a:extLst>
              <a:ext uri="{FF2B5EF4-FFF2-40B4-BE49-F238E27FC236}">
                <a16:creationId xmlns:a16="http://schemas.microsoft.com/office/drawing/2014/main" id="{8DA51B21-B480-994A-84C9-5730F203ACD9}"/>
              </a:ext>
            </a:extLst>
          </p:cNvPr>
          <p:cNvSpPr/>
          <p:nvPr userDrawn="1"/>
        </p:nvSpPr>
        <p:spPr>
          <a:xfrm>
            <a:off x="6155932" y="4797152"/>
            <a:ext cx="2772034" cy="12961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6" name="Marcador de texto 45">
            <a:extLst>
              <a:ext uri="{FF2B5EF4-FFF2-40B4-BE49-F238E27FC236}">
                <a16:creationId xmlns:a16="http://schemas.microsoft.com/office/drawing/2014/main" id="{18EB2202-EE17-7B43-89D8-4F3B14CFE2CC}"/>
              </a:ext>
            </a:extLst>
          </p:cNvPr>
          <p:cNvSpPr>
            <a:spLocks noGrp="1"/>
          </p:cNvSpPr>
          <p:nvPr>
            <p:ph type="body" sz="quarter" idx="20" hasCustomPrompt="1"/>
          </p:nvPr>
        </p:nvSpPr>
        <p:spPr>
          <a:xfrm>
            <a:off x="6932351" y="5110509"/>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38" name="Rectángulo 37">
            <a:extLst>
              <a:ext uri="{FF2B5EF4-FFF2-40B4-BE49-F238E27FC236}">
                <a16:creationId xmlns:a16="http://schemas.microsoft.com/office/drawing/2014/main" id="{369F8350-4B02-9648-9C26-FBE25136D7B4}"/>
              </a:ext>
            </a:extLst>
          </p:cNvPr>
          <p:cNvSpPr/>
          <p:nvPr userDrawn="1"/>
        </p:nvSpPr>
        <p:spPr>
          <a:xfrm>
            <a:off x="9045370" y="1664804"/>
            <a:ext cx="2772034" cy="12961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9" name="Marcador de texto 45">
            <a:extLst>
              <a:ext uri="{FF2B5EF4-FFF2-40B4-BE49-F238E27FC236}">
                <a16:creationId xmlns:a16="http://schemas.microsoft.com/office/drawing/2014/main" id="{600A3B89-08B4-B247-9DB3-53178BB0D830}"/>
              </a:ext>
            </a:extLst>
          </p:cNvPr>
          <p:cNvSpPr>
            <a:spLocks noGrp="1"/>
          </p:cNvSpPr>
          <p:nvPr>
            <p:ph type="body" sz="quarter" idx="21" hasCustomPrompt="1"/>
          </p:nvPr>
        </p:nvSpPr>
        <p:spPr>
          <a:xfrm>
            <a:off x="9821789" y="1978161"/>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41" name="Marcador de posición de imagen 42">
            <a:extLst>
              <a:ext uri="{FF2B5EF4-FFF2-40B4-BE49-F238E27FC236}">
                <a16:creationId xmlns:a16="http://schemas.microsoft.com/office/drawing/2014/main" id="{A6A780C1-6DE8-D746-BF67-6C544405F2F8}"/>
              </a:ext>
            </a:extLst>
          </p:cNvPr>
          <p:cNvSpPr>
            <a:spLocks noGrp="1" noChangeAspect="1"/>
          </p:cNvSpPr>
          <p:nvPr>
            <p:ph type="pic" sz="quarter" idx="22"/>
          </p:nvPr>
        </p:nvSpPr>
        <p:spPr>
          <a:xfrm>
            <a:off x="3253053" y="2960948"/>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2" name="Marcador de posición de imagen 42">
            <a:extLst>
              <a:ext uri="{FF2B5EF4-FFF2-40B4-BE49-F238E27FC236}">
                <a16:creationId xmlns:a16="http://schemas.microsoft.com/office/drawing/2014/main" id="{28ADFF1E-0D41-9F44-8254-CAA88D7C5BE6}"/>
              </a:ext>
            </a:extLst>
          </p:cNvPr>
          <p:cNvSpPr>
            <a:spLocks noGrp="1" noChangeAspect="1"/>
          </p:cNvSpPr>
          <p:nvPr>
            <p:ph type="pic" sz="quarter" idx="23"/>
          </p:nvPr>
        </p:nvSpPr>
        <p:spPr>
          <a:xfrm>
            <a:off x="6155192" y="1664804"/>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3" name="Marcador de posición de imagen 42">
            <a:extLst>
              <a:ext uri="{FF2B5EF4-FFF2-40B4-BE49-F238E27FC236}">
                <a16:creationId xmlns:a16="http://schemas.microsoft.com/office/drawing/2014/main" id="{C0D5A2B1-712B-8346-A50F-2E9914084DFD}"/>
              </a:ext>
            </a:extLst>
          </p:cNvPr>
          <p:cNvSpPr>
            <a:spLocks noGrp="1" noChangeAspect="1"/>
          </p:cNvSpPr>
          <p:nvPr>
            <p:ph type="pic" sz="quarter" idx="24"/>
          </p:nvPr>
        </p:nvSpPr>
        <p:spPr>
          <a:xfrm>
            <a:off x="9044121" y="2960948"/>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9" name="Shape 2859">
            <a:extLst>
              <a:ext uri="{FF2B5EF4-FFF2-40B4-BE49-F238E27FC236}">
                <a16:creationId xmlns:a16="http://schemas.microsoft.com/office/drawing/2014/main" id="{B6B3B79C-10D8-8148-B991-1CFFAA69D436}"/>
              </a:ext>
            </a:extLst>
          </p:cNvPr>
          <p:cNvSpPr/>
          <p:nvPr userDrawn="1"/>
        </p:nvSpPr>
        <p:spPr>
          <a:xfrm>
            <a:off x="3414062" y="2077008"/>
            <a:ext cx="474129" cy="474099"/>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5929" y="7018"/>
                </a:moveTo>
                <a:cubicBezTo>
                  <a:pt x="15539" y="7246"/>
                  <a:pt x="15108" y="7411"/>
                  <a:pt x="14650" y="7500"/>
                </a:cubicBezTo>
                <a:cubicBezTo>
                  <a:pt x="14282" y="7114"/>
                  <a:pt x="13759" y="6874"/>
                  <a:pt x="13179" y="6874"/>
                </a:cubicBezTo>
                <a:cubicBezTo>
                  <a:pt x="12067" y="6874"/>
                  <a:pt x="11165" y="7762"/>
                  <a:pt x="11165" y="8856"/>
                </a:cubicBezTo>
                <a:cubicBezTo>
                  <a:pt x="11165" y="9011"/>
                  <a:pt x="11183" y="9162"/>
                  <a:pt x="11217" y="9308"/>
                </a:cubicBezTo>
                <a:cubicBezTo>
                  <a:pt x="9543" y="9225"/>
                  <a:pt x="8059" y="8436"/>
                  <a:pt x="7065" y="7236"/>
                </a:cubicBezTo>
                <a:cubicBezTo>
                  <a:pt x="6892" y="7530"/>
                  <a:pt x="6793" y="7869"/>
                  <a:pt x="6793" y="8233"/>
                </a:cubicBezTo>
                <a:cubicBezTo>
                  <a:pt x="6793" y="8921"/>
                  <a:pt x="7148" y="9528"/>
                  <a:pt x="7689" y="9883"/>
                </a:cubicBezTo>
                <a:cubicBezTo>
                  <a:pt x="7359" y="9873"/>
                  <a:pt x="7048" y="9784"/>
                  <a:pt x="6776" y="9635"/>
                </a:cubicBezTo>
                <a:cubicBezTo>
                  <a:pt x="6776" y="9644"/>
                  <a:pt x="6776" y="9651"/>
                  <a:pt x="6776" y="9660"/>
                </a:cubicBezTo>
                <a:cubicBezTo>
                  <a:pt x="6776" y="10621"/>
                  <a:pt x="7471" y="11422"/>
                  <a:pt x="8392" y="11604"/>
                </a:cubicBezTo>
                <a:cubicBezTo>
                  <a:pt x="8223" y="11650"/>
                  <a:pt x="8045" y="11673"/>
                  <a:pt x="7861" y="11673"/>
                </a:cubicBezTo>
                <a:cubicBezTo>
                  <a:pt x="7732" y="11673"/>
                  <a:pt x="7605" y="11661"/>
                  <a:pt x="7483" y="11638"/>
                </a:cubicBezTo>
                <a:cubicBezTo>
                  <a:pt x="7739" y="12426"/>
                  <a:pt x="8483" y="12999"/>
                  <a:pt x="9364" y="13015"/>
                </a:cubicBezTo>
                <a:cubicBezTo>
                  <a:pt x="8674" y="13547"/>
                  <a:pt x="7806" y="13863"/>
                  <a:pt x="6862" y="13863"/>
                </a:cubicBezTo>
                <a:cubicBezTo>
                  <a:pt x="6699" y="13863"/>
                  <a:pt x="6540" y="13855"/>
                  <a:pt x="6382" y="13837"/>
                </a:cubicBezTo>
                <a:cubicBezTo>
                  <a:pt x="7274" y="14398"/>
                  <a:pt x="8332" y="14727"/>
                  <a:pt x="9470" y="14727"/>
                </a:cubicBezTo>
                <a:cubicBezTo>
                  <a:pt x="13175" y="14727"/>
                  <a:pt x="15201" y="11706"/>
                  <a:pt x="15201" y="9086"/>
                </a:cubicBezTo>
                <a:cubicBezTo>
                  <a:pt x="15201" y="9000"/>
                  <a:pt x="15199" y="8915"/>
                  <a:pt x="15195" y="8830"/>
                </a:cubicBezTo>
                <a:cubicBezTo>
                  <a:pt x="15588" y="8550"/>
                  <a:pt x="15930" y="8201"/>
                  <a:pt x="16200" y="7804"/>
                </a:cubicBezTo>
                <a:cubicBezTo>
                  <a:pt x="15839" y="7961"/>
                  <a:pt x="15451" y="8067"/>
                  <a:pt x="15043" y="8115"/>
                </a:cubicBezTo>
                <a:cubicBezTo>
                  <a:pt x="15459" y="7870"/>
                  <a:pt x="15778" y="7482"/>
                  <a:pt x="15929" y="7018"/>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30" name="Shape 2859">
            <a:extLst>
              <a:ext uri="{FF2B5EF4-FFF2-40B4-BE49-F238E27FC236}">
                <a16:creationId xmlns:a16="http://schemas.microsoft.com/office/drawing/2014/main" id="{02D96ACF-1055-274A-92B7-F52E8462A78F}"/>
              </a:ext>
            </a:extLst>
          </p:cNvPr>
          <p:cNvSpPr/>
          <p:nvPr userDrawn="1"/>
        </p:nvSpPr>
        <p:spPr>
          <a:xfrm>
            <a:off x="529528" y="5208175"/>
            <a:ext cx="474129" cy="474099"/>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5929" y="7018"/>
                </a:moveTo>
                <a:cubicBezTo>
                  <a:pt x="15539" y="7246"/>
                  <a:pt x="15108" y="7411"/>
                  <a:pt x="14650" y="7500"/>
                </a:cubicBezTo>
                <a:cubicBezTo>
                  <a:pt x="14282" y="7114"/>
                  <a:pt x="13759" y="6874"/>
                  <a:pt x="13179" y="6874"/>
                </a:cubicBezTo>
                <a:cubicBezTo>
                  <a:pt x="12067" y="6874"/>
                  <a:pt x="11165" y="7762"/>
                  <a:pt x="11165" y="8856"/>
                </a:cubicBezTo>
                <a:cubicBezTo>
                  <a:pt x="11165" y="9011"/>
                  <a:pt x="11183" y="9162"/>
                  <a:pt x="11217" y="9308"/>
                </a:cubicBezTo>
                <a:cubicBezTo>
                  <a:pt x="9543" y="9225"/>
                  <a:pt x="8059" y="8436"/>
                  <a:pt x="7065" y="7236"/>
                </a:cubicBezTo>
                <a:cubicBezTo>
                  <a:pt x="6892" y="7530"/>
                  <a:pt x="6793" y="7869"/>
                  <a:pt x="6793" y="8233"/>
                </a:cubicBezTo>
                <a:cubicBezTo>
                  <a:pt x="6793" y="8921"/>
                  <a:pt x="7148" y="9528"/>
                  <a:pt x="7689" y="9883"/>
                </a:cubicBezTo>
                <a:cubicBezTo>
                  <a:pt x="7359" y="9873"/>
                  <a:pt x="7048" y="9784"/>
                  <a:pt x="6776" y="9635"/>
                </a:cubicBezTo>
                <a:cubicBezTo>
                  <a:pt x="6776" y="9644"/>
                  <a:pt x="6776" y="9651"/>
                  <a:pt x="6776" y="9660"/>
                </a:cubicBezTo>
                <a:cubicBezTo>
                  <a:pt x="6776" y="10621"/>
                  <a:pt x="7471" y="11422"/>
                  <a:pt x="8392" y="11604"/>
                </a:cubicBezTo>
                <a:cubicBezTo>
                  <a:pt x="8223" y="11650"/>
                  <a:pt x="8045" y="11673"/>
                  <a:pt x="7861" y="11673"/>
                </a:cubicBezTo>
                <a:cubicBezTo>
                  <a:pt x="7732" y="11673"/>
                  <a:pt x="7605" y="11661"/>
                  <a:pt x="7483" y="11638"/>
                </a:cubicBezTo>
                <a:cubicBezTo>
                  <a:pt x="7739" y="12426"/>
                  <a:pt x="8483" y="12999"/>
                  <a:pt x="9364" y="13015"/>
                </a:cubicBezTo>
                <a:cubicBezTo>
                  <a:pt x="8674" y="13547"/>
                  <a:pt x="7806" y="13863"/>
                  <a:pt x="6862" y="13863"/>
                </a:cubicBezTo>
                <a:cubicBezTo>
                  <a:pt x="6699" y="13863"/>
                  <a:pt x="6540" y="13855"/>
                  <a:pt x="6382" y="13837"/>
                </a:cubicBezTo>
                <a:cubicBezTo>
                  <a:pt x="7274" y="14398"/>
                  <a:pt x="8332" y="14727"/>
                  <a:pt x="9470" y="14727"/>
                </a:cubicBezTo>
                <a:cubicBezTo>
                  <a:pt x="13175" y="14727"/>
                  <a:pt x="15201" y="11706"/>
                  <a:pt x="15201" y="9086"/>
                </a:cubicBezTo>
                <a:cubicBezTo>
                  <a:pt x="15201" y="9000"/>
                  <a:pt x="15199" y="8915"/>
                  <a:pt x="15195" y="8830"/>
                </a:cubicBezTo>
                <a:cubicBezTo>
                  <a:pt x="15588" y="8550"/>
                  <a:pt x="15930" y="8201"/>
                  <a:pt x="16200" y="7804"/>
                </a:cubicBezTo>
                <a:cubicBezTo>
                  <a:pt x="15839" y="7961"/>
                  <a:pt x="15451" y="8067"/>
                  <a:pt x="15043" y="8115"/>
                </a:cubicBezTo>
                <a:cubicBezTo>
                  <a:pt x="15459" y="7870"/>
                  <a:pt x="15778" y="7482"/>
                  <a:pt x="15929" y="7018"/>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31" name="Shape 2859">
            <a:extLst>
              <a:ext uri="{FF2B5EF4-FFF2-40B4-BE49-F238E27FC236}">
                <a16:creationId xmlns:a16="http://schemas.microsoft.com/office/drawing/2014/main" id="{CA0F591C-2AD5-8145-9E6F-E68102F8F03D}"/>
              </a:ext>
            </a:extLst>
          </p:cNvPr>
          <p:cNvSpPr/>
          <p:nvPr userDrawn="1"/>
        </p:nvSpPr>
        <p:spPr>
          <a:xfrm>
            <a:off x="6319126" y="5208175"/>
            <a:ext cx="474129" cy="474099"/>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5929" y="7018"/>
                </a:moveTo>
                <a:cubicBezTo>
                  <a:pt x="15539" y="7246"/>
                  <a:pt x="15108" y="7411"/>
                  <a:pt x="14650" y="7500"/>
                </a:cubicBezTo>
                <a:cubicBezTo>
                  <a:pt x="14282" y="7114"/>
                  <a:pt x="13759" y="6874"/>
                  <a:pt x="13179" y="6874"/>
                </a:cubicBezTo>
                <a:cubicBezTo>
                  <a:pt x="12067" y="6874"/>
                  <a:pt x="11165" y="7762"/>
                  <a:pt x="11165" y="8856"/>
                </a:cubicBezTo>
                <a:cubicBezTo>
                  <a:pt x="11165" y="9011"/>
                  <a:pt x="11183" y="9162"/>
                  <a:pt x="11217" y="9308"/>
                </a:cubicBezTo>
                <a:cubicBezTo>
                  <a:pt x="9543" y="9225"/>
                  <a:pt x="8059" y="8436"/>
                  <a:pt x="7065" y="7236"/>
                </a:cubicBezTo>
                <a:cubicBezTo>
                  <a:pt x="6892" y="7530"/>
                  <a:pt x="6793" y="7869"/>
                  <a:pt x="6793" y="8233"/>
                </a:cubicBezTo>
                <a:cubicBezTo>
                  <a:pt x="6793" y="8921"/>
                  <a:pt x="7148" y="9528"/>
                  <a:pt x="7689" y="9883"/>
                </a:cubicBezTo>
                <a:cubicBezTo>
                  <a:pt x="7359" y="9873"/>
                  <a:pt x="7048" y="9784"/>
                  <a:pt x="6776" y="9635"/>
                </a:cubicBezTo>
                <a:cubicBezTo>
                  <a:pt x="6776" y="9644"/>
                  <a:pt x="6776" y="9651"/>
                  <a:pt x="6776" y="9660"/>
                </a:cubicBezTo>
                <a:cubicBezTo>
                  <a:pt x="6776" y="10621"/>
                  <a:pt x="7471" y="11422"/>
                  <a:pt x="8392" y="11604"/>
                </a:cubicBezTo>
                <a:cubicBezTo>
                  <a:pt x="8223" y="11650"/>
                  <a:pt x="8045" y="11673"/>
                  <a:pt x="7861" y="11673"/>
                </a:cubicBezTo>
                <a:cubicBezTo>
                  <a:pt x="7732" y="11673"/>
                  <a:pt x="7605" y="11661"/>
                  <a:pt x="7483" y="11638"/>
                </a:cubicBezTo>
                <a:cubicBezTo>
                  <a:pt x="7739" y="12426"/>
                  <a:pt x="8483" y="12999"/>
                  <a:pt x="9364" y="13015"/>
                </a:cubicBezTo>
                <a:cubicBezTo>
                  <a:pt x="8674" y="13547"/>
                  <a:pt x="7806" y="13863"/>
                  <a:pt x="6862" y="13863"/>
                </a:cubicBezTo>
                <a:cubicBezTo>
                  <a:pt x="6699" y="13863"/>
                  <a:pt x="6540" y="13855"/>
                  <a:pt x="6382" y="13837"/>
                </a:cubicBezTo>
                <a:cubicBezTo>
                  <a:pt x="7274" y="14398"/>
                  <a:pt x="8332" y="14727"/>
                  <a:pt x="9470" y="14727"/>
                </a:cubicBezTo>
                <a:cubicBezTo>
                  <a:pt x="13175" y="14727"/>
                  <a:pt x="15201" y="11706"/>
                  <a:pt x="15201" y="9086"/>
                </a:cubicBezTo>
                <a:cubicBezTo>
                  <a:pt x="15201" y="9000"/>
                  <a:pt x="15199" y="8915"/>
                  <a:pt x="15195" y="8830"/>
                </a:cubicBezTo>
                <a:cubicBezTo>
                  <a:pt x="15588" y="8550"/>
                  <a:pt x="15930" y="8201"/>
                  <a:pt x="16200" y="7804"/>
                </a:cubicBezTo>
                <a:cubicBezTo>
                  <a:pt x="15839" y="7961"/>
                  <a:pt x="15451" y="8067"/>
                  <a:pt x="15043" y="8115"/>
                </a:cubicBezTo>
                <a:cubicBezTo>
                  <a:pt x="15459" y="7870"/>
                  <a:pt x="15778" y="7482"/>
                  <a:pt x="15929" y="7018"/>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32" name="Shape 2859">
            <a:extLst>
              <a:ext uri="{FF2B5EF4-FFF2-40B4-BE49-F238E27FC236}">
                <a16:creationId xmlns:a16="http://schemas.microsoft.com/office/drawing/2014/main" id="{04B9A206-217C-594B-8872-CDF16E8F90B8}"/>
              </a:ext>
            </a:extLst>
          </p:cNvPr>
          <p:cNvSpPr/>
          <p:nvPr userDrawn="1"/>
        </p:nvSpPr>
        <p:spPr>
          <a:xfrm>
            <a:off x="9203659" y="2077008"/>
            <a:ext cx="474129" cy="474099"/>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5929" y="7018"/>
                </a:moveTo>
                <a:cubicBezTo>
                  <a:pt x="15539" y="7246"/>
                  <a:pt x="15108" y="7411"/>
                  <a:pt x="14650" y="7500"/>
                </a:cubicBezTo>
                <a:cubicBezTo>
                  <a:pt x="14282" y="7114"/>
                  <a:pt x="13759" y="6874"/>
                  <a:pt x="13179" y="6874"/>
                </a:cubicBezTo>
                <a:cubicBezTo>
                  <a:pt x="12067" y="6874"/>
                  <a:pt x="11165" y="7762"/>
                  <a:pt x="11165" y="8856"/>
                </a:cubicBezTo>
                <a:cubicBezTo>
                  <a:pt x="11165" y="9011"/>
                  <a:pt x="11183" y="9162"/>
                  <a:pt x="11217" y="9308"/>
                </a:cubicBezTo>
                <a:cubicBezTo>
                  <a:pt x="9543" y="9225"/>
                  <a:pt x="8059" y="8436"/>
                  <a:pt x="7065" y="7236"/>
                </a:cubicBezTo>
                <a:cubicBezTo>
                  <a:pt x="6892" y="7530"/>
                  <a:pt x="6793" y="7869"/>
                  <a:pt x="6793" y="8233"/>
                </a:cubicBezTo>
                <a:cubicBezTo>
                  <a:pt x="6793" y="8921"/>
                  <a:pt x="7148" y="9528"/>
                  <a:pt x="7689" y="9883"/>
                </a:cubicBezTo>
                <a:cubicBezTo>
                  <a:pt x="7359" y="9873"/>
                  <a:pt x="7048" y="9784"/>
                  <a:pt x="6776" y="9635"/>
                </a:cubicBezTo>
                <a:cubicBezTo>
                  <a:pt x="6776" y="9644"/>
                  <a:pt x="6776" y="9651"/>
                  <a:pt x="6776" y="9660"/>
                </a:cubicBezTo>
                <a:cubicBezTo>
                  <a:pt x="6776" y="10621"/>
                  <a:pt x="7471" y="11422"/>
                  <a:pt x="8392" y="11604"/>
                </a:cubicBezTo>
                <a:cubicBezTo>
                  <a:pt x="8223" y="11650"/>
                  <a:pt x="8045" y="11673"/>
                  <a:pt x="7861" y="11673"/>
                </a:cubicBezTo>
                <a:cubicBezTo>
                  <a:pt x="7732" y="11673"/>
                  <a:pt x="7605" y="11661"/>
                  <a:pt x="7483" y="11638"/>
                </a:cubicBezTo>
                <a:cubicBezTo>
                  <a:pt x="7739" y="12426"/>
                  <a:pt x="8483" y="12999"/>
                  <a:pt x="9364" y="13015"/>
                </a:cubicBezTo>
                <a:cubicBezTo>
                  <a:pt x="8674" y="13547"/>
                  <a:pt x="7806" y="13863"/>
                  <a:pt x="6862" y="13863"/>
                </a:cubicBezTo>
                <a:cubicBezTo>
                  <a:pt x="6699" y="13863"/>
                  <a:pt x="6540" y="13855"/>
                  <a:pt x="6382" y="13837"/>
                </a:cubicBezTo>
                <a:cubicBezTo>
                  <a:pt x="7274" y="14398"/>
                  <a:pt x="8332" y="14727"/>
                  <a:pt x="9470" y="14727"/>
                </a:cubicBezTo>
                <a:cubicBezTo>
                  <a:pt x="13175" y="14727"/>
                  <a:pt x="15201" y="11706"/>
                  <a:pt x="15201" y="9086"/>
                </a:cubicBezTo>
                <a:cubicBezTo>
                  <a:pt x="15201" y="9000"/>
                  <a:pt x="15199" y="8915"/>
                  <a:pt x="15195" y="8830"/>
                </a:cubicBezTo>
                <a:cubicBezTo>
                  <a:pt x="15588" y="8550"/>
                  <a:pt x="15930" y="8201"/>
                  <a:pt x="16200" y="7804"/>
                </a:cubicBezTo>
                <a:cubicBezTo>
                  <a:pt x="15839" y="7961"/>
                  <a:pt x="15451" y="8067"/>
                  <a:pt x="15043" y="8115"/>
                </a:cubicBezTo>
                <a:cubicBezTo>
                  <a:pt x="15459" y="7870"/>
                  <a:pt x="15778" y="7482"/>
                  <a:pt x="15929" y="7018"/>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23" name="Line">
            <a:extLst>
              <a:ext uri="{FF2B5EF4-FFF2-40B4-BE49-F238E27FC236}">
                <a16:creationId xmlns:a16="http://schemas.microsoft.com/office/drawing/2014/main" id="{5991B82E-3D93-9343-A77B-AEC40194ECC6}"/>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4" name="Marcador de texto 15">
            <a:extLst>
              <a:ext uri="{FF2B5EF4-FFF2-40B4-BE49-F238E27FC236}">
                <a16:creationId xmlns:a16="http://schemas.microsoft.com/office/drawing/2014/main" id="{6B66F1CA-2A1F-2C42-8582-1102961885FE}"/>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28" name="Slide Number Placeholder 5">
            <a:extLst>
              <a:ext uri="{FF2B5EF4-FFF2-40B4-BE49-F238E27FC236}">
                <a16:creationId xmlns:a16="http://schemas.microsoft.com/office/drawing/2014/main" id="{1080E77B-F7DF-6C45-ADCC-B470122A6E8A}"/>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148637619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Redes Sociales - Instagram">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22" name="Marcador de posición de imagen 42">
            <a:extLst>
              <a:ext uri="{FF2B5EF4-FFF2-40B4-BE49-F238E27FC236}">
                <a16:creationId xmlns:a16="http://schemas.microsoft.com/office/drawing/2014/main" id="{E4EC1ADB-BC47-B844-A2FD-AA2F6C3C8B2B}"/>
              </a:ext>
            </a:extLst>
          </p:cNvPr>
          <p:cNvSpPr>
            <a:spLocks noGrp="1" noChangeAspect="1"/>
          </p:cNvSpPr>
          <p:nvPr>
            <p:ph type="pic" sz="quarter" idx="15"/>
          </p:nvPr>
        </p:nvSpPr>
        <p:spPr>
          <a:xfrm>
            <a:off x="371445" y="1664804"/>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 name="Rectángulo 1">
            <a:extLst>
              <a:ext uri="{FF2B5EF4-FFF2-40B4-BE49-F238E27FC236}">
                <a16:creationId xmlns:a16="http://schemas.microsoft.com/office/drawing/2014/main" id="{6251546D-6D1A-3B4F-86FA-D3481FC5A245}"/>
              </a:ext>
            </a:extLst>
          </p:cNvPr>
          <p:cNvSpPr/>
          <p:nvPr userDrawn="1"/>
        </p:nvSpPr>
        <p:spPr>
          <a:xfrm>
            <a:off x="370705" y="4797152"/>
            <a:ext cx="2772034" cy="129614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6" name="Marcador de texto 45">
            <a:extLst>
              <a:ext uri="{FF2B5EF4-FFF2-40B4-BE49-F238E27FC236}">
                <a16:creationId xmlns:a16="http://schemas.microsoft.com/office/drawing/2014/main" id="{68FFA157-F3FB-D041-AF0E-410C55E0A6EB}"/>
              </a:ext>
            </a:extLst>
          </p:cNvPr>
          <p:cNvSpPr>
            <a:spLocks noGrp="1"/>
          </p:cNvSpPr>
          <p:nvPr>
            <p:ph type="body" sz="quarter" idx="18" hasCustomPrompt="1"/>
          </p:nvPr>
        </p:nvSpPr>
        <p:spPr>
          <a:xfrm>
            <a:off x="1147125" y="5110509"/>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25" name="Rectángulo 24">
            <a:extLst>
              <a:ext uri="{FF2B5EF4-FFF2-40B4-BE49-F238E27FC236}">
                <a16:creationId xmlns:a16="http://schemas.microsoft.com/office/drawing/2014/main" id="{E9C08DD5-F0FC-944A-A038-54DF455B71FB}"/>
              </a:ext>
            </a:extLst>
          </p:cNvPr>
          <p:cNvSpPr/>
          <p:nvPr userDrawn="1"/>
        </p:nvSpPr>
        <p:spPr>
          <a:xfrm>
            <a:off x="3253793" y="1664804"/>
            <a:ext cx="2772034" cy="12961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7" name="Marcador de texto 45">
            <a:extLst>
              <a:ext uri="{FF2B5EF4-FFF2-40B4-BE49-F238E27FC236}">
                <a16:creationId xmlns:a16="http://schemas.microsoft.com/office/drawing/2014/main" id="{C6B7306F-349D-E44D-AF31-4787DA5A0919}"/>
              </a:ext>
            </a:extLst>
          </p:cNvPr>
          <p:cNvSpPr>
            <a:spLocks noGrp="1"/>
          </p:cNvSpPr>
          <p:nvPr>
            <p:ph type="body" sz="quarter" idx="19" hasCustomPrompt="1"/>
          </p:nvPr>
        </p:nvSpPr>
        <p:spPr>
          <a:xfrm>
            <a:off x="4030212" y="1978161"/>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35" name="Rectángulo 34">
            <a:extLst>
              <a:ext uri="{FF2B5EF4-FFF2-40B4-BE49-F238E27FC236}">
                <a16:creationId xmlns:a16="http://schemas.microsoft.com/office/drawing/2014/main" id="{8DA51B21-B480-994A-84C9-5730F203ACD9}"/>
              </a:ext>
            </a:extLst>
          </p:cNvPr>
          <p:cNvSpPr/>
          <p:nvPr userDrawn="1"/>
        </p:nvSpPr>
        <p:spPr>
          <a:xfrm>
            <a:off x="6155932" y="4797152"/>
            <a:ext cx="2772034" cy="12961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6" name="Marcador de texto 45">
            <a:extLst>
              <a:ext uri="{FF2B5EF4-FFF2-40B4-BE49-F238E27FC236}">
                <a16:creationId xmlns:a16="http://schemas.microsoft.com/office/drawing/2014/main" id="{18EB2202-EE17-7B43-89D8-4F3B14CFE2CC}"/>
              </a:ext>
            </a:extLst>
          </p:cNvPr>
          <p:cNvSpPr>
            <a:spLocks noGrp="1"/>
          </p:cNvSpPr>
          <p:nvPr>
            <p:ph type="body" sz="quarter" idx="20" hasCustomPrompt="1"/>
          </p:nvPr>
        </p:nvSpPr>
        <p:spPr>
          <a:xfrm>
            <a:off x="6932351" y="5110509"/>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38" name="Rectángulo 37">
            <a:extLst>
              <a:ext uri="{FF2B5EF4-FFF2-40B4-BE49-F238E27FC236}">
                <a16:creationId xmlns:a16="http://schemas.microsoft.com/office/drawing/2014/main" id="{369F8350-4B02-9648-9C26-FBE25136D7B4}"/>
              </a:ext>
            </a:extLst>
          </p:cNvPr>
          <p:cNvSpPr/>
          <p:nvPr userDrawn="1"/>
        </p:nvSpPr>
        <p:spPr>
          <a:xfrm>
            <a:off x="9045370" y="1664804"/>
            <a:ext cx="2772034" cy="12961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9" name="Marcador de texto 45">
            <a:extLst>
              <a:ext uri="{FF2B5EF4-FFF2-40B4-BE49-F238E27FC236}">
                <a16:creationId xmlns:a16="http://schemas.microsoft.com/office/drawing/2014/main" id="{600A3B89-08B4-B247-9DB3-53178BB0D830}"/>
              </a:ext>
            </a:extLst>
          </p:cNvPr>
          <p:cNvSpPr>
            <a:spLocks noGrp="1"/>
          </p:cNvSpPr>
          <p:nvPr>
            <p:ph type="body" sz="quarter" idx="21" hasCustomPrompt="1"/>
          </p:nvPr>
        </p:nvSpPr>
        <p:spPr>
          <a:xfrm>
            <a:off x="9821789" y="1978161"/>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41" name="Marcador de posición de imagen 42">
            <a:extLst>
              <a:ext uri="{FF2B5EF4-FFF2-40B4-BE49-F238E27FC236}">
                <a16:creationId xmlns:a16="http://schemas.microsoft.com/office/drawing/2014/main" id="{A6A780C1-6DE8-D746-BF67-6C544405F2F8}"/>
              </a:ext>
            </a:extLst>
          </p:cNvPr>
          <p:cNvSpPr>
            <a:spLocks noGrp="1" noChangeAspect="1"/>
          </p:cNvSpPr>
          <p:nvPr>
            <p:ph type="pic" sz="quarter" idx="22"/>
          </p:nvPr>
        </p:nvSpPr>
        <p:spPr>
          <a:xfrm>
            <a:off x="3253053" y="2960948"/>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2" name="Marcador de posición de imagen 42">
            <a:extLst>
              <a:ext uri="{FF2B5EF4-FFF2-40B4-BE49-F238E27FC236}">
                <a16:creationId xmlns:a16="http://schemas.microsoft.com/office/drawing/2014/main" id="{28ADFF1E-0D41-9F44-8254-CAA88D7C5BE6}"/>
              </a:ext>
            </a:extLst>
          </p:cNvPr>
          <p:cNvSpPr>
            <a:spLocks noGrp="1" noChangeAspect="1"/>
          </p:cNvSpPr>
          <p:nvPr>
            <p:ph type="pic" sz="quarter" idx="23"/>
          </p:nvPr>
        </p:nvSpPr>
        <p:spPr>
          <a:xfrm>
            <a:off x="6155192" y="1664804"/>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3" name="Marcador de posición de imagen 42">
            <a:extLst>
              <a:ext uri="{FF2B5EF4-FFF2-40B4-BE49-F238E27FC236}">
                <a16:creationId xmlns:a16="http://schemas.microsoft.com/office/drawing/2014/main" id="{C0D5A2B1-712B-8346-A50F-2E9914084DFD}"/>
              </a:ext>
            </a:extLst>
          </p:cNvPr>
          <p:cNvSpPr>
            <a:spLocks noGrp="1" noChangeAspect="1"/>
          </p:cNvSpPr>
          <p:nvPr>
            <p:ph type="pic" sz="quarter" idx="24"/>
          </p:nvPr>
        </p:nvSpPr>
        <p:spPr>
          <a:xfrm>
            <a:off x="9044121" y="2960948"/>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4" name="Shape 2869">
            <a:extLst>
              <a:ext uri="{FF2B5EF4-FFF2-40B4-BE49-F238E27FC236}">
                <a16:creationId xmlns:a16="http://schemas.microsoft.com/office/drawing/2014/main" id="{426E59E6-ADFE-264C-9DB6-A242FDAAD8C4}"/>
              </a:ext>
            </a:extLst>
          </p:cNvPr>
          <p:cNvSpPr/>
          <p:nvPr userDrawn="1"/>
        </p:nvSpPr>
        <p:spPr>
          <a:xfrm>
            <a:off x="3413948" y="2077008"/>
            <a:ext cx="473503" cy="473472"/>
          </a:xfrm>
          <a:custGeom>
            <a:avLst/>
            <a:gdLst/>
            <a:ahLst/>
            <a:cxnLst>
              <a:cxn ang="0">
                <a:pos x="wd2" y="hd2"/>
              </a:cxn>
              <a:cxn ang="5400000">
                <a:pos x="wd2" y="hd2"/>
              </a:cxn>
              <a:cxn ang="10800000">
                <a:pos x="wd2" y="hd2"/>
              </a:cxn>
              <a:cxn ang="16200000">
                <a:pos x="wd2" y="hd2"/>
              </a:cxn>
            </a:cxnLst>
            <a:rect l="0" t="0" r="r" b="b"/>
            <a:pathLst>
              <a:path w="21600" h="21600" extrusionOk="0">
                <a:moveTo>
                  <a:pt x="14727" y="13745"/>
                </a:moveTo>
                <a:cubicBezTo>
                  <a:pt x="14727" y="14287"/>
                  <a:pt x="14287" y="14727"/>
                  <a:pt x="13745" y="14727"/>
                </a:cubicBezTo>
                <a:lnTo>
                  <a:pt x="7855" y="14727"/>
                </a:lnTo>
                <a:cubicBezTo>
                  <a:pt x="7313" y="14727"/>
                  <a:pt x="6873" y="14287"/>
                  <a:pt x="6873" y="13745"/>
                </a:cubicBezTo>
                <a:lnTo>
                  <a:pt x="6873" y="10309"/>
                </a:lnTo>
                <a:lnTo>
                  <a:pt x="7904" y="10309"/>
                </a:lnTo>
                <a:cubicBezTo>
                  <a:pt x="7877" y="10470"/>
                  <a:pt x="7855" y="10632"/>
                  <a:pt x="7855" y="10800"/>
                </a:cubicBezTo>
                <a:cubicBezTo>
                  <a:pt x="7855" y="12427"/>
                  <a:pt x="9173" y="13745"/>
                  <a:pt x="10800" y="13745"/>
                </a:cubicBezTo>
                <a:cubicBezTo>
                  <a:pt x="12426" y="13745"/>
                  <a:pt x="13745" y="12427"/>
                  <a:pt x="13745" y="10800"/>
                </a:cubicBezTo>
                <a:cubicBezTo>
                  <a:pt x="13745" y="10632"/>
                  <a:pt x="13723" y="10470"/>
                  <a:pt x="13696" y="10309"/>
                </a:cubicBezTo>
                <a:lnTo>
                  <a:pt x="14727" y="10309"/>
                </a:lnTo>
                <a:cubicBezTo>
                  <a:pt x="14727" y="10309"/>
                  <a:pt x="14727" y="13745"/>
                  <a:pt x="14727" y="13745"/>
                </a:cubicBezTo>
                <a:close/>
                <a:moveTo>
                  <a:pt x="10800" y="8836"/>
                </a:moveTo>
                <a:cubicBezTo>
                  <a:pt x="11884" y="8836"/>
                  <a:pt x="12764" y="9716"/>
                  <a:pt x="12764" y="10800"/>
                </a:cubicBezTo>
                <a:cubicBezTo>
                  <a:pt x="12764" y="11884"/>
                  <a:pt x="11884" y="12764"/>
                  <a:pt x="10800" y="12764"/>
                </a:cubicBezTo>
                <a:cubicBezTo>
                  <a:pt x="9716" y="12764"/>
                  <a:pt x="8836" y="11884"/>
                  <a:pt x="8836" y="10800"/>
                </a:cubicBezTo>
                <a:cubicBezTo>
                  <a:pt x="8836" y="9716"/>
                  <a:pt x="9716" y="8836"/>
                  <a:pt x="10800" y="8836"/>
                </a:cubicBezTo>
                <a:moveTo>
                  <a:pt x="12764" y="7364"/>
                </a:moveTo>
                <a:lnTo>
                  <a:pt x="14236" y="7364"/>
                </a:lnTo>
                <a:lnTo>
                  <a:pt x="14236" y="8836"/>
                </a:lnTo>
                <a:lnTo>
                  <a:pt x="12764" y="8836"/>
                </a:lnTo>
                <a:cubicBezTo>
                  <a:pt x="12764" y="8836"/>
                  <a:pt x="12764" y="7364"/>
                  <a:pt x="12764" y="7364"/>
                </a:cubicBezTo>
                <a:close/>
                <a:moveTo>
                  <a:pt x="13745" y="5891"/>
                </a:moveTo>
                <a:lnTo>
                  <a:pt x="7855" y="5891"/>
                </a:lnTo>
                <a:cubicBezTo>
                  <a:pt x="6770" y="5891"/>
                  <a:pt x="5891" y="6770"/>
                  <a:pt x="5891" y="7855"/>
                </a:cubicBezTo>
                <a:lnTo>
                  <a:pt x="5891" y="13745"/>
                </a:lnTo>
                <a:cubicBezTo>
                  <a:pt x="5891" y="14830"/>
                  <a:pt x="6770" y="15709"/>
                  <a:pt x="7855" y="15709"/>
                </a:cubicBezTo>
                <a:lnTo>
                  <a:pt x="13745" y="15709"/>
                </a:lnTo>
                <a:cubicBezTo>
                  <a:pt x="14830" y="15709"/>
                  <a:pt x="15709" y="14830"/>
                  <a:pt x="15709" y="13745"/>
                </a:cubicBezTo>
                <a:lnTo>
                  <a:pt x="15709" y="7855"/>
                </a:lnTo>
                <a:cubicBezTo>
                  <a:pt x="15709" y="6770"/>
                  <a:pt x="14830" y="5891"/>
                  <a:pt x="13745" y="5891"/>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28" name="Shape 2869">
            <a:extLst>
              <a:ext uri="{FF2B5EF4-FFF2-40B4-BE49-F238E27FC236}">
                <a16:creationId xmlns:a16="http://schemas.microsoft.com/office/drawing/2014/main" id="{DA2ECEAD-2C9B-6446-B9E6-5966293AB1CD}"/>
              </a:ext>
            </a:extLst>
          </p:cNvPr>
          <p:cNvSpPr/>
          <p:nvPr userDrawn="1"/>
        </p:nvSpPr>
        <p:spPr>
          <a:xfrm>
            <a:off x="9203545" y="2077008"/>
            <a:ext cx="473503" cy="473472"/>
          </a:xfrm>
          <a:custGeom>
            <a:avLst/>
            <a:gdLst/>
            <a:ahLst/>
            <a:cxnLst>
              <a:cxn ang="0">
                <a:pos x="wd2" y="hd2"/>
              </a:cxn>
              <a:cxn ang="5400000">
                <a:pos x="wd2" y="hd2"/>
              </a:cxn>
              <a:cxn ang="10800000">
                <a:pos x="wd2" y="hd2"/>
              </a:cxn>
              <a:cxn ang="16200000">
                <a:pos x="wd2" y="hd2"/>
              </a:cxn>
            </a:cxnLst>
            <a:rect l="0" t="0" r="r" b="b"/>
            <a:pathLst>
              <a:path w="21600" h="21600" extrusionOk="0">
                <a:moveTo>
                  <a:pt x="14727" y="13745"/>
                </a:moveTo>
                <a:cubicBezTo>
                  <a:pt x="14727" y="14287"/>
                  <a:pt x="14287" y="14727"/>
                  <a:pt x="13745" y="14727"/>
                </a:cubicBezTo>
                <a:lnTo>
                  <a:pt x="7855" y="14727"/>
                </a:lnTo>
                <a:cubicBezTo>
                  <a:pt x="7313" y="14727"/>
                  <a:pt x="6873" y="14287"/>
                  <a:pt x="6873" y="13745"/>
                </a:cubicBezTo>
                <a:lnTo>
                  <a:pt x="6873" y="10309"/>
                </a:lnTo>
                <a:lnTo>
                  <a:pt x="7904" y="10309"/>
                </a:lnTo>
                <a:cubicBezTo>
                  <a:pt x="7877" y="10470"/>
                  <a:pt x="7855" y="10632"/>
                  <a:pt x="7855" y="10800"/>
                </a:cubicBezTo>
                <a:cubicBezTo>
                  <a:pt x="7855" y="12427"/>
                  <a:pt x="9173" y="13745"/>
                  <a:pt x="10800" y="13745"/>
                </a:cubicBezTo>
                <a:cubicBezTo>
                  <a:pt x="12426" y="13745"/>
                  <a:pt x="13745" y="12427"/>
                  <a:pt x="13745" y="10800"/>
                </a:cubicBezTo>
                <a:cubicBezTo>
                  <a:pt x="13745" y="10632"/>
                  <a:pt x="13723" y="10470"/>
                  <a:pt x="13696" y="10309"/>
                </a:cubicBezTo>
                <a:lnTo>
                  <a:pt x="14727" y="10309"/>
                </a:lnTo>
                <a:cubicBezTo>
                  <a:pt x="14727" y="10309"/>
                  <a:pt x="14727" y="13745"/>
                  <a:pt x="14727" y="13745"/>
                </a:cubicBezTo>
                <a:close/>
                <a:moveTo>
                  <a:pt x="10800" y="8836"/>
                </a:moveTo>
                <a:cubicBezTo>
                  <a:pt x="11884" y="8836"/>
                  <a:pt x="12764" y="9716"/>
                  <a:pt x="12764" y="10800"/>
                </a:cubicBezTo>
                <a:cubicBezTo>
                  <a:pt x="12764" y="11884"/>
                  <a:pt x="11884" y="12764"/>
                  <a:pt x="10800" y="12764"/>
                </a:cubicBezTo>
                <a:cubicBezTo>
                  <a:pt x="9716" y="12764"/>
                  <a:pt x="8836" y="11884"/>
                  <a:pt x="8836" y="10800"/>
                </a:cubicBezTo>
                <a:cubicBezTo>
                  <a:pt x="8836" y="9716"/>
                  <a:pt x="9716" y="8836"/>
                  <a:pt x="10800" y="8836"/>
                </a:cubicBezTo>
                <a:moveTo>
                  <a:pt x="12764" y="7364"/>
                </a:moveTo>
                <a:lnTo>
                  <a:pt x="14236" y="7364"/>
                </a:lnTo>
                <a:lnTo>
                  <a:pt x="14236" y="8836"/>
                </a:lnTo>
                <a:lnTo>
                  <a:pt x="12764" y="8836"/>
                </a:lnTo>
                <a:cubicBezTo>
                  <a:pt x="12764" y="8836"/>
                  <a:pt x="12764" y="7364"/>
                  <a:pt x="12764" y="7364"/>
                </a:cubicBezTo>
                <a:close/>
                <a:moveTo>
                  <a:pt x="13745" y="5891"/>
                </a:moveTo>
                <a:lnTo>
                  <a:pt x="7855" y="5891"/>
                </a:lnTo>
                <a:cubicBezTo>
                  <a:pt x="6770" y="5891"/>
                  <a:pt x="5891" y="6770"/>
                  <a:pt x="5891" y="7855"/>
                </a:cubicBezTo>
                <a:lnTo>
                  <a:pt x="5891" y="13745"/>
                </a:lnTo>
                <a:cubicBezTo>
                  <a:pt x="5891" y="14830"/>
                  <a:pt x="6770" y="15709"/>
                  <a:pt x="7855" y="15709"/>
                </a:cubicBezTo>
                <a:lnTo>
                  <a:pt x="13745" y="15709"/>
                </a:lnTo>
                <a:cubicBezTo>
                  <a:pt x="14830" y="15709"/>
                  <a:pt x="15709" y="14830"/>
                  <a:pt x="15709" y="13745"/>
                </a:cubicBezTo>
                <a:lnTo>
                  <a:pt x="15709" y="7855"/>
                </a:lnTo>
                <a:cubicBezTo>
                  <a:pt x="15709" y="6770"/>
                  <a:pt x="14830" y="5891"/>
                  <a:pt x="13745" y="5891"/>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30" name="Shape 2869">
            <a:extLst>
              <a:ext uri="{FF2B5EF4-FFF2-40B4-BE49-F238E27FC236}">
                <a16:creationId xmlns:a16="http://schemas.microsoft.com/office/drawing/2014/main" id="{087F9DFB-28E2-334C-A1CC-05E0F58E7725}"/>
              </a:ext>
            </a:extLst>
          </p:cNvPr>
          <p:cNvSpPr/>
          <p:nvPr userDrawn="1"/>
        </p:nvSpPr>
        <p:spPr>
          <a:xfrm>
            <a:off x="6316827" y="5209356"/>
            <a:ext cx="473503" cy="473472"/>
          </a:xfrm>
          <a:custGeom>
            <a:avLst/>
            <a:gdLst/>
            <a:ahLst/>
            <a:cxnLst>
              <a:cxn ang="0">
                <a:pos x="wd2" y="hd2"/>
              </a:cxn>
              <a:cxn ang="5400000">
                <a:pos x="wd2" y="hd2"/>
              </a:cxn>
              <a:cxn ang="10800000">
                <a:pos x="wd2" y="hd2"/>
              </a:cxn>
              <a:cxn ang="16200000">
                <a:pos x="wd2" y="hd2"/>
              </a:cxn>
            </a:cxnLst>
            <a:rect l="0" t="0" r="r" b="b"/>
            <a:pathLst>
              <a:path w="21600" h="21600" extrusionOk="0">
                <a:moveTo>
                  <a:pt x="14727" y="13745"/>
                </a:moveTo>
                <a:cubicBezTo>
                  <a:pt x="14727" y="14287"/>
                  <a:pt x="14287" y="14727"/>
                  <a:pt x="13745" y="14727"/>
                </a:cubicBezTo>
                <a:lnTo>
                  <a:pt x="7855" y="14727"/>
                </a:lnTo>
                <a:cubicBezTo>
                  <a:pt x="7313" y="14727"/>
                  <a:pt x="6873" y="14287"/>
                  <a:pt x="6873" y="13745"/>
                </a:cubicBezTo>
                <a:lnTo>
                  <a:pt x="6873" y="10309"/>
                </a:lnTo>
                <a:lnTo>
                  <a:pt x="7904" y="10309"/>
                </a:lnTo>
                <a:cubicBezTo>
                  <a:pt x="7877" y="10470"/>
                  <a:pt x="7855" y="10632"/>
                  <a:pt x="7855" y="10800"/>
                </a:cubicBezTo>
                <a:cubicBezTo>
                  <a:pt x="7855" y="12427"/>
                  <a:pt x="9173" y="13745"/>
                  <a:pt x="10800" y="13745"/>
                </a:cubicBezTo>
                <a:cubicBezTo>
                  <a:pt x="12426" y="13745"/>
                  <a:pt x="13745" y="12427"/>
                  <a:pt x="13745" y="10800"/>
                </a:cubicBezTo>
                <a:cubicBezTo>
                  <a:pt x="13745" y="10632"/>
                  <a:pt x="13723" y="10470"/>
                  <a:pt x="13696" y="10309"/>
                </a:cubicBezTo>
                <a:lnTo>
                  <a:pt x="14727" y="10309"/>
                </a:lnTo>
                <a:cubicBezTo>
                  <a:pt x="14727" y="10309"/>
                  <a:pt x="14727" y="13745"/>
                  <a:pt x="14727" y="13745"/>
                </a:cubicBezTo>
                <a:close/>
                <a:moveTo>
                  <a:pt x="10800" y="8836"/>
                </a:moveTo>
                <a:cubicBezTo>
                  <a:pt x="11884" y="8836"/>
                  <a:pt x="12764" y="9716"/>
                  <a:pt x="12764" y="10800"/>
                </a:cubicBezTo>
                <a:cubicBezTo>
                  <a:pt x="12764" y="11884"/>
                  <a:pt x="11884" y="12764"/>
                  <a:pt x="10800" y="12764"/>
                </a:cubicBezTo>
                <a:cubicBezTo>
                  <a:pt x="9716" y="12764"/>
                  <a:pt x="8836" y="11884"/>
                  <a:pt x="8836" y="10800"/>
                </a:cubicBezTo>
                <a:cubicBezTo>
                  <a:pt x="8836" y="9716"/>
                  <a:pt x="9716" y="8836"/>
                  <a:pt x="10800" y="8836"/>
                </a:cubicBezTo>
                <a:moveTo>
                  <a:pt x="12764" y="7364"/>
                </a:moveTo>
                <a:lnTo>
                  <a:pt x="14236" y="7364"/>
                </a:lnTo>
                <a:lnTo>
                  <a:pt x="14236" y="8836"/>
                </a:lnTo>
                <a:lnTo>
                  <a:pt x="12764" y="8836"/>
                </a:lnTo>
                <a:cubicBezTo>
                  <a:pt x="12764" y="8836"/>
                  <a:pt x="12764" y="7364"/>
                  <a:pt x="12764" y="7364"/>
                </a:cubicBezTo>
                <a:close/>
                <a:moveTo>
                  <a:pt x="13745" y="5891"/>
                </a:moveTo>
                <a:lnTo>
                  <a:pt x="7855" y="5891"/>
                </a:lnTo>
                <a:cubicBezTo>
                  <a:pt x="6770" y="5891"/>
                  <a:pt x="5891" y="6770"/>
                  <a:pt x="5891" y="7855"/>
                </a:cubicBezTo>
                <a:lnTo>
                  <a:pt x="5891" y="13745"/>
                </a:lnTo>
                <a:cubicBezTo>
                  <a:pt x="5891" y="14830"/>
                  <a:pt x="6770" y="15709"/>
                  <a:pt x="7855" y="15709"/>
                </a:cubicBezTo>
                <a:lnTo>
                  <a:pt x="13745" y="15709"/>
                </a:lnTo>
                <a:cubicBezTo>
                  <a:pt x="14830" y="15709"/>
                  <a:pt x="15709" y="14830"/>
                  <a:pt x="15709" y="13745"/>
                </a:cubicBezTo>
                <a:lnTo>
                  <a:pt x="15709" y="7855"/>
                </a:lnTo>
                <a:cubicBezTo>
                  <a:pt x="15709" y="6770"/>
                  <a:pt x="14830" y="5891"/>
                  <a:pt x="13745" y="5891"/>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31" name="Shape 2869">
            <a:extLst>
              <a:ext uri="{FF2B5EF4-FFF2-40B4-BE49-F238E27FC236}">
                <a16:creationId xmlns:a16="http://schemas.microsoft.com/office/drawing/2014/main" id="{5247687F-DB47-7B4A-80C7-EC705550982E}"/>
              </a:ext>
            </a:extLst>
          </p:cNvPr>
          <p:cNvSpPr/>
          <p:nvPr userDrawn="1"/>
        </p:nvSpPr>
        <p:spPr>
          <a:xfrm>
            <a:off x="530351" y="5209356"/>
            <a:ext cx="473503" cy="473472"/>
          </a:xfrm>
          <a:custGeom>
            <a:avLst/>
            <a:gdLst/>
            <a:ahLst/>
            <a:cxnLst>
              <a:cxn ang="0">
                <a:pos x="wd2" y="hd2"/>
              </a:cxn>
              <a:cxn ang="5400000">
                <a:pos x="wd2" y="hd2"/>
              </a:cxn>
              <a:cxn ang="10800000">
                <a:pos x="wd2" y="hd2"/>
              </a:cxn>
              <a:cxn ang="16200000">
                <a:pos x="wd2" y="hd2"/>
              </a:cxn>
            </a:cxnLst>
            <a:rect l="0" t="0" r="r" b="b"/>
            <a:pathLst>
              <a:path w="21600" h="21600" extrusionOk="0">
                <a:moveTo>
                  <a:pt x="14727" y="13745"/>
                </a:moveTo>
                <a:cubicBezTo>
                  <a:pt x="14727" y="14287"/>
                  <a:pt x="14287" y="14727"/>
                  <a:pt x="13745" y="14727"/>
                </a:cubicBezTo>
                <a:lnTo>
                  <a:pt x="7855" y="14727"/>
                </a:lnTo>
                <a:cubicBezTo>
                  <a:pt x="7313" y="14727"/>
                  <a:pt x="6873" y="14287"/>
                  <a:pt x="6873" y="13745"/>
                </a:cubicBezTo>
                <a:lnTo>
                  <a:pt x="6873" y="10309"/>
                </a:lnTo>
                <a:lnTo>
                  <a:pt x="7904" y="10309"/>
                </a:lnTo>
                <a:cubicBezTo>
                  <a:pt x="7877" y="10470"/>
                  <a:pt x="7855" y="10632"/>
                  <a:pt x="7855" y="10800"/>
                </a:cubicBezTo>
                <a:cubicBezTo>
                  <a:pt x="7855" y="12427"/>
                  <a:pt x="9173" y="13745"/>
                  <a:pt x="10800" y="13745"/>
                </a:cubicBezTo>
                <a:cubicBezTo>
                  <a:pt x="12426" y="13745"/>
                  <a:pt x="13745" y="12427"/>
                  <a:pt x="13745" y="10800"/>
                </a:cubicBezTo>
                <a:cubicBezTo>
                  <a:pt x="13745" y="10632"/>
                  <a:pt x="13723" y="10470"/>
                  <a:pt x="13696" y="10309"/>
                </a:cubicBezTo>
                <a:lnTo>
                  <a:pt x="14727" y="10309"/>
                </a:lnTo>
                <a:cubicBezTo>
                  <a:pt x="14727" y="10309"/>
                  <a:pt x="14727" y="13745"/>
                  <a:pt x="14727" y="13745"/>
                </a:cubicBezTo>
                <a:close/>
                <a:moveTo>
                  <a:pt x="10800" y="8836"/>
                </a:moveTo>
                <a:cubicBezTo>
                  <a:pt x="11884" y="8836"/>
                  <a:pt x="12764" y="9716"/>
                  <a:pt x="12764" y="10800"/>
                </a:cubicBezTo>
                <a:cubicBezTo>
                  <a:pt x="12764" y="11884"/>
                  <a:pt x="11884" y="12764"/>
                  <a:pt x="10800" y="12764"/>
                </a:cubicBezTo>
                <a:cubicBezTo>
                  <a:pt x="9716" y="12764"/>
                  <a:pt x="8836" y="11884"/>
                  <a:pt x="8836" y="10800"/>
                </a:cubicBezTo>
                <a:cubicBezTo>
                  <a:pt x="8836" y="9716"/>
                  <a:pt x="9716" y="8836"/>
                  <a:pt x="10800" y="8836"/>
                </a:cubicBezTo>
                <a:moveTo>
                  <a:pt x="12764" y="7364"/>
                </a:moveTo>
                <a:lnTo>
                  <a:pt x="14236" y="7364"/>
                </a:lnTo>
                <a:lnTo>
                  <a:pt x="14236" y="8836"/>
                </a:lnTo>
                <a:lnTo>
                  <a:pt x="12764" y="8836"/>
                </a:lnTo>
                <a:cubicBezTo>
                  <a:pt x="12764" y="8836"/>
                  <a:pt x="12764" y="7364"/>
                  <a:pt x="12764" y="7364"/>
                </a:cubicBezTo>
                <a:close/>
                <a:moveTo>
                  <a:pt x="13745" y="5891"/>
                </a:moveTo>
                <a:lnTo>
                  <a:pt x="7855" y="5891"/>
                </a:lnTo>
                <a:cubicBezTo>
                  <a:pt x="6770" y="5891"/>
                  <a:pt x="5891" y="6770"/>
                  <a:pt x="5891" y="7855"/>
                </a:cubicBezTo>
                <a:lnTo>
                  <a:pt x="5891" y="13745"/>
                </a:lnTo>
                <a:cubicBezTo>
                  <a:pt x="5891" y="14830"/>
                  <a:pt x="6770" y="15709"/>
                  <a:pt x="7855" y="15709"/>
                </a:cubicBezTo>
                <a:lnTo>
                  <a:pt x="13745" y="15709"/>
                </a:lnTo>
                <a:cubicBezTo>
                  <a:pt x="14830" y="15709"/>
                  <a:pt x="15709" y="14830"/>
                  <a:pt x="15709" y="13745"/>
                </a:cubicBezTo>
                <a:lnTo>
                  <a:pt x="15709" y="7855"/>
                </a:lnTo>
                <a:cubicBezTo>
                  <a:pt x="15709" y="6770"/>
                  <a:pt x="14830" y="5891"/>
                  <a:pt x="13745" y="5891"/>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23" name="Line">
            <a:extLst>
              <a:ext uri="{FF2B5EF4-FFF2-40B4-BE49-F238E27FC236}">
                <a16:creationId xmlns:a16="http://schemas.microsoft.com/office/drawing/2014/main" id="{2342D208-6B84-EF4B-9BD0-B63AFF951D61}"/>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9" name="Marcador de texto 15">
            <a:extLst>
              <a:ext uri="{FF2B5EF4-FFF2-40B4-BE49-F238E27FC236}">
                <a16:creationId xmlns:a16="http://schemas.microsoft.com/office/drawing/2014/main" id="{460FEE47-472F-2A4C-8E69-DAB28B05FC9E}"/>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2" name="Slide Number Placeholder 5">
            <a:extLst>
              <a:ext uri="{FF2B5EF4-FFF2-40B4-BE49-F238E27FC236}">
                <a16:creationId xmlns:a16="http://schemas.microsoft.com/office/drawing/2014/main" id="{78AE24C6-FCD8-6E4D-BD67-3508892FB1D6}"/>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87113475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Redes Sociales - LinkedI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22" name="Marcador de posición de imagen 42">
            <a:extLst>
              <a:ext uri="{FF2B5EF4-FFF2-40B4-BE49-F238E27FC236}">
                <a16:creationId xmlns:a16="http://schemas.microsoft.com/office/drawing/2014/main" id="{E4EC1ADB-BC47-B844-A2FD-AA2F6C3C8B2B}"/>
              </a:ext>
            </a:extLst>
          </p:cNvPr>
          <p:cNvSpPr>
            <a:spLocks noGrp="1" noChangeAspect="1"/>
          </p:cNvSpPr>
          <p:nvPr>
            <p:ph type="pic" sz="quarter" idx="15"/>
          </p:nvPr>
        </p:nvSpPr>
        <p:spPr>
          <a:xfrm>
            <a:off x="371445" y="1664804"/>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 name="Rectángulo 1">
            <a:extLst>
              <a:ext uri="{FF2B5EF4-FFF2-40B4-BE49-F238E27FC236}">
                <a16:creationId xmlns:a16="http://schemas.microsoft.com/office/drawing/2014/main" id="{6251546D-6D1A-3B4F-86FA-D3481FC5A245}"/>
              </a:ext>
            </a:extLst>
          </p:cNvPr>
          <p:cNvSpPr/>
          <p:nvPr userDrawn="1"/>
        </p:nvSpPr>
        <p:spPr>
          <a:xfrm>
            <a:off x="370705" y="4797152"/>
            <a:ext cx="2772034" cy="129614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6" name="Marcador de texto 45">
            <a:extLst>
              <a:ext uri="{FF2B5EF4-FFF2-40B4-BE49-F238E27FC236}">
                <a16:creationId xmlns:a16="http://schemas.microsoft.com/office/drawing/2014/main" id="{68FFA157-F3FB-D041-AF0E-410C55E0A6EB}"/>
              </a:ext>
            </a:extLst>
          </p:cNvPr>
          <p:cNvSpPr>
            <a:spLocks noGrp="1"/>
          </p:cNvSpPr>
          <p:nvPr>
            <p:ph type="body" sz="quarter" idx="18" hasCustomPrompt="1"/>
          </p:nvPr>
        </p:nvSpPr>
        <p:spPr>
          <a:xfrm>
            <a:off x="1147125" y="5110509"/>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25" name="Rectángulo 24">
            <a:extLst>
              <a:ext uri="{FF2B5EF4-FFF2-40B4-BE49-F238E27FC236}">
                <a16:creationId xmlns:a16="http://schemas.microsoft.com/office/drawing/2014/main" id="{E9C08DD5-F0FC-944A-A038-54DF455B71FB}"/>
              </a:ext>
            </a:extLst>
          </p:cNvPr>
          <p:cNvSpPr/>
          <p:nvPr userDrawn="1"/>
        </p:nvSpPr>
        <p:spPr>
          <a:xfrm>
            <a:off x="3253793" y="1664804"/>
            <a:ext cx="2772034" cy="12961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7" name="Marcador de texto 45">
            <a:extLst>
              <a:ext uri="{FF2B5EF4-FFF2-40B4-BE49-F238E27FC236}">
                <a16:creationId xmlns:a16="http://schemas.microsoft.com/office/drawing/2014/main" id="{C6B7306F-349D-E44D-AF31-4787DA5A0919}"/>
              </a:ext>
            </a:extLst>
          </p:cNvPr>
          <p:cNvSpPr>
            <a:spLocks noGrp="1"/>
          </p:cNvSpPr>
          <p:nvPr>
            <p:ph type="body" sz="quarter" idx="19" hasCustomPrompt="1"/>
          </p:nvPr>
        </p:nvSpPr>
        <p:spPr>
          <a:xfrm>
            <a:off x="4030212" y="1978161"/>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35" name="Rectángulo 34">
            <a:extLst>
              <a:ext uri="{FF2B5EF4-FFF2-40B4-BE49-F238E27FC236}">
                <a16:creationId xmlns:a16="http://schemas.microsoft.com/office/drawing/2014/main" id="{8DA51B21-B480-994A-84C9-5730F203ACD9}"/>
              </a:ext>
            </a:extLst>
          </p:cNvPr>
          <p:cNvSpPr/>
          <p:nvPr userDrawn="1"/>
        </p:nvSpPr>
        <p:spPr>
          <a:xfrm>
            <a:off x="6155932" y="4797152"/>
            <a:ext cx="2772034" cy="12961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6" name="Marcador de texto 45">
            <a:extLst>
              <a:ext uri="{FF2B5EF4-FFF2-40B4-BE49-F238E27FC236}">
                <a16:creationId xmlns:a16="http://schemas.microsoft.com/office/drawing/2014/main" id="{18EB2202-EE17-7B43-89D8-4F3B14CFE2CC}"/>
              </a:ext>
            </a:extLst>
          </p:cNvPr>
          <p:cNvSpPr>
            <a:spLocks noGrp="1"/>
          </p:cNvSpPr>
          <p:nvPr>
            <p:ph type="body" sz="quarter" idx="20" hasCustomPrompt="1"/>
          </p:nvPr>
        </p:nvSpPr>
        <p:spPr>
          <a:xfrm>
            <a:off x="6932351" y="5110509"/>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38" name="Rectángulo 37">
            <a:extLst>
              <a:ext uri="{FF2B5EF4-FFF2-40B4-BE49-F238E27FC236}">
                <a16:creationId xmlns:a16="http://schemas.microsoft.com/office/drawing/2014/main" id="{369F8350-4B02-9648-9C26-FBE25136D7B4}"/>
              </a:ext>
            </a:extLst>
          </p:cNvPr>
          <p:cNvSpPr/>
          <p:nvPr userDrawn="1"/>
        </p:nvSpPr>
        <p:spPr>
          <a:xfrm>
            <a:off x="9045370" y="1664804"/>
            <a:ext cx="2772034" cy="12961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9" name="Marcador de texto 45">
            <a:extLst>
              <a:ext uri="{FF2B5EF4-FFF2-40B4-BE49-F238E27FC236}">
                <a16:creationId xmlns:a16="http://schemas.microsoft.com/office/drawing/2014/main" id="{600A3B89-08B4-B247-9DB3-53178BB0D830}"/>
              </a:ext>
            </a:extLst>
          </p:cNvPr>
          <p:cNvSpPr>
            <a:spLocks noGrp="1"/>
          </p:cNvSpPr>
          <p:nvPr>
            <p:ph type="body" sz="quarter" idx="21" hasCustomPrompt="1"/>
          </p:nvPr>
        </p:nvSpPr>
        <p:spPr>
          <a:xfrm>
            <a:off x="9821789" y="1978161"/>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41" name="Marcador de posición de imagen 42">
            <a:extLst>
              <a:ext uri="{FF2B5EF4-FFF2-40B4-BE49-F238E27FC236}">
                <a16:creationId xmlns:a16="http://schemas.microsoft.com/office/drawing/2014/main" id="{A6A780C1-6DE8-D746-BF67-6C544405F2F8}"/>
              </a:ext>
            </a:extLst>
          </p:cNvPr>
          <p:cNvSpPr>
            <a:spLocks noGrp="1" noChangeAspect="1"/>
          </p:cNvSpPr>
          <p:nvPr>
            <p:ph type="pic" sz="quarter" idx="22"/>
          </p:nvPr>
        </p:nvSpPr>
        <p:spPr>
          <a:xfrm>
            <a:off x="3253053" y="2960948"/>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2" name="Marcador de posición de imagen 42">
            <a:extLst>
              <a:ext uri="{FF2B5EF4-FFF2-40B4-BE49-F238E27FC236}">
                <a16:creationId xmlns:a16="http://schemas.microsoft.com/office/drawing/2014/main" id="{28ADFF1E-0D41-9F44-8254-CAA88D7C5BE6}"/>
              </a:ext>
            </a:extLst>
          </p:cNvPr>
          <p:cNvSpPr>
            <a:spLocks noGrp="1" noChangeAspect="1"/>
          </p:cNvSpPr>
          <p:nvPr>
            <p:ph type="pic" sz="quarter" idx="23"/>
          </p:nvPr>
        </p:nvSpPr>
        <p:spPr>
          <a:xfrm>
            <a:off x="6155192" y="1664804"/>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3" name="Marcador de posición de imagen 42">
            <a:extLst>
              <a:ext uri="{FF2B5EF4-FFF2-40B4-BE49-F238E27FC236}">
                <a16:creationId xmlns:a16="http://schemas.microsoft.com/office/drawing/2014/main" id="{C0D5A2B1-712B-8346-A50F-2E9914084DFD}"/>
              </a:ext>
            </a:extLst>
          </p:cNvPr>
          <p:cNvSpPr>
            <a:spLocks noGrp="1" noChangeAspect="1"/>
          </p:cNvSpPr>
          <p:nvPr>
            <p:ph type="pic" sz="quarter" idx="24"/>
          </p:nvPr>
        </p:nvSpPr>
        <p:spPr>
          <a:xfrm>
            <a:off x="9044121" y="2960948"/>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4" name="Shape 2865">
            <a:extLst>
              <a:ext uri="{FF2B5EF4-FFF2-40B4-BE49-F238E27FC236}">
                <a16:creationId xmlns:a16="http://schemas.microsoft.com/office/drawing/2014/main" id="{16F6031A-146A-7F48-A664-90789E5EB6E4}"/>
              </a:ext>
            </a:extLst>
          </p:cNvPr>
          <p:cNvSpPr/>
          <p:nvPr userDrawn="1"/>
        </p:nvSpPr>
        <p:spPr>
          <a:xfrm>
            <a:off x="3413948" y="2077008"/>
            <a:ext cx="473503" cy="473472"/>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29" name="Shape 2865">
            <a:extLst>
              <a:ext uri="{FF2B5EF4-FFF2-40B4-BE49-F238E27FC236}">
                <a16:creationId xmlns:a16="http://schemas.microsoft.com/office/drawing/2014/main" id="{822A370A-C959-8040-9AF0-6014107ED447}"/>
              </a:ext>
            </a:extLst>
          </p:cNvPr>
          <p:cNvSpPr/>
          <p:nvPr userDrawn="1"/>
        </p:nvSpPr>
        <p:spPr>
          <a:xfrm>
            <a:off x="9203545" y="2077008"/>
            <a:ext cx="473503" cy="473472"/>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30" name="Shape 2865">
            <a:extLst>
              <a:ext uri="{FF2B5EF4-FFF2-40B4-BE49-F238E27FC236}">
                <a16:creationId xmlns:a16="http://schemas.microsoft.com/office/drawing/2014/main" id="{6BA4F498-2350-3D47-BCD5-2D0C028AB3F2}"/>
              </a:ext>
            </a:extLst>
          </p:cNvPr>
          <p:cNvSpPr/>
          <p:nvPr userDrawn="1"/>
        </p:nvSpPr>
        <p:spPr>
          <a:xfrm>
            <a:off x="6317654" y="5206156"/>
            <a:ext cx="473503" cy="473472"/>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31" name="Shape 2865">
            <a:extLst>
              <a:ext uri="{FF2B5EF4-FFF2-40B4-BE49-F238E27FC236}">
                <a16:creationId xmlns:a16="http://schemas.microsoft.com/office/drawing/2014/main" id="{6786666F-1889-3A40-A4F2-2F675657CD2B}"/>
              </a:ext>
            </a:extLst>
          </p:cNvPr>
          <p:cNvSpPr/>
          <p:nvPr userDrawn="1"/>
        </p:nvSpPr>
        <p:spPr>
          <a:xfrm>
            <a:off x="528056" y="5206156"/>
            <a:ext cx="473503" cy="473472"/>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23" name="Line">
            <a:extLst>
              <a:ext uri="{FF2B5EF4-FFF2-40B4-BE49-F238E27FC236}">
                <a16:creationId xmlns:a16="http://schemas.microsoft.com/office/drawing/2014/main" id="{8FF8C51A-2424-054A-8501-F2356F81B8DD}"/>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8" name="Marcador de texto 15">
            <a:extLst>
              <a:ext uri="{FF2B5EF4-FFF2-40B4-BE49-F238E27FC236}">
                <a16:creationId xmlns:a16="http://schemas.microsoft.com/office/drawing/2014/main" id="{E0781945-4164-E547-AB1D-E1E5E054421D}"/>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2" name="Slide Number Placeholder 5">
            <a:extLst>
              <a:ext uri="{FF2B5EF4-FFF2-40B4-BE49-F238E27FC236}">
                <a16:creationId xmlns:a16="http://schemas.microsoft.com/office/drawing/2014/main" id="{A6BAC7E7-0B0E-344E-AB5F-9B66F635EA20}"/>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376229218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Redes Sociales - YouTub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9F4A048-8A63-4F4B-99E9-F852F7118147}"/>
              </a:ext>
            </a:extLst>
          </p:cNvPr>
          <p:cNvSpPr>
            <a:spLocks noGrp="1"/>
          </p:cNvSpPr>
          <p:nvPr>
            <p:ph type="title"/>
          </p:nvPr>
        </p:nvSpPr>
        <p:spPr>
          <a:xfrm>
            <a:off x="386495" y="462793"/>
            <a:ext cx="10478131" cy="193899"/>
          </a:xfrm>
          <a:prstGeom prst="rect">
            <a:avLst/>
          </a:prstGeom>
        </p:spPr>
        <p:txBody>
          <a:bodyPr wrap="square" lIns="0" tIns="0" rIns="0" bIns="0" anchor="t">
            <a:spAutoFit/>
          </a:bodyPr>
          <a:lstStyle>
            <a:lvl1pPr>
              <a:defRPr sz="1400">
                <a:solidFill>
                  <a:schemeClr val="tx2"/>
                </a:solidFill>
                <a:latin typeface="Century Gothic" panose="020B0502020202020204" pitchFamily="34" charset="0"/>
              </a:defRPr>
            </a:lvl1pPr>
          </a:lstStyle>
          <a:p>
            <a:r>
              <a:rPr lang="es-MX"/>
              <a:t>Haz clic para modificar el estilo de título del patrón</a:t>
            </a:r>
            <a:endParaRPr lang="en-US"/>
          </a:p>
        </p:txBody>
      </p:sp>
      <p:sp>
        <p:nvSpPr>
          <p:cNvPr id="22" name="Marcador de posición de imagen 42">
            <a:extLst>
              <a:ext uri="{FF2B5EF4-FFF2-40B4-BE49-F238E27FC236}">
                <a16:creationId xmlns:a16="http://schemas.microsoft.com/office/drawing/2014/main" id="{E4EC1ADB-BC47-B844-A2FD-AA2F6C3C8B2B}"/>
              </a:ext>
            </a:extLst>
          </p:cNvPr>
          <p:cNvSpPr>
            <a:spLocks noGrp="1" noChangeAspect="1"/>
          </p:cNvSpPr>
          <p:nvPr>
            <p:ph type="pic" sz="quarter" idx="15"/>
          </p:nvPr>
        </p:nvSpPr>
        <p:spPr>
          <a:xfrm>
            <a:off x="371445" y="1664804"/>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 name="Rectángulo 1">
            <a:extLst>
              <a:ext uri="{FF2B5EF4-FFF2-40B4-BE49-F238E27FC236}">
                <a16:creationId xmlns:a16="http://schemas.microsoft.com/office/drawing/2014/main" id="{6251546D-6D1A-3B4F-86FA-D3481FC5A245}"/>
              </a:ext>
            </a:extLst>
          </p:cNvPr>
          <p:cNvSpPr/>
          <p:nvPr userDrawn="1"/>
        </p:nvSpPr>
        <p:spPr>
          <a:xfrm>
            <a:off x="370705" y="4797152"/>
            <a:ext cx="2772034" cy="129614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6" name="Marcador de texto 45">
            <a:extLst>
              <a:ext uri="{FF2B5EF4-FFF2-40B4-BE49-F238E27FC236}">
                <a16:creationId xmlns:a16="http://schemas.microsoft.com/office/drawing/2014/main" id="{68FFA157-F3FB-D041-AF0E-410C55E0A6EB}"/>
              </a:ext>
            </a:extLst>
          </p:cNvPr>
          <p:cNvSpPr>
            <a:spLocks noGrp="1"/>
          </p:cNvSpPr>
          <p:nvPr>
            <p:ph type="body" sz="quarter" idx="18" hasCustomPrompt="1"/>
          </p:nvPr>
        </p:nvSpPr>
        <p:spPr>
          <a:xfrm>
            <a:off x="1147125" y="5110509"/>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25" name="Rectángulo 24">
            <a:extLst>
              <a:ext uri="{FF2B5EF4-FFF2-40B4-BE49-F238E27FC236}">
                <a16:creationId xmlns:a16="http://schemas.microsoft.com/office/drawing/2014/main" id="{E9C08DD5-F0FC-944A-A038-54DF455B71FB}"/>
              </a:ext>
            </a:extLst>
          </p:cNvPr>
          <p:cNvSpPr/>
          <p:nvPr userDrawn="1"/>
        </p:nvSpPr>
        <p:spPr>
          <a:xfrm>
            <a:off x="3253793" y="1664804"/>
            <a:ext cx="2772034" cy="12961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27" name="Marcador de texto 45">
            <a:extLst>
              <a:ext uri="{FF2B5EF4-FFF2-40B4-BE49-F238E27FC236}">
                <a16:creationId xmlns:a16="http://schemas.microsoft.com/office/drawing/2014/main" id="{C6B7306F-349D-E44D-AF31-4787DA5A0919}"/>
              </a:ext>
            </a:extLst>
          </p:cNvPr>
          <p:cNvSpPr>
            <a:spLocks noGrp="1"/>
          </p:cNvSpPr>
          <p:nvPr>
            <p:ph type="body" sz="quarter" idx="19" hasCustomPrompt="1"/>
          </p:nvPr>
        </p:nvSpPr>
        <p:spPr>
          <a:xfrm>
            <a:off x="4030212" y="1978161"/>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35" name="Rectángulo 34">
            <a:extLst>
              <a:ext uri="{FF2B5EF4-FFF2-40B4-BE49-F238E27FC236}">
                <a16:creationId xmlns:a16="http://schemas.microsoft.com/office/drawing/2014/main" id="{8DA51B21-B480-994A-84C9-5730F203ACD9}"/>
              </a:ext>
            </a:extLst>
          </p:cNvPr>
          <p:cNvSpPr/>
          <p:nvPr userDrawn="1"/>
        </p:nvSpPr>
        <p:spPr>
          <a:xfrm>
            <a:off x="6155932" y="4797152"/>
            <a:ext cx="2772034" cy="12961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6" name="Marcador de texto 45">
            <a:extLst>
              <a:ext uri="{FF2B5EF4-FFF2-40B4-BE49-F238E27FC236}">
                <a16:creationId xmlns:a16="http://schemas.microsoft.com/office/drawing/2014/main" id="{18EB2202-EE17-7B43-89D8-4F3B14CFE2CC}"/>
              </a:ext>
            </a:extLst>
          </p:cNvPr>
          <p:cNvSpPr>
            <a:spLocks noGrp="1"/>
          </p:cNvSpPr>
          <p:nvPr>
            <p:ph type="body" sz="quarter" idx="20" hasCustomPrompt="1"/>
          </p:nvPr>
        </p:nvSpPr>
        <p:spPr>
          <a:xfrm>
            <a:off x="6932351" y="5110509"/>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38" name="Rectángulo 37">
            <a:extLst>
              <a:ext uri="{FF2B5EF4-FFF2-40B4-BE49-F238E27FC236}">
                <a16:creationId xmlns:a16="http://schemas.microsoft.com/office/drawing/2014/main" id="{369F8350-4B02-9648-9C26-FBE25136D7B4}"/>
              </a:ext>
            </a:extLst>
          </p:cNvPr>
          <p:cNvSpPr/>
          <p:nvPr userDrawn="1"/>
        </p:nvSpPr>
        <p:spPr>
          <a:xfrm>
            <a:off x="9045370" y="1664804"/>
            <a:ext cx="2772034" cy="12961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s-ES_tradnl" sz="900">
              <a:latin typeface="Century Gothic" panose="020B0502020202020204" pitchFamily="34" charset="0"/>
            </a:endParaRPr>
          </a:p>
        </p:txBody>
      </p:sp>
      <p:sp>
        <p:nvSpPr>
          <p:cNvPr id="39" name="Marcador de texto 45">
            <a:extLst>
              <a:ext uri="{FF2B5EF4-FFF2-40B4-BE49-F238E27FC236}">
                <a16:creationId xmlns:a16="http://schemas.microsoft.com/office/drawing/2014/main" id="{600A3B89-08B4-B247-9DB3-53178BB0D830}"/>
              </a:ext>
            </a:extLst>
          </p:cNvPr>
          <p:cNvSpPr>
            <a:spLocks noGrp="1"/>
          </p:cNvSpPr>
          <p:nvPr>
            <p:ph type="body" sz="quarter" idx="21" hasCustomPrompt="1"/>
          </p:nvPr>
        </p:nvSpPr>
        <p:spPr>
          <a:xfrm>
            <a:off x="9821789" y="1978161"/>
            <a:ext cx="1800317" cy="692498"/>
          </a:xfrm>
          <a:prstGeom prst="rect">
            <a:avLst/>
          </a:prstGeom>
        </p:spPr>
        <p:txBody>
          <a:bodyPr wrap="square" lIns="0" tIns="0" rIns="0" bIns="0" anchor="t" anchorCtr="0">
            <a:spAutoFit/>
          </a:bodyPr>
          <a:lstStyle>
            <a:lvl1pPr marL="0" indent="0" algn="l">
              <a:buNone/>
              <a:defRPr sz="1000" b="0">
                <a:solidFill>
                  <a:schemeClr val="bg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r>
              <a:rPr lang="es-GT"/>
              <a:t>Clic para modificar lorem ipsum dolor sit amet consectetur adipiscing elit, sed do eiusmod tempor but labore et dolore</a:t>
            </a:r>
          </a:p>
        </p:txBody>
      </p:sp>
      <p:sp>
        <p:nvSpPr>
          <p:cNvPr id="41" name="Marcador de posición de imagen 42">
            <a:extLst>
              <a:ext uri="{FF2B5EF4-FFF2-40B4-BE49-F238E27FC236}">
                <a16:creationId xmlns:a16="http://schemas.microsoft.com/office/drawing/2014/main" id="{A6A780C1-6DE8-D746-BF67-6C544405F2F8}"/>
              </a:ext>
            </a:extLst>
          </p:cNvPr>
          <p:cNvSpPr>
            <a:spLocks noGrp="1" noChangeAspect="1"/>
          </p:cNvSpPr>
          <p:nvPr>
            <p:ph type="pic" sz="quarter" idx="22"/>
          </p:nvPr>
        </p:nvSpPr>
        <p:spPr>
          <a:xfrm>
            <a:off x="3253053" y="2960948"/>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2" name="Marcador de posición de imagen 42">
            <a:extLst>
              <a:ext uri="{FF2B5EF4-FFF2-40B4-BE49-F238E27FC236}">
                <a16:creationId xmlns:a16="http://schemas.microsoft.com/office/drawing/2014/main" id="{28ADFF1E-0D41-9F44-8254-CAA88D7C5BE6}"/>
              </a:ext>
            </a:extLst>
          </p:cNvPr>
          <p:cNvSpPr>
            <a:spLocks noGrp="1" noChangeAspect="1"/>
          </p:cNvSpPr>
          <p:nvPr>
            <p:ph type="pic" sz="quarter" idx="23"/>
          </p:nvPr>
        </p:nvSpPr>
        <p:spPr>
          <a:xfrm>
            <a:off x="6155192" y="1664804"/>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43" name="Marcador de posición de imagen 42">
            <a:extLst>
              <a:ext uri="{FF2B5EF4-FFF2-40B4-BE49-F238E27FC236}">
                <a16:creationId xmlns:a16="http://schemas.microsoft.com/office/drawing/2014/main" id="{C0D5A2B1-712B-8346-A50F-2E9914084DFD}"/>
              </a:ext>
            </a:extLst>
          </p:cNvPr>
          <p:cNvSpPr>
            <a:spLocks noGrp="1" noChangeAspect="1"/>
          </p:cNvSpPr>
          <p:nvPr>
            <p:ph type="pic" sz="quarter" idx="24"/>
          </p:nvPr>
        </p:nvSpPr>
        <p:spPr>
          <a:xfrm>
            <a:off x="9044121" y="2960948"/>
            <a:ext cx="2772034" cy="3132348"/>
          </a:xfrm>
          <a:prstGeom prst="rect">
            <a:avLst/>
          </a:prstGeom>
          <a:solidFill>
            <a:schemeClr val="bg2">
              <a:lumMod val="90000"/>
            </a:schemeClr>
          </a:solidFill>
          <a:ln>
            <a:noFill/>
          </a:ln>
        </p:spPr>
        <p:txBody>
          <a:bodyPr anchor="ctr"/>
          <a:lstStyle>
            <a:lvl1pPr marL="0" indent="0" algn="ctr">
              <a:buNone/>
              <a:defRPr sz="1200">
                <a:solidFill>
                  <a:schemeClr val="bg2"/>
                </a:solidFill>
                <a:latin typeface="Century Gothic" panose="020B0502020202020204" pitchFamily="34" charset="0"/>
              </a:defRPr>
            </a:lvl1pPr>
          </a:lstStyle>
          <a:p>
            <a:r>
              <a:rPr lang="es-MX"/>
              <a:t>Haz clic en el icono para agregar una imagen</a:t>
            </a:r>
            <a:endParaRPr lang="es-ES_tradnl"/>
          </a:p>
        </p:txBody>
      </p:sp>
      <p:sp>
        <p:nvSpPr>
          <p:cNvPr id="23" name="Shape 2861">
            <a:extLst>
              <a:ext uri="{FF2B5EF4-FFF2-40B4-BE49-F238E27FC236}">
                <a16:creationId xmlns:a16="http://schemas.microsoft.com/office/drawing/2014/main" id="{F66D402E-9E95-694A-A0C2-6DDEE186F679}"/>
              </a:ext>
            </a:extLst>
          </p:cNvPr>
          <p:cNvSpPr/>
          <p:nvPr userDrawn="1"/>
        </p:nvSpPr>
        <p:spPr>
          <a:xfrm>
            <a:off x="3413948" y="2077008"/>
            <a:ext cx="473503" cy="473472"/>
          </a:xfrm>
          <a:custGeom>
            <a:avLst/>
            <a:gdLst/>
            <a:ahLst/>
            <a:cxnLst>
              <a:cxn ang="0">
                <a:pos x="wd2" y="hd2"/>
              </a:cxn>
              <a:cxn ang="5400000">
                <a:pos x="wd2" y="hd2"/>
              </a:cxn>
              <a:cxn ang="10800000">
                <a:pos x="wd2" y="hd2"/>
              </a:cxn>
              <a:cxn ang="16200000">
                <a:pos x="wd2" y="hd2"/>
              </a:cxn>
            </a:cxnLst>
            <a:rect l="0" t="0" r="r" b="b"/>
            <a:pathLst>
              <a:path w="21600" h="21600" extrusionOk="0">
                <a:moveTo>
                  <a:pt x="14324" y="12090"/>
                </a:moveTo>
                <a:cubicBezTo>
                  <a:pt x="14019" y="12090"/>
                  <a:pt x="14019" y="12428"/>
                  <a:pt x="14019" y="12428"/>
                </a:cubicBezTo>
                <a:lnTo>
                  <a:pt x="14019" y="12863"/>
                </a:lnTo>
                <a:lnTo>
                  <a:pt x="14628" y="12863"/>
                </a:lnTo>
                <a:lnTo>
                  <a:pt x="14628" y="12428"/>
                </a:lnTo>
                <a:cubicBezTo>
                  <a:pt x="14628" y="12428"/>
                  <a:pt x="14628" y="12090"/>
                  <a:pt x="14324" y="12090"/>
                </a:cubicBezTo>
                <a:moveTo>
                  <a:pt x="15287" y="12380"/>
                </a:moveTo>
                <a:lnTo>
                  <a:pt x="15287" y="13348"/>
                </a:lnTo>
                <a:lnTo>
                  <a:pt x="14019" y="13348"/>
                </a:lnTo>
                <a:lnTo>
                  <a:pt x="14019" y="14072"/>
                </a:lnTo>
                <a:cubicBezTo>
                  <a:pt x="14019" y="14072"/>
                  <a:pt x="14019" y="14411"/>
                  <a:pt x="14324" y="14411"/>
                </a:cubicBezTo>
                <a:cubicBezTo>
                  <a:pt x="14628" y="14411"/>
                  <a:pt x="14628" y="14072"/>
                  <a:pt x="14628" y="14072"/>
                </a:cubicBezTo>
                <a:lnTo>
                  <a:pt x="14628" y="13734"/>
                </a:lnTo>
                <a:lnTo>
                  <a:pt x="15287" y="13734"/>
                </a:lnTo>
                <a:lnTo>
                  <a:pt x="15287" y="14266"/>
                </a:lnTo>
                <a:cubicBezTo>
                  <a:pt x="15287" y="14266"/>
                  <a:pt x="15186" y="14943"/>
                  <a:pt x="14375" y="14943"/>
                </a:cubicBezTo>
                <a:cubicBezTo>
                  <a:pt x="13564" y="14943"/>
                  <a:pt x="13411" y="14266"/>
                  <a:pt x="13411" y="14266"/>
                </a:cubicBezTo>
                <a:lnTo>
                  <a:pt x="13411" y="12380"/>
                </a:lnTo>
                <a:cubicBezTo>
                  <a:pt x="13411" y="12380"/>
                  <a:pt x="13411" y="11558"/>
                  <a:pt x="14375" y="11558"/>
                </a:cubicBezTo>
                <a:cubicBezTo>
                  <a:pt x="15338" y="11558"/>
                  <a:pt x="15287" y="12380"/>
                  <a:pt x="15287" y="12380"/>
                </a:cubicBezTo>
                <a:moveTo>
                  <a:pt x="12904" y="14169"/>
                </a:moveTo>
                <a:cubicBezTo>
                  <a:pt x="12904" y="14169"/>
                  <a:pt x="12904" y="14943"/>
                  <a:pt x="12347" y="14943"/>
                </a:cubicBezTo>
                <a:cubicBezTo>
                  <a:pt x="12005" y="14943"/>
                  <a:pt x="11798" y="14762"/>
                  <a:pt x="11687" y="14621"/>
                </a:cubicBezTo>
                <a:lnTo>
                  <a:pt x="11687" y="14895"/>
                </a:lnTo>
                <a:lnTo>
                  <a:pt x="11028" y="14895"/>
                </a:lnTo>
                <a:lnTo>
                  <a:pt x="11028" y="10446"/>
                </a:lnTo>
                <a:lnTo>
                  <a:pt x="11687" y="10446"/>
                </a:lnTo>
                <a:lnTo>
                  <a:pt x="11687" y="11888"/>
                </a:lnTo>
                <a:cubicBezTo>
                  <a:pt x="11788" y="11782"/>
                  <a:pt x="12036" y="11558"/>
                  <a:pt x="12347" y="11558"/>
                </a:cubicBezTo>
                <a:cubicBezTo>
                  <a:pt x="12752" y="11558"/>
                  <a:pt x="12904" y="11896"/>
                  <a:pt x="12904" y="12332"/>
                </a:cubicBezTo>
                <a:cubicBezTo>
                  <a:pt x="12904" y="12332"/>
                  <a:pt x="12904" y="14169"/>
                  <a:pt x="12904"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3" y="11074"/>
                </a:lnTo>
                <a:lnTo>
                  <a:pt x="6363" y="10446"/>
                </a:lnTo>
                <a:lnTo>
                  <a:pt x="8595" y="10446"/>
                </a:lnTo>
                <a:cubicBezTo>
                  <a:pt x="8595" y="10446"/>
                  <a:pt x="8595" y="11074"/>
                  <a:pt x="8595" y="11074"/>
                </a:cubicBezTo>
                <a:close/>
                <a:moveTo>
                  <a:pt x="14527" y="9430"/>
                </a:moveTo>
                <a:cubicBezTo>
                  <a:pt x="14527" y="9430"/>
                  <a:pt x="12667" y="9334"/>
                  <a:pt x="10800" y="9334"/>
                </a:cubicBezTo>
                <a:cubicBezTo>
                  <a:pt x="8940" y="9334"/>
                  <a:pt x="7074" y="9430"/>
                  <a:pt x="7074" y="9430"/>
                </a:cubicBezTo>
                <a:cubicBezTo>
                  <a:pt x="6233" y="9430"/>
                  <a:pt x="5552" y="10080"/>
                  <a:pt x="5552" y="10881"/>
                </a:cubicBezTo>
                <a:cubicBezTo>
                  <a:pt x="5552" y="10881"/>
                  <a:pt x="5400" y="11822"/>
                  <a:pt x="5400" y="12767"/>
                </a:cubicBezTo>
                <a:cubicBezTo>
                  <a:pt x="5400" y="13708"/>
                  <a:pt x="5552" y="14652"/>
                  <a:pt x="5552" y="14652"/>
                </a:cubicBezTo>
                <a:cubicBezTo>
                  <a:pt x="5552" y="15454"/>
                  <a:pt x="6233" y="16103"/>
                  <a:pt x="7074" y="16103"/>
                </a:cubicBezTo>
                <a:cubicBezTo>
                  <a:pt x="7074" y="16103"/>
                  <a:pt x="8905" y="16200"/>
                  <a:pt x="10800" y="16200"/>
                </a:cubicBezTo>
                <a:cubicBezTo>
                  <a:pt x="12630" y="16200"/>
                  <a:pt x="14527" y="16103"/>
                  <a:pt x="14527" y="16103"/>
                </a:cubicBezTo>
                <a:cubicBezTo>
                  <a:pt x="15367" y="16103"/>
                  <a:pt x="16048" y="15454"/>
                  <a:pt x="16048" y="14652"/>
                </a:cubicBezTo>
                <a:cubicBezTo>
                  <a:pt x="16048" y="14652"/>
                  <a:pt x="16200" y="13700"/>
                  <a:pt x="16200" y="12767"/>
                </a:cubicBezTo>
                <a:cubicBezTo>
                  <a:pt x="16200" y="11814"/>
                  <a:pt x="16048" y="10881"/>
                  <a:pt x="16048" y="10881"/>
                </a:cubicBezTo>
                <a:cubicBezTo>
                  <a:pt x="16048" y="10080"/>
                  <a:pt x="15367" y="9430"/>
                  <a:pt x="14527" y="9430"/>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992" y="12090"/>
                </a:moveTo>
                <a:cubicBezTo>
                  <a:pt x="11860" y="12090"/>
                  <a:pt x="11757" y="12168"/>
                  <a:pt x="11687" y="12243"/>
                </a:cubicBezTo>
                <a:lnTo>
                  <a:pt x="11687" y="14276"/>
                </a:lnTo>
                <a:cubicBezTo>
                  <a:pt x="11751" y="14345"/>
                  <a:pt x="11847" y="14411"/>
                  <a:pt x="11992" y="14411"/>
                </a:cubicBezTo>
                <a:cubicBezTo>
                  <a:pt x="12296" y="14411"/>
                  <a:pt x="12296" y="14072"/>
                  <a:pt x="12296" y="14072"/>
                </a:cubicBezTo>
                <a:lnTo>
                  <a:pt x="12296" y="12428"/>
                </a:lnTo>
                <a:cubicBezTo>
                  <a:pt x="12296" y="12428"/>
                  <a:pt x="12245" y="12090"/>
                  <a:pt x="11992" y="1209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2397" y="8801"/>
                </a:moveTo>
                <a:cubicBezTo>
                  <a:pt x="12802" y="8801"/>
                  <a:pt x="13158" y="8449"/>
                  <a:pt x="13158" y="8449"/>
                </a:cubicBezTo>
                <a:lnTo>
                  <a:pt x="13158" y="8751"/>
                </a:lnTo>
                <a:lnTo>
                  <a:pt x="13766" y="8751"/>
                </a:lnTo>
                <a:lnTo>
                  <a:pt x="13766" y="5878"/>
                </a:lnTo>
                <a:lnTo>
                  <a:pt x="13158" y="5878"/>
                </a:lnTo>
                <a:lnTo>
                  <a:pt x="13158" y="8096"/>
                </a:lnTo>
                <a:cubicBezTo>
                  <a:pt x="13158" y="8096"/>
                  <a:pt x="12955" y="8348"/>
                  <a:pt x="12752" y="8348"/>
                </a:cubicBezTo>
                <a:cubicBezTo>
                  <a:pt x="12549" y="8348"/>
                  <a:pt x="12549" y="8196"/>
                  <a:pt x="12549" y="8196"/>
                </a:cubicBezTo>
                <a:lnTo>
                  <a:pt x="12549" y="5878"/>
                </a:lnTo>
                <a:lnTo>
                  <a:pt x="11941" y="5878"/>
                </a:lnTo>
                <a:lnTo>
                  <a:pt x="11941" y="8398"/>
                </a:lnTo>
                <a:cubicBezTo>
                  <a:pt x="11941" y="8398"/>
                  <a:pt x="11992" y="8801"/>
                  <a:pt x="12397" y="8801"/>
                </a:cubicBezTo>
                <a:moveTo>
                  <a:pt x="10166" y="6634"/>
                </a:moveTo>
                <a:cubicBezTo>
                  <a:pt x="10166" y="6467"/>
                  <a:pt x="10302" y="6332"/>
                  <a:pt x="10470" y="6332"/>
                </a:cubicBezTo>
                <a:cubicBezTo>
                  <a:pt x="10639" y="6332"/>
                  <a:pt x="10775" y="6467"/>
                  <a:pt x="10775" y="6634"/>
                </a:cubicBezTo>
                <a:lnTo>
                  <a:pt x="10775" y="8045"/>
                </a:lnTo>
                <a:cubicBezTo>
                  <a:pt x="10775" y="8212"/>
                  <a:pt x="10639" y="8348"/>
                  <a:pt x="10470" y="8348"/>
                </a:cubicBezTo>
                <a:cubicBezTo>
                  <a:pt x="10302"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8"/>
                  <a:pt x="10572" y="5878"/>
                </a:cubicBezTo>
                <a:lnTo>
                  <a:pt x="10369" y="5878"/>
                </a:lnTo>
                <a:cubicBezTo>
                  <a:pt x="9921" y="5878"/>
                  <a:pt x="9558" y="6239"/>
                  <a:pt x="9558" y="6684"/>
                </a:cubicBezTo>
                <a:lnTo>
                  <a:pt x="9558" y="7995"/>
                </a:lnTo>
                <a:cubicBezTo>
                  <a:pt x="9558" y="8440"/>
                  <a:pt x="9921" y="8801"/>
                  <a:pt x="10369" y="8801"/>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28" name="Shape 2861">
            <a:extLst>
              <a:ext uri="{FF2B5EF4-FFF2-40B4-BE49-F238E27FC236}">
                <a16:creationId xmlns:a16="http://schemas.microsoft.com/office/drawing/2014/main" id="{F2DD2682-B75A-7D4B-B339-895799CCDF44}"/>
              </a:ext>
            </a:extLst>
          </p:cNvPr>
          <p:cNvSpPr/>
          <p:nvPr userDrawn="1"/>
        </p:nvSpPr>
        <p:spPr>
          <a:xfrm>
            <a:off x="9203545" y="2077008"/>
            <a:ext cx="473503" cy="473472"/>
          </a:xfrm>
          <a:custGeom>
            <a:avLst/>
            <a:gdLst/>
            <a:ahLst/>
            <a:cxnLst>
              <a:cxn ang="0">
                <a:pos x="wd2" y="hd2"/>
              </a:cxn>
              <a:cxn ang="5400000">
                <a:pos x="wd2" y="hd2"/>
              </a:cxn>
              <a:cxn ang="10800000">
                <a:pos x="wd2" y="hd2"/>
              </a:cxn>
              <a:cxn ang="16200000">
                <a:pos x="wd2" y="hd2"/>
              </a:cxn>
            </a:cxnLst>
            <a:rect l="0" t="0" r="r" b="b"/>
            <a:pathLst>
              <a:path w="21600" h="21600" extrusionOk="0">
                <a:moveTo>
                  <a:pt x="14324" y="12090"/>
                </a:moveTo>
                <a:cubicBezTo>
                  <a:pt x="14019" y="12090"/>
                  <a:pt x="14019" y="12428"/>
                  <a:pt x="14019" y="12428"/>
                </a:cubicBezTo>
                <a:lnTo>
                  <a:pt x="14019" y="12863"/>
                </a:lnTo>
                <a:lnTo>
                  <a:pt x="14628" y="12863"/>
                </a:lnTo>
                <a:lnTo>
                  <a:pt x="14628" y="12428"/>
                </a:lnTo>
                <a:cubicBezTo>
                  <a:pt x="14628" y="12428"/>
                  <a:pt x="14628" y="12090"/>
                  <a:pt x="14324" y="12090"/>
                </a:cubicBezTo>
                <a:moveTo>
                  <a:pt x="15287" y="12380"/>
                </a:moveTo>
                <a:lnTo>
                  <a:pt x="15287" y="13348"/>
                </a:lnTo>
                <a:lnTo>
                  <a:pt x="14019" y="13348"/>
                </a:lnTo>
                <a:lnTo>
                  <a:pt x="14019" y="14072"/>
                </a:lnTo>
                <a:cubicBezTo>
                  <a:pt x="14019" y="14072"/>
                  <a:pt x="14019" y="14411"/>
                  <a:pt x="14324" y="14411"/>
                </a:cubicBezTo>
                <a:cubicBezTo>
                  <a:pt x="14628" y="14411"/>
                  <a:pt x="14628" y="14072"/>
                  <a:pt x="14628" y="14072"/>
                </a:cubicBezTo>
                <a:lnTo>
                  <a:pt x="14628" y="13734"/>
                </a:lnTo>
                <a:lnTo>
                  <a:pt x="15287" y="13734"/>
                </a:lnTo>
                <a:lnTo>
                  <a:pt x="15287" y="14266"/>
                </a:lnTo>
                <a:cubicBezTo>
                  <a:pt x="15287" y="14266"/>
                  <a:pt x="15186" y="14943"/>
                  <a:pt x="14375" y="14943"/>
                </a:cubicBezTo>
                <a:cubicBezTo>
                  <a:pt x="13564" y="14943"/>
                  <a:pt x="13411" y="14266"/>
                  <a:pt x="13411" y="14266"/>
                </a:cubicBezTo>
                <a:lnTo>
                  <a:pt x="13411" y="12380"/>
                </a:lnTo>
                <a:cubicBezTo>
                  <a:pt x="13411" y="12380"/>
                  <a:pt x="13411" y="11558"/>
                  <a:pt x="14375" y="11558"/>
                </a:cubicBezTo>
                <a:cubicBezTo>
                  <a:pt x="15338" y="11558"/>
                  <a:pt x="15287" y="12380"/>
                  <a:pt x="15287" y="12380"/>
                </a:cubicBezTo>
                <a:moveTo>
                  <a:pt x="12904" y="14169"/>
                </a:moveTo>
                <a:cubicBezTo>
                  <a:pt x="12904" y="14169"/>
                  <a:pt x="12904" y="14943"/>
                  <a:pt x="12347" y="14943"/>
                </a:cubicBezTo>
                <a:cubicBezTo>
                  <a:pt x="12005" y="14943"/>
                  <a:pt x="11798" y="14762"/>
                  <a:pt x="11687" y="14621"/>
                </a:cubicBezTo>
                <a:lnTo>
                  <a:pt x="11687" y="14895"/>
                </a:lnTo>
                <a:lnTo>
                  <a:pt x="11028" y="14895"/>
                </a:lnTo>
                <a:lnTo>
                  <a:pt x="11028" y="10446"/>
                </a:lnTo>
                <a:lnTo>
                  <a:pt x="11687" y="10446"/>
                </a:lnTo>
                <a:lnTo>
                  <a:pt x="11687" y="11888"/>
                </a:lnTo>
                <a:cubicBezTo>
                  <a:pt x="11788" y="11782"/>
                  <a:pt x="12036" y="11558"/>
                  <a:pt x="12347" y="11558"/>
                </a:cubicBezTo>
                <a:cubicBezTo>
                  <a:pt x="12752" y="11558"/>
                  <a:pt x="12904" y="11896"/>
                  <a:pt x="12904" y="12332"/>
                </a:cubicBezTo>
                <a:cubicBezTo>
                  <a:pt x="12904" y="12332"/>
                  <a:pt x="12904" y="14169"/>
                  <a:pt x="12904"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3" y="11074"/>
                </a:lnTo>
                <a:lnTo>
                  <a:pt x="6363" y="10446"/>
                </a:lnTo>
                <a:lnTo>
                  <a:pt x="8595" y="10446"/>
                </a:lnTo>
                <a:cubicBezTo>
                  <a:pt x="8595" y="10446"/>
                  <a:pt x="8595" y="11074"/>
                  <a:pt x="8595" y="11074"/>
                </a:cubicBezTo>
                <a:close/>
                <a:moveTo>
                  <a:pt x="14527" y="9430"/>
                </a:moveTo>
                <a:cubicBezTo>
                  <a:pt x="14527" y="9430"/>
                  <a:pt x="12667" y="9334"/>
                  <a:pt x="10800" y="9334"/>
                </a:cubicBezTo>
                <a:cubicBezTo>
                  <a:pt x="8940" y="9334"/>
                  <a:pt x="7074" y="9430"/>
                  <a:pt x="7074" y="9430"/>
                </a:cubicBezTo>
                <a:cubicBezTo>
                  <a:pt x="6233" y="9430"/>
                  <a:pt x="5552" y="10080"/>
                  <a:pt x="5552" y="10881"/>
                </a:cubicBezTo>
                <a:cubicBezTo>
                  <a:pt x="5552" y="10881"/>
                  <a:pt x="5400" y="11822"/>
                  <a:pt x="5400" y="12767"/>
                </a:cubicBezTo>
                <a:cubicBezTo>
                  <a:pt x="5400" y="13708"/>
                  <a:pt x="5552" y="14652"/>
                  <a:pt x="5552" y="14652"/>
                </a:cubicBezTo>
                <a:cubicBezTo>
                  <a:pt x="5552" y="15454"/>
                  <a:pt x="6233" y="16103"/>
                  <a:pt x="7074" y="16103"/>
                </a:cubicBezTo>
                <a:cubicBezTo>
                  <a:pt x="7074" y="16103"/>
                  <a:pt x="8905" y="16200"/>
                  <a:pt x="10800" y="16200"/>
                </a:cubicBezTo>
                <a:cubicBezTo>
                  <a:pt x="12630" y="16200"/>
                  <a:pt x="14527" y="16103"/>
                  <a:pt x="14527" y="16103"/>
                </a:cubicBezTo>
                <a:cubicBezTo>
                  <a:pt x="15367" y="16103"/>
                  <a:pt x="16048" y="15454"/>
                  <a:pt x="16048" y="14652"/>
                </a:cubicBezTo>
                <a:cubicBezTo>
                  <a:pt x="16048" y="14652"/>
                  <a:pt x="16200" y="13700"/>
                  <a:pt x="16200" y="12767"/>
                </a:cubicBezTo>
                <a:cubicBezTo>
                  <a:pt x="16200" y="11814"/>
                  <a:pt x="16048" y="10881"/>
                  <a:pt x="16048" y="10881"/>
                </a:cubicBezTo>
                <a:cubicBezTo>
                  <a:pt x="16048" y="10080"/>
                  <a:pt x="15367" y="9430"/>
                  <a:pt x="14527" y="9430"/>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992" y="12090"/>
                </a:moveTo>
                <a:cubicBezTo>
                  <a:pt x="11860" y="12090"/>
                  <a:pt x="11757" y="12168"/>
                  <a:pt x="11687" y="12243"/>
                </a:cubicBezTo>
                <a:lnTo>
                  <a:pt x="11687" y="14276"/>
                </a:lnTo>
                <a:cubicBezTo>
                  <a:pt x="11751" y="14345"/>
                  <a:pt x="11847" y="14411"/>
                  <a:pt x="11992" y="14411"/>
                </a:cubicBezTo>
                <a:cubicBezTo>
                  <a:pt x="12296" y="14411"/>
                  <a:pt x="12296" y="14072"/>
                  <a:pt x="12296" y="14072"/>
                </a:cubicBezTo>
                <a:lnTo>
                  <a:pt x="12296" y="12428"/>
                </a:lnTo>
                <a:cubicBezTo>
                  <a:pt x="12296" y="12428"/>
                  <a:pt x="12245" y="12090"/>
                  <a:pt x="11992" y="1209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2397" y="8801"/>
                </a:moveTo>
                <a:cubicBezTo>
                  <a:pt x="12802" y="8801"/>
                  <a:pt x="13158" y="8449"/>
                  <a:pt x="13158" y="8449"/>
                </a:cubicBezTo>
                <a:lnTo>
                  <a:pt x="13158" y="8751"/>
                </a:lnTo>
                <a:lnTo>
                  <a:pt x="13766" y="8751"/>
                </a:lnTo>
                <a:lnTo>
                  <a:pt x="13766" y="5878"/>
                </a:lnTo>
                <a:lnTo>
                  <a:pt x="13158" y="5878"/>
                </a:lnTo>
                <a:lnTo>
                  <a:pt x="13158" y="8096"/>
                </a:lnTo>
                <a:cubicBezTo>
                  <a:pt x="13158" y="8096"/>
                  <a:pt x="12955" y="8348"/>
                  <a:pt x="12752" y="8348"/>
                </a:cubicBezTo>
                <a:cubicBezTo>
                  <a:pt x="12549" y="8348"/>
                  <a:pt x="12549" y="8196"/>
                  <a:pt x="12549" y="8196"/>
                </a:cubicBezTo>
                <a:lnTo>
                  <a:pt x="12549" y="5878"/>
                </a:lnTo>
                <a:lnTo>
                  <a:pt x="11941" y="5878"/>
                </a:lnTo>
                <a:lnTo>
                  <a:pt x="11941" y="8398"/>
                </a:lnTo>
                <a:cubicBezTo>
                  <a:pt x="11941" y="8398"/>
                  <a:pt x="11992" y="8801"/>
                  <a:pt x="12397" y="8801"/>
                </a:cubicBezTo>
                <a:moveTo>
                  <a:pt x="10166" y="6634"/>
                </a:moveTo>
                <a:cubicBezTo>
                  <a:pt x="10166" y="6467"/>
                  <a:pt x="10302" y="6332"/>
                  <a:pt x="10470" y="6332"/>
                </a:cubicBezTo>
                <a:cubicBezTo>
                  <a:pt x="10639" y="6332"/>
                  <a:pt x="10775" y="6467"/>
                  <a:pt x="10775" y="6634"/>
                </a:cubicBezTo>
                <a:lnTo>
                  <a:pt x="10775" y="8045"/>
                </a:lnTo>
                <a:cubicBezTo>
                  <a:pt x="10775" y="8212"/>
                  <a:pt x="10639" y="8348"/>
                  <a:pt x="10470" y="8348"/>
                </a:cubicBezTo>
                <a:cubicBezTo>
                  <a:pt x="10302"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8"/>
                  <a:pt x="10572" y="5878"/>
                </a:cubicBezTo>
                <a:lnTo>
                  <a:pt x="10369" y="5878"/>
                </a:lnTo>
                <a:cubicBezTo>
                  <a:pt x="9921" y="5878"/>
                  <a:pt x="9558" y="6239"/>
                  <a:pt x="9558" y="6684"/>
                </a:cubicBezTo>
                <a:lnTo>
                  <a:pt x="9558" y="7995"/>
                </a:lnTo>
                <a:cubicBezTo>
                  <a:pt x="9558" y="8440"/>
                  <a:pt x="9921" y="8801"/>
                  <a:pt x="10369" y="8801"/>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29" name="Shape 2861">
            <a:extLst>
              <a:ext uri="{FF2B5EF4-FFF2-40B4-BE49-F238E27FC236}">
                <a16:creationId xmlns:a16="http://schemas.microsoft.com/office/drawing/2014/main" id="{35509A7E-5BAD-E941-873C-93A302F11961}"/>
              </a:ext>
            </a:extLst>
          </p:cNvPr>
          <p:cNvSpPr/>
          <p:nvPr userDrawn="1"/>
        </p:nvSpPr>
        <p:spPr>
          <a:xfrm>
            <a:off x="6317654" y="5212094"/>
            <a:ext cx="473503" cy="473472"/>
          </a:xfrm>
          <a:custGeom>
            <a:avLst/>
            <a:gdLst/>
            <a:ahLst/>
            <a:cxnLst>
              <a:cxn ang="0">
                <a:pos x="wd2" y="hd2"/>
              </a:cxn>
              <a:cxn ang="5400000">
                <a:pos x="wd2" y="hd2"/>
              </a:cxn>
              <a:cxn ang="10800000">
                <a:pos x="wd2" y="hd2"/>
              </a:cxn>
              <a:cxn ang="16200000">
                <a:pos x="wd2" y="hd2"/>
              </a:cxn>
            </a:cxnLst>
            <a:rect l="0" t="0" r="r" b="b"/>
            <a:pathLst>
              <a:path w="21600" h="21600" extrusionOk="0">
                <a:moveTo>
                  <a:pt x="14324" y="12090"/>
                </a:moveTo>
                <a:cubicBezTo>
                  <a:pt x="14019" y="12090"/>
                  <a:pt x="14019" y="12428"/>
                  <a:pt x="14019" y="12428"/>
                </a:cubicBezTo>
                <a:lnTo>
                  <a:pt x="14019" y="12863"/>
                </a:lnTo>
                <a:lnTo>
                  <a:pt x="14628" y="12863"/>
                </a:lnTo>
                <a:lnTo>
                  <a:pt x="14628" y="12428"/>
                </a:lnTo>
                <a:cubicBezTo>
                  <a:pt x="14628" y="12428"/>
                  <a:pt x="14628" y="12090"/>
                  <a:pt x="14324" y="12090"/>
                </a:cubicBezTo>
                <a:moveTo>
                  <a:pt x="15287" y="12380"/>
                </a:moveTo>
                <a:lnTo>
                  <a:pt x="15287" y="13348"/>
                </a:lnTo>
                <a:lnTo>
                  <a:pt x="14019" y="13348"/>
                </a:lnTo>
                <a:lnTo>
                  <a:pt x="14019" y="14072"/>
                </a:lnTo>
                <a:cubicBezTo>
                  <a:pt x="14019" y="14072"/>
                  <a:pt x="14019" y="14411"/>
                  <a:pt x="14324" y="14411"/>
                </a:cubicBezTo>
                <a:cubicBezTo>
                  <a:pt x="14628" y="14411"/>
                  <a:pt x="14628" y="14072"/>
                  <a:pt x="14628" y="14072"/>
                </a:cubicBezTo>
                <a:lnTo>
                  <a:pt x="14628" y="13734"/>
                </a:lnTo>
                <a:lnTo>
                  <a:pt x="15287" y="13734"/>
                </a:lnTo>
                <a:lnTo>
                  <a:pt x="15287" y="14266"/>
                </a:lnTo>
                <a:cubicBezTo>
                  <a:pt x="15287" y="14266"/>
                  <a:pt x="15186" y="14943"/>
                  <a:pt x="14375" y="14943"/>
                </a:cubicBezTo>
                <a:cubicBezTo>
                  <a:pt x="13564" y="14943"/>
                  <a:pt x="13411" y="14266"/>
                  <a:pt x="13411" y="14266"/>
                </a:cubicBezTo>
                <a:lnTo>
                  <a:pt x="13411" y="12380"/>
                </a:lnTo>
                <a:cubicBezTo>
                  <a:pt x="13411" y="12380"/>
                  <a:pt x="13411" y="11558"/>
                  <a:pt x="14375" y="11558"/>
                </a:cubicBezTo>
                <a:cubicBezTo>
                  <a:pt x="15338" y="11558"/>
                  <a:pt x="15287" y="12380"/>
                  <a:pt x="15287" y="12380"/>
                </a:cubicBezTo>
                <a:moveTo>
                  <a:pt x="12904" y="14169"/>
                </a:moveTo>
                <a:cubicBezTo>
                  <a:pt x="12904" y="14169"/>
                  <a:pt x="12904" y="14943"/>
                  <a:pt x="12347" y="14943"/>
                </a:cubicBezTo>
                <a:cubicBezTo>
                  <a:pt x="12005" y="14943"/>
                  <a:pt x="11798" y="14762"/>
                  <a:pt x="11687" y="14621"/>
                </a:cubicBezTo>
                <a:lnTo>
                  <a:pt x="11687" y="14895"/>
                </a:lnTo>
                <a:lnTo>
                  <a:pt x="11028" y="14895"/>
                </a:lnTo>
                <a:lnTo>
                  <a:pt x="11028" y="10446"/>
                </a:lnTo>
                <a:lnTo>
                  <a:pt x="11687" y="10446"/>
                </a:lnTo>
                <a:lnTo>
                  <a:pt x="11687" y="11888"/>
                </a:lnTo>
                <a:cubicBezTo>
                  <a:pt x="11788" y="11782"/>
                  <a:pt x="12036" y="11558"/>
                  <a:pt x="12347" y="11558"/>
                </a:cubicBezTo>
                <a:cubicBezTo>
                  <a:pt x="12752" y="11558"/>
                  <a:pt x="12904" y="11896"/>
                  <a:pt x="12904" y="12332"/>
                </a:cubicBezTo>
                <a:cubicBezTo>
                  <a:pt x="12904" y="12332"/>
                  <a:pt x="12904" y="14169"/>
                  <a:pt x="12904"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3" y="11074"/>
                </a:lnTo>
                <a:lnTo>
                  <a:pt x="6363" y="10446"/>
                </a:lnTo>
                <a:lnTo>
                  <a:pt x="8595" y="10446"/>
                </a:lnTo>
                <a:cubicBezTo>
                  <a:pt x="8595" y="10446"/>
                  <a:pt x="8595" y="11074"/>
                  <a:pt x="8595" y="11074"/>
                </a:cubicBezTo>
                <a:close/>
                <a:moveTo>
                  <a:pt x="14527" y="9430"/>
                </a:moveTo>
                <a:cubicBezTo>
                  <a:pt x="14527" y="9430"/>
                  <a:pt x="12667" y="9334"/>
                  <a:pt x="10800" y="9334"/>
                </a:cubicBezTo>
                <a:cubicBezTo>
                  <a:pt x="8940" y="9334"/>
                  <a:pt x="7074" y="9430"/>
                  <a:pt x="7074" y="9430"/>
                </a:cubicBezTo>
                <a:cubicBezTo>
                  <a:pt x="6233" y="9430"/>
                  <a:pt x="5552" y="10080"/>
                  <a:pt x="5552" y="10881"/>
                </a:cubicBezTo>
                <a:cubicBezTo>
                  <a:pt x="5552" y="10881"/>
                  <a:pt x="5400" y="11822"/>
                  <a:pt x="5400" y="12767"/>
                </a:cubicBezTo>
                <a:cubicBezTo>
                  <a:pt x="5400" y="13708"/>
                  <a:pt x="5552" y="14652"/>
                  <a:pt x="5552" y="14652"/>
                </a:cubicBezTo>
                <a:cubicBezTo>
                  <a:pt x="5552" y="15454"/>
                  <a:pt x="6233" y="16103"/>
                  <a:pt x="7074" y="16103"/>
                </a:cubicBezTo>
                <a:cubicBezTo>
                  <a:pt x="7074" y="16103"/>
                  <a:pt x="8905" y="16200"/>
                  <a:pt x="10800" y="16200"/>
                </a:cubicBezTo>
                <a:cubicBezTo>
                  <a:pt x="12630" y="16200"/>
                  <a:pt x="14527" y="16103"/>
                  <a:pt x="14527" y="16103"/>
                </a:cubicBezTo>
                <a:cubicBezTo>
                  <a:pt x="15367" y="16103"/>
                  <a:pt x="16048" y="15454"/>
                  <a:pt x="16048" y="14652"/>
                </a:cubicBezTo>
                <a:cubicBezTo>
                  <a:pt x="16048" y="14652"/>
                  <a:pt x="16200" y="13700"/>
                  <a:pt x="16200" y="12767"/>
                </a:cubicBezTo>
                <a:cubicBezTo>
                  <a:pt x="16200" y="11814"/>
                  <a:pt x="16048" y="10881"/>
                  <a:pt x="16048" y="10881"/>
                </a:cubicBezTo>
                <a:cubicBezTo>
                  <a:pt x="16048" y="10080"/>
                  <a:pt x="15367" y="9430"/>
                  <a:pt x="14527" y="9430"/>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992" y="12090"/>
                </a:moveTo>
                <a:cubicBezTo>
                  <a:pt x="11860" y="12090"/>
                  <a:pt x="11757" y="12168"/>
                  <a:pt x="11687" y="12243"/>
                </a:cubicBezTo>
                <a:lnTo>
                  <a:pt x="11687" y="14276"/>
                </a:lnTo>
                <a:cubicBezTo>
                  <a:pt x="11751" y="14345"/>
                  <a:pt x="11847" y="14411"/>
                  <a:pt x="11992" y="14411"/>
                </a:cubicBezTo>
                <a:cubicBezTo>
                  <a:pt x="12296" y="14411"/>
                  <a:pt x="12296" y="14072"/>
                  <a:pt x="12296" y="14072"/>
                </a:cubicBezTo>
                <a:lnTo>
                  <a:pt x="12296" y="12428"/>
                </a:lnTo>
                <a:cubicBezTo>
                  <a:pt x="12296" y="12428"/>
                  <a:pt x="12245" y="12090"/>
                  <a:pt x="11992" y="1209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2397" y="8801"/>
                </a:moveTo>
                <a:cubicBezTo>
                  <a:pt x="12802" y="8801"/>
                  <a:pt x="13158" y="8449"/>
                  <a:pt x="13158" y="8449"/>
                </a:cubicBezTo>
                <a:lnTo>
                  <a:pt x="13158" y="8751"/>
                </a:lnTo>
                <a:lnTo>
                  <a:pt x="13766" y="8751"/>
                </a:lnTo>
                <a:lnTo>
                  <a:pt x="13766" y="5878"/>
                </a:lnTo>
                <a:lnTo>
                  <a:pt x="13158" y="5878"/>
                </a:lnTo>
                <a:lnTo>
                  <a:pt x="13158" y="8096"/>
                </a:lnTo>
                <a:cubicBezTo>
                  <a:pt x="13158" y="8096"/>
                  <a:pt x="12955" y="8348"/>
                  <a:pt x="12752" y="8348"/>
                </a:cubicBezTo>
                <a:cubicBezTo>
                  <a:pt x="12549" y="8348"/>
                  <a:pt x="12549" y="8196"/>
                  <a:pt x="12549" y="8196"/>
                </a:cubicBezTo>
                <a:lnTo>
                  <a:pt x="12549" y="5878"/>
                </a:lnTo>
                <a:lnTo>
                  <a:pt x="11941" y="5878"/>
                </a:lnTo>
                <a:lnTo>
                  <a:pt x="11941" y="8398"/>
                </a:lnTo>
                <a:cubicBezTo>
                  <a:pt x="11941" y="8398"/>
                  <a:pt x="11992" y="8801"/>
                  <a:pt x="12397" y="8801"/>
                </a:cubicBezTo>
                <a:moveTo>
                  <a:pt x="10166" y="6634"/>
                </a:moveTo>
                <a:cubicBezTo>
                  <a:pt x="10166" y="6467"/>
                  <a:pt x="10302" y="6332"/>
                  <a:pt x="10470" y="6332"/>
                </a:cubicBezTo>
                <a:cubicBezTo>
                  <a:pt x="10639" y="6332"/>
                  <a:pt x="10775" y="6467"/>
                  <a:pt x="10775" y="6634"/>
                </a:cubicBezTo>
                <a:lnTo>
                  <a:pt x="10775" y="8045"/>
                </a:lnTo>
                <a:cubicBezTo>
                  <a:pt x="10775" y="8212"/>
                  <a:pt x="10639" y="8348"/>
                  <a:pt x="10470" y="8348"/>
                </a:cubicBezTo>
                <a:cubicBezTo>
                  <a:pt x="10302"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8"/>
                  <a:pt x="10572" y="5878"/>
                </a:cubicBezTo>
                <a:lnTo>
                  <a:pt x="10369" y="5878"/>
                </a:lnTo>
                <a:cubicBezTo>
                  <a:pt x="9921" y="5878"/>
                  <a:pt x="9558" y="6239"/>
                  <a:pt x="9558" y="6684"/>
                </a:cubicBezTo>
                <a:lnTo>
                  <a:pt x="9558" y="7995"/>
                </a:lnTo>
                <a:cubicBezTo>
                  <a:pt x="9558" y="8440"/>
                  <a:pt x="9921" y="8801"/>
                  <a:pt x="10369" y="8801"/>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30" name="Shape 2861">
            <a:extLst>
              <a:ext uri="{FF2B5EF4-FFF2-40B4-BE49-F238E27FC236}">
                <a16:creationId xmlns:a16="http://schemas.microsoft.com/office/drawing/2014/main" id="{5FF47DB8-49CF-EA4E-9F42-9CEE586363E0}"/>
              </a:ext>
            </a:extLst>
          </p:cNvPr>
          <p:cNvSpPr/>
          <p:nvPr userDrawn="1"/>
        </p:nvSpPr>
        <p:spPr>
          <a:xfrm>
            <a:off x="533994" y="5212094"/>
            <a:ext cx="473503" cy="473472"/>
          </a:xfrm>
          <a:custGeom>
            <a:avLst/>
            <a:gdLst/>
            <a:ahLst/>
            <a:cxnLst>
              <a:cxn ang="0">
                <a:pos x="wd2" y="hd2"/>
              </a:cxn>
              <a:cxn ang="5400000">
                <a:pos x="wd2" y="hd2"/>
              </a:cxn>
              <a:cxn ang="10800000">
                <a:pos x="wd2" y="hd2"/>
              </a:cxn>
              <a:cxn ang="16200000">
                <a:pos x="wd2" y="hd2"/>
              </a:cxn>
            </a:cxnLst>
            <a:rect l="0" t="0" r="r" b="b"/>
            <a:pathLst>
              <a:path w="21600" h="21600" extrusionOk="0">
                <a:moveTo>
                  <a:pt x="14324" y="12090"/>
                </a:moveTo>
                <a:cubicBezTo>
                  <a:pt x="14019" y="12090"/>
                  <a:pt x="14019" y="12428"/>
                  <a:pt x="14019" y="12428"/>
                </a:cubicBezTo>
                <a:lnTo>
                  <a:pt x="14019" y="12863"/>
                </a:lnTo>
                <a:lnTo>
                  <a:pt x="14628" y="12863"/>
                </a:lnTo>
                <a:lnTo>
                  <a:pt x="14628" y="12428"/>
                </a:lnTo>
                <a:cubicBezTo>
                  <a:pt x="14628" y="12428"/>
                  <a:pt x="14628" y="12090"/>
                  <a:pt x="14324" y="12090"/>
                </a:cubicBezTo>
                <a:moveTo>
                  <a:pt x="15287" y="12380"/>
                </a:moveTo>
                <a:lnTo>
                  <a:pt x="15287" y="13348"/>
                </a:lnTo>
                <a:lnTo>
                  <a:pt x="14019" y="13348"/>
                </a:lnTo>
                <a:lnTo>
                  <a:pt x="14019" y="14072"/>
                </a:lnTo>
                <a:cubicBezTo>
                  <a:pt x="14019" y="14072"/>
                  <a:pt x="14019" y="14411"/>
                  <a:pt x="14324" y="14411"/>
                </a:cubicBezTo>
                <a:cubicBezTo>
                  <a:pt x="14628" y="14411"/>
                  <a:pt x="14628" y="14072"/>
                  <a:pt x="14628" y="14072"/>
                </a:cubicBezTo>
                <a:lnTo>
                  <a:pt x="14628" y="13734"/>
                </a:lnTo>
                <a:lnTo>
                  <a:pt x="15287" y="13734"/>
                </a:lnTo>
                <a:lnTo>
                  <a:pt x="15287" y="14266"/>
                </a:lnTo>
                <a:cubicBezTo>
                  <a:pt x="15287" y="14266"/>
                  <a:pt x="15186" y="14943"/>
                  <a:pt x="14375" y="14943"/>
                </a:cubicBezTo>
                <a:cubicBezTo>
                  <a:pt x="13564" y="14943"/>
                  <a:pt x="13411" y="14266"/>
                  <a:pt x="13411" y="14266"/>
                </a:cubicBezTo>
                <a:lnTo>
                  <a:pt x="13411" y="12380"/>
                </a:lnTo>
                <a:cubicBezTo>
                  <a:pt x="13411" y="12380"/>
                  <a:pt x="13411" y="11558"/>
                  <a:pt x="14375" y="11558"/>
                </a:cubicBezTo>
                <a:cubicBezTo>
                  <a:pt x="15338" y="11558"/>
                  <a:pt x="15287" y="12380"/>
                  <a:pt x="15287" y="12380"/>
                </a:cubicBezTo>
                <a:moveTo>
                  <a:pt x="12904" y="14169"/>
                </a:moveTo>
                <a:cubicBezTo>
                  <a:pt x="12904" y="14169"/>
                  <a:pt x="12904" y="14943"/>
                  <a:pt x="12347" y="14943"/>
                </a:cubicBezTo>
                <a:cubicBezTo>
                  <a:pt x="12005" y="14943"/>
                  <a:pt x="11798" y="14762"/>
                  <a:pt x="11687" y="14621"/>
                </a:cubicBezTo>
                <a:lnTo>
                  <a:pt x="11687" y="14895"/>
                </a:lnTo>
                <a:lnTo>
                  <a:pt x="11028" y="14895"/>
                </a:lnTo>
                <a:lnTo>
                  <a:pt x="11028" y="10446"/>
                </a:lnTo>
                <a:lnTo>
                  <a:pt x="11687" y="10446"/>
                </a:lnTo>
                <a:lnTo>
                  <a:pt x="11687" y="11888"/>
                </a:lnTo>
                <a:cubicBezTo>
                  <a:pt x="11788" y="11782"/>
                  <a:pt x="12036" y="11558"/>
                  <a:pt x="12347" y="11558"/>
                </a:cubicBezTo>
                <a:cubicBezTo>
                  <a:pt x="12752" y="11558"/>
                  <a:pt x="12904" y="11896"/>
                  <a:pt x="12904" y="12332"/>
                </a:cubicBezTo>
                <a:cubicBezTo>
                  <a:pt x="12904" y="12332"/>
                  <a:pt x="12904" y="14169"/>
                  <a:pt x="12904"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3" y="11074"/>
                </a:lnTo>
                <a:lnTo>
                  <a:pt x="6363" y="10446"/>
                </a:lnTo>
                <a:lnTo>
                  <a:pt x="8595" y="10446"/>
                </a:lnTo>
                <a:cubicBezTo>
                  <a:pt x="8595" y="10446"/>
                  <a:pt x="8595" y="11074"/>
                  <a:pt x="8595" y="11074"/>
                </a:cubicBezTo>
                <a:close/>
                <a:moveTo>
                  <a:pt x="14527" y="9430"/>
                </a:moveTo>
                <a:cubicBezTo>
                  <a:pt x="14527" y="9430"/>
                  <a:pt x="12667" y="9334"/>
                  <a:pt x="10800" y="9334"/>
                </a:cubicBezTo>
                <a:cubicBezTo>
                  <a:pt x="8940" y="9334"/>
                  <a:pt x="7074" y="9430"/>
                  <a:pt x="7074" y="9430"/>
                </a:cubicBezTo>
                <a:cubicBezTo>
                  <a:pt x="6233" y="9430"/>
                  <a:pt x="5552" y="10080"/>
                  <a:pt x="5552" y="10881"/>
                </a:cubicBezTo>
                <a:cubicBezTo>
                  <a:pt x="5552" y="10881"/>
                  <a:pt x="5400" y="11822"/>
                  <a:pt x="5400" y="12767"/>
                </a:cubicBezTo>
                <a:cubicBezTo>
                  <a:pt x="5400" y="13708"/>
                  <a:pt x="5552" y="14652"/>
                  <a:pt x="5552" y="14652"/>
                </a:cubicBezTo>
                <a:cubicBezTo>
                  <a:pt x="5552" y="15454"/>
                  <a:pt x="6233" y="16103"/>
                  <a:pt x="7074" y="16103"/>
                </a:cubicBezTo>
                <a:cubicBezTo>
                  <a:pt x="7074" y="16103"/>
                  <a:pt x="8905" y="16200"/>
                  <a:pt x="10800" y="16200"/>
                </a:cubicBezTo>
                <a:cubicBezTo>
                  <a:pt x="12630" y="16200"/>
                  <a:pt x="14527" y="16103"/>
                  <a:pt x="14527" y="16103"/>
                </a:cubicBezTo>
                <a:cubicBezTo>
                  <a:pt x="15367" y="16103"/>
                  <a:pt x="16048" y="15454"/>
                  <a:pt x="16048" y="14652"/>
                </a:cubicBezTo>
                <a:cubicBezTo>
                  <a:pt x="16048" y="14652"/>
                  <a:pt x="16200" y="13700"/>
                  <a:pt x="16200" y="12767"/>
                </a:cubicBezTo>
                <a:cubicBezTo>
                  <a:pt x="16200" y="11814"/>
                  <a:pt x="16048" y="10881"/>
                  <a:pt x="16048" y="10881"/>
                </a:cubicBezTo>
                <a:cubicBezTo>
                  <a:pt x="16048" y="10080"/>
                  <a:pt x="15367" y="9430"/>
                  <a:pt x="14527" y="9430"/>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992" y="12090"/>
                </a:moveTo>
                <a:cubicBezTo>
                  <a:pt x="11860" y="12090"/>
                  <a:pt x="11757" y="12168"/>
                  <a:pt x="11687" y="12243"/>
                </a:cubicBezTo>
                <a:lnTo>
                  <a:pt x="11687" y="14276"/>
                </a:lnTo>
                <a:cubicBezTo>
                  <a:pt x="11751" y="14345"/>
                  <a:pt x="11847" y="14411"/>
                  <a:pt x="11992" y="14411"/>
                </a:cubicBezTo>
                <a:cubicBezTo>
                  <a:pt x="12296" y="14411"/>
                  <a:pt x="12296" y="14072"/>
                  <a:pt x="12296" y="14072"/>
                </a:cubicBezTo>
                <a:lnTo>
                  <a:pt x="12296" y="12428"/>
                </a:lnTo>
                <a:cubicBezTo>
                  <a:pt x="12296" y="12428"/>
                  <a:pt x="12245" y="12090"/>
                  <a:pt x="11992" y="1209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2397" y="8801"/>
                </a:moveTo>
                <a:cubicBezTo>
                  <a:pt x="12802" y="8801"/>
                  <a:pt x="13158" y="8449"/>
                  <a:pt x="13158" y="8449"/>
                </a:cubicBezTo>
                <a:lnTo>
                  <a:pt x="13158" y="8751"/>
                </a:lnTo>
                <a:lnTo>
                  <a:pt x="13766" y="8751"/>
                </a:lnTo>
                <a:lnTo>
                  <a:pt x="13766" y="5878"/>
                </a:lnTo>
                <a:lnTo>
                  <a:pt x="13158" y="5878"/>
                </a:lnTo>
                <a:lnTo>
                  <a:pt x="13158" y="8096"/>
                </a:lnTo>
                <a:cubicBezTo>
                  <a:pt x="13158" y="8096"/>
                  <a:pt x="12955" y="8348"/>
                  <a:pt x="12752" y="8348"/>
                </a:cubicBezTo>
                <a:cubicBezTo>
                  <a:pt x="12549" y="8348"/>
                  <a:pt x="12549" y="8196"/>
                  <a:pt x="12549" y="8196"/>
                </a:cubicBezTo>
                <a:lnTo>
                  <a:pt x="12549" y="5878"/>
                </a:lnTo>
                <a:lnTo>
                  <a:pt x="11941" y="5878"/>
                </a:lnTo>
                <a:lnTo>
                  <a:pt x="11941" y="8398"/>
                </a:lnTo>
                <a:cubicBezTo>
                  <a:pt x="11941" y="8398"/>
                  <a:pt x="11992" y="8801"/>
                  <a:pt x="12397" y="8801"/>
                </a:cubicBezTo>
                <a:moveTo>
                  <a:pt x="10166" y="6634"/>
                </a:moveTo>
                <a:cubicBezTo>
                  <a:pt x="10166" y="6467"/>
                  <a:pt x="10302" y="6332"/>
                  <a:pt x="10470" y="6332"/>
                </a:cubicBezTo>
                <a:cubicBezTo>
                  <a:pt x="10639" y="6332"/>
                  <a:pt x="10775" y="6467"/>
                  <a:pt x="10775" y="6634"/>
                </a:cubicBezTo>
                <a:lnTo>
                  <a:pt x="10775" y="8045"/>
                </a:lnTo>
                <a:cubicBezTo>
                  <a:pt x="10775" y="8212"/>
                  <a:pt x="10639" y="8348"/>
                  <a:pt x="10470" y="8348"/>
                </a:cubicBezTo>
                <a:cubicBezTo>
                  <a:pt x="10302"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8"/>
                  <a:pt x="10572" y="5878"/>
                </a:cubicBezTo>
                <a:lnTo>
                  <a:pt x="10369" y="5878"/>
                </a:lnTo>
                <a:cubicBezTo>
                  <a:pt x="9921" y="5878"/>
                  <a:pt x="9558" y="6239"/>
                  <a:pt x="9558" y="6684"/>
                </a:cubicBezTo>
                <a:lnTo>
                  <a:pt x="9558" y="7995"/>
                </a:lnTo>
                <a:cubicBezTo>
                  <a:pt x="9558" y="8440"/>
                  <a:pt x="9921" y="8801"/>
                  <a:pt x="10369" y="8801"/>
                </a:cubicBezTo>
              </a:path>
            </a:pathLst>
          </a:custGeom>
          <a:solidFill>
            <a:schemeClr val="bg1"/>
          </a:solidFill>
          <a:ln w="12700">
            <a:miter lim="400000"/>
          </a:ln>
        </p:spPr>
        <p:txBody>
          <a:bodyPr lIns="19045" tIns="19045" rIns="19045" bIns="19045" anchor="t"/>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Century Gothic" panose="020B0502020202020204" pitchFamily="34" charset="0"/>
            </a:endParaRPr>
          </a:p>
        </p:txBody>
      </p:sp>
      <p:sp>
        <p:nvSpPr>
          <p:cNvPr id="24" name="Line">
            <a:extLst>
              <a:ext uri="{FF2B5EF4-FFF2-40B4-BE49-F238E27FC236}">
                <a16:creationId xmlns:a16="http://schemas.microsoft.com/office/drawing/2014/main" id="{665E0FEC-A714-1F4C-9AF9-782DB20A9EA0}"/>
              </a:ext>
            </a:extLst>
          </p:cNvPr>
          <p:cNvSpPr/>
          <p:nvPr userDrawn="1"/>
        </p:nvSpPr>
        <p:spPr>
          <a:xfrm>
            <a:off x="368284" y="1448780"/>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31" name="Marcador de texto 15">
            <a:extLst>
              <a:ext uri="{FF2B5EF4-FFF2-40B4-BE49-F238E27FC236}">
                <a16:creationId xmlns:a16="http://schemas.microsoft.com/office/drawing/2014/main" id="{A2E26D2E-C70B-A240-B897-E6DB7E12E00B}"/>
              </a:ext>
            </a:extLst>
          </p:cNvPr>
          <p:cNvSpPr>
            <a:spLocks noGrp="1"/>
          </p:cNvSpPr>
          <p:nvPr>
            <p:ph type="body" sz="quarter" idx="10"/>
          </p:nvPr>
        </p:nvSpPr>
        <p:spPr>
          <a:xfrm>
            <a:off x="370705" y="764704"/>
            <a:ext cx="11450303" cy="457200"/>
          </a:xfrm>
          <a:prstGeom prst="rect">
            <a:avLst/>
          </a:prstGeom>
        </p:spPr>
        <p:txBody>
          <a:bodyPr anchor="t"/>
          <a:lstStyle>
            <a:lvl1pPr marL="0" indent="0" algn="l">
              <a:buNone/>
              <a:defRPr sz="3300" b="1">
                <a:solidFill>
                  <a:schemeClr val="accent1"/>
                </a:solidFill>
                <a:latin typeface="Century Gothic" panose="020B0502020202020204" pitchFamily="34" charset="0"/>
              </a:defRPr>
            </a:lvl1pPr>
            <a:lvl2pPr marL="457177" indent="0">
              <a:buNone/>
              <a:defRPr/>
            </a:lvl2pPr>
            <a:lvl3pPr marL="914355" indent="0">
              <a:buNone/>
              <a:defRPr/>
            </a:lvl3pPr>
            <a:lvl4pPr marL="1371532" indent="0">
              <a:buNone/>
              <a:defRPr/>
            </a:lvl4pPr>
            <a:lvl5pPr marL="1828709" indent="0">
              <a:buNone/>
              <a:defRPr/>
            </a:lvl5pPr>
          </a:lstStyle>
          <a:p>
            <a:pPr lvl="0"/>
            <a:r>
              <a:rPr lang="es-MX"/>
              <a:t>Haga clic para modificar los estilos de texto del patrón</a:t>
            </a:r>
          </a:p>
        </p:txBody>
      </p:sp>
      <p:sp>
        <p:nvSpPr>
          <p:cNvPr id="32" name="Slide Number Placeholder 5">
            <a:extLst>
              <a:ext uri="{FF2B5EF4-FFF2-40B4-BE49-F238E27FC236}">
                <a16:creationId xmlns:a16="http://schemas.microsoft.com/office/drawing/2014/main" id="{19D2C03D-9021-424E-8EA7-781072CC6168}"/>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383433012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Cierre 01 Principio de Ciudadania CMI">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AA4E105-D56F-1A42-84B9-908CF2AB1266}"/>
              </a:ext>
            </a:extLst>
          </p:cNvPr>
          <p:cNvGrpSpPr/>
          <p:nvPr userDrawn="1"/>
        </p:nvGrpSpPr>
        <p:grpSpPr>
          <a:xfrm>
            <a:off x="-1" y="0"/>
            <a:ext cx="12192001" cy="6860867"/>
            <a:chOff x="-2" y="0"/>
            <a:chExt cx="24382415" cy="13721733"/>
          </a:xfrm>
        </p:grpSpPr>
        <p:sp>
          <p:nvSpPr>
            <p:cNvPr id="129" name="Google Shape;386;p2">
              <a:extLst>
                <a:ext uri="{FF2B5EF4-FFF2-40B4-BE49-F238E27FC236}">
                  <a16:creationId xmlns:a16="http://schemas.microsoft.com/office/drawing/2014/main" id="{2EFCC9BC-A989-2F4B-9916-1CEF2ADC3298}"/>
                </a:ext>
              </a:extLst>
            </p:cNvPr>
            <p:cNvSpPr/>
            <p:nvPr userDrawn="1"/>
          </p:nvSpPr>
          <p:spPr>
            <a:xfrm>
              <a:off x="-1" y="0"/>
              <a:ext cx="24382414" cy="13721733"/>
            </a:xfrm>
            <a:prstGeom prst="rect">
              <a:avLst/>
            </a:prstGeom>
            <a:solidFill>
              <a:schemeClr val="tx1"/>
            </a:solidFill>
            <a:ln>
              <a:noFill/>
            </a:ln>
          </p:spPr>
          <p:txBody>
            <a:bodyPr spcFirstLastPara="1" wrap="square" lIns="68569" tIns="68569" rIns="68569" bIns="68569" anchor="ctr" anchorCtr="0">
              <a:noAutofit/>
            </a:bodyPr>
            <a:lstStyle/>
            <a:p>
              <a:pPr>
                <a:buSzPts val="1400"/>
              </a:pPr>
              <a:endParaRPr sz="900">
                <a:latin typeface="Century Gothic" panose="020B0502020202020204" pitchFamily="34" charset="0"/>
              </a:endParaRPr>
            </a:p>
          </p:txBody>
        </p:sp>
        <p:pic>
          <p:nvPicPr>
            <p:cNvPr id="52" name="Gráfico 29">
              <a:extLst>
                <a:ext uri="{FF2B5EF4-FFF2-40B4-BE49-F238E27FC236}">
                  <a16:creationId xmlns:a16="http://schemas.microsoft.com/office/drawing/2014/main" id="{07F6F7E4-73BF-084B-9A6A-8821D0D8FA8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9806" r="6022" b="12613"/>
            <a:stretch/>
          </p:blipFill>
          <p:spPr>
            <a:xfrm flipH="1">
              <a:off x="-2" y="1216"/>
              <a:ext cx="24382413" cy="13716000"/>
            </a:xfrm>
            <a:prstGeom prst="rect">
              <a:avLst/>
            </a:prstGeom>
          </p:spPr>
        </p:pic>
        <p:sp>
          <p:nvSpPr>
            <p:cNvPr id="136" name="AutoShape 5">
              <a:extLst>
                <a:ext uri="{FF2B5EF4-FFF2-40B4-BE49-F238E27FC236}">
                  <a16:creationId xmlns:a16="http://schemas.microsoft.com/office/drawing/2014/main" id="{87B15690-9B93-9848-AECF-5F57E8FB1758}"/>
                </a:ext>
              </a:extLst>
            </p:cNvPr>
            <p:cNvSpPr>
              <a:spLocks noChangeAspect="1" noChangeArrowheads="1" noTextEdit="1"/>
            </p:cNvSpPr>
            <p:nvPr userDrawn="1"/>
          </p:nvSpPr>
          <p:spPr bwMode="auto">
            <a:xfrm>
              <a:off x="12087905" y="11673396"/>
              <a:ext cx="206602" cy="2081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nvGrpSpPr>
            <p:cNvPr id="53" name="Grupo 2">
              <a:extLst>
                <a:ext uri="{FF2B5EF4-FFF2-40B4-BE49-F238E27FC236}">
                  <a16:creationId xmlns:a16="http://schemas.microsoft.com/office/drawing/2014/main" id="{EE13F8F7-F1AC-8641-A5E4-CDF79F50B340}"/>
                </a:ext>
              </a:extLst>
            </p:cNvPr>
            <p:cNvGrpSpPr/>
            <p:nvPr userDrawn="1"/>
          </p:nvGrpSpPr>
          <p:grpSpPr>
            <a:xfrm>
              <a:off x="22272326" y="665312"/>
              <a:ext cx="1168254" cy="1168254"/>
              <a:chOff x="484021" y="1418770"/>
              <a:chExt cx="1506119" cy="1506119"/>
            </a:xfrm>
          </p:grpSpPr>
          <p:sp>
            <p:nvSpPr>
              <p:cNvPr id="54" name="Elipse 3">
                <a:extLst>
                  <a:ext uri="{FF2B5EF4-FFF2-40B4-BE49-F238E27FC236}">
                    <a16:creationId xmlns:a16="http://schemas.microsoft.com/office/drawing/2014/main" id="{C8101F77-25DC-FB4A-834E-1D557FCA9B38}"/>
                  </a:ext>
                </a:extLst>
              </p:cNvPr>
              <p:cNvSpPr/>
              <p:nvPr/>
            </p:nvSpPr>
            <p:spPr>
              <a:xfrm>
                <a:off x="484021" y="1418770"/>
                <a:ext cx="1506119" cy="1506119"/>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pic>
            <p:nvPicPr>
              <p:cNvPr id="55" name="Imagen 4">
                <a:extLst>
                  <a:ext uri="{FF2B5EF4-FFF2-40B4-BE49-F238E27FC236}">
                    <a16:creationId xmlns:a16="http://schemas.microsoft.com/office/drawing/2014/main" id="{A06C84D6-D847-EB4B-9218-B029B2C56DD6}"/>
                  </a:ext>
                </a:extLst>
              </p:cNvPr>
              <p:cNvPicPr>
                <a:picLocks noChangeAspect="1"/>
              </p:cNvPicPr>
              <p:nvPr/>
            </p:nvPicPr>
            <p:blipFill>
              <a:blip r:embed="rId3"/>
              <a:srcRect/>
              <a:stretch/>
            </p:blipFill>
            <p:spPr>
              <a:xfrm>
                <a:off x="666625" y="1843741"/>
                <a:ext cx="1140909" cy="619599"/>
              </a:xfrm>
              <a:prstGeom prst="rect">
                <a:avLst/>
              </a:prstGeom>
            </p:spPr>
          </p:pic>
        </p:grpSp>
      </p:grpSp>
      <p:sp>
        <p:nvSpPr>
          <p:cNvPr id="135" name="TextBox 13">
            <a:extLst>
              <a:ext uri="{FF2B5EF4-FFF2-40B4-BE49-F238E27FC236}">
                <a16:creationId xmlns:a16="http://schemas.microsoft.com/office/drawing/2014/main" id="{9054E7DC-18EF-1B47-8098-FD6A054F4CE5}"/>
              </a:ext>
            </a:extLst>
          </p:cNvPr>
          <p:cNvSpPr txBox="1"/>
          <p:nvPr userDrawn="1"/>
        </p:nvSpPr>
        <p:spPr>
          <a:xfrm>
            <a:off x="5186937" y="5373216"/>
            <a:ext cx="1818126" cy="200055"/>
          </a:xfrm>
          <a:prstGeom prst="rect">
            <a:avLst/>
          </a:prstGeom>
          <a:noFill/>
        </p:spPr>
        <p:txBody>
          <a:bodyPr wrap="none" rtlCol="0">
            <a:spAutoFit/>
          </a:bodyPr>
          <a:lstStyle/>
          <a:p>
            <a:pPr algn="ctr"/>
            <a:r>
              <a:rPr lang="en-US" sz="700" b="1" spc="300">
                <a:solidFill>
                  <a:schemeClr val="bg1"/>
                </a:solidFill>
                <a:latin typeface="Century Gothic" panose="020B0502020202020204" pitchFamily="34" charset="0"/>
                <a:ea typeface="Montserrat" charset="0"/>
                <a:cs typeface="Montserrat" charset="0"/>
              </a:rPr>
              <a:t>WWW.SOMOSCMI.COM</a:t>
            </a:r>
          </a:p>
        </p:txBody>
      </p:sp>
      <p:sp>
        <p:nvSpPr>
          <p:cNvPr id="25" name="Rectángulo redondeado 24">
            <a:extLst>
              <a:ext uri="{FF2B5EF4-FFF2-40B4-BE49-F238E27FC236}">
                <a16:creationId xmlns:a16="http://schemas.microsoft.com/office/drawing/2014/main" id="{CD04E837-CDFC-2546-843E-1532CF3A483B}"/>
              </a:ext>
            </a:extLst>
          </p:cNvPr>
          <p:cNvSpPr/>
          <p:nvPr userDrawn="1"/>
        </p:nvSpPr>
        <p:spPr>
          <a:xfrm>
            <a:off x="2552784" y="2766758"/>
            <a:ext cx="7086428" cy="86409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26" name="CuadroTexto 25">
            <a:extLst>
              <a:ext uri="{FF2B5EF4-FFF2-40B4-BE49-F238E27FC236}">
                <a16:creationId xmlns:a16="http://schemas.microsoft.com/office/drawing/2014/main" id="{D877A1A7-C5BF-C54C-B6C3-79E4A8C19422}"/>
              </a:ext>
            </a:extLst>
          </p:cNvPr>
          <p:cNvSpPr txBox="1"/>
          <p:nvPr userDrawn="1"/>
        </p:nvSpPr>
        <p:spPr>
          <a:xfrm>
            <a:off x="2552783" y="2762688"/>
            <a:ext cx="7086428" cy="864096"/>
          </a:xfrm>
          <a:prstGeom prst="rect">
            <a:avLst/>
          </a:prstGeom>
          <a:noFill/>
        </p:spPr>
        <p:txBody>
          <a:bodyPr wrap="square" rtlCol="0" anchor="ctr">
            <a:noAutofit/>
          </a:bodyPr>
          <a:lstStyle/>
          <a:p>
            <a:pPr algn="ctr"/>
            <a:r>
              <a:rPr lang="es-GT" sz="2200" b="1">
                <a:solidFill>
                  <a:schemeClr val="bg1"/>
                </a:solidFill>
                <a:latin typeface="Century Gothic" panose="020B0502020202020204" pitchFamily="34" charset="0"/>
              </a:rPr>
              <a:t>CALIDEZ DE EMPRESA FAMILIAR</a:t>
            </a:r>
          </a:p>
        </p:txBody>
      </p:sp>
      <p:grpSp>
        <p:nvGrpSpPr>
          <p:cNvPr id="5" name="Grupo 4">
            <a:extLst>
              <a:ext uri="{FF2B5EF4-FFF2-40B4-BE49-F238E27FC236}">
                <a16:creationId xmlns:a16="http://schemas.microsoft.com/office/drawing/2014/main" id="{11B49CD5-B4AA-4240-A047-D2F5B361E857}"/>
              </a:ext>
            </a:extLst>
          </p:cNvPr>
          <p:cNvGrpSpPr/>
          <p:nvPr userDrawn="1"/>
        </p:nvGrpSpPr>
        <p:grpSpPr>
          <a:xfrm>
            <a:off x="4014962" y="3923545"/>
            <a:ext cx="4162073" cy="1069658"/>
            <a:chOff x="7968862" y="7847090"/>
            <a:chExt cx="8323604" cy="2139316"/>
          </a:xfrm>
        </p:grpSpPr>
        <p:pic>
          <p:nvPicPr>
            <p:cNvPr id="32" name="Imagen 31">
              <a:extLst>
                <a:ext uri="{FF2B5EF4-FFF2-40B4-BE49-F238E27FC236}">
                  <a16:creationId xmlns:a16="http://schemas.microsoft.com/office/drawing/2014/main" id="{281ECE9C-9E4C-2D40-AB03-307CB7C44FD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r="42889"/>
            <a:stretch/>
          </p:blipFill>
          <p:spPr>
            <a:xfrm>
              <a:off x="7968862" y="7847090"/>
              <a:ext cx="4822829" cy="2139316"/>
            </a:xfrm>
            <a:prstGeom prst="rect">
              <a:avLst/>
            </a:prstGeom>
          </p:spPr>
        </p:pic>
        <p:pic>
          <p:nvPicPr>
            <p:cNvPr id="130" name="Imagen 129">
              <a:hlinkClick r:id="" action="ppaction://noaction"/>
              <a:extLst>
                <a:ext uri="{FF2B5EF4-FFF2-40B4-BE49-F238E27FC236}">
                  <a16:creationId xmlns:a16="http://schemas.microsoft.com/office/drawing/2014/main" id="{404D586B-2341-6F44-BCD4-3BBBBF22B525}"/>
                </a:ext>
              </a:extLst>
            </p:cNvPr>
            <p:cNvPicPr>
              <a:picLocks noChangeAspect="1"/>
            </p:cNvPicPr>
            <p:nvPr userDrawn="1"/>
          </p:nvPicPr>
          <p:blipFill rotWithShape="1">
            <a:blip r:embed="rId5"/>
            <a:srcRect l="48072" t="15350" r="6586" b="30401"/>
            <a:stretch/>
          </p:blipFill>
          <p:spPr>
            <a:xfrm>
              <a:off x="12839277" y="8055510"/>
              <a:ext cx="3453189" cy="1755878"/>
            </a:xfrm>
            <a:prstGeom prst="rect">
              <a:avLst/>
            </a:prstGeom>
          </p:spPr>
        </p:pic>
      </p:grpSp>
      <p:grpSp>
        <p:nvGrpSpPr>
          <p:cNvPr id="28" name="Group 27">
            <a:extLst>
              <a:ext uri="{FF2B5EF4-FFF2-40B4-BE49-F238E27FC236}">
                <a16:creationId xmlns:a16="http://schemas.microsoft.com/office/drawing/2014/main" id="{C6D251B2-D5CC-AD40-8A9C-DC7096D24E3F}"/>
              </a:ext>
            </a:extLst>
          </p:cNvPr>
          <p:cNvGrpSpPr/>
          <p:nvPr userDrawn="1"/>
        </p:nvGrpSpPr>
        <p:grpSpPr>
          <a:xfrm>
            <a:off x="5446676" y="5694296"/>
            <a:ext cx="1298648" cy="284805"/>
            <a:chOff x="11231679" y="11388591"/>
            <a:chExt cx="2597127" cy="569609"/>
          </a:xfrm>
        </p:grpSpPr>
        <p:grpSp>
          <p:nvGrpSpPr>
            <p:cNvPr id="29" name="Grupo 137">
              <a:extLst>
                <a:ext uri="{FF2B5EF4-FFF2-40B4-BE49-F238E27FC236}">
                  <a16:creationId xmlns:a16="http://schemas.microsoft.com/office/drawing/2014/main" id="{B25101D4-1490-EC4C-AAE2-E5BCBC4549CC}"/>
                </a:ext>
              </a:extLst>
            </p:cNvPr>
            <p:cNvGrpSpPr/>
            <p:nvPr/>
          </p:nvGrpSpPr>
          <p:grpSpPr>
            <a:xfrm>
              <a:off x="12579747" y="11388591"/>
              <a:ext cx="569609" cy="569609"/>
              <a:chOff x="6419730" y="5269647"/>
              <a:chExt cx="569609" cy="569609"/>
            </a:xfrm>
          </p:grpSpPr>
          <p:sp>
            <p:nvSpPr>
              <p:cNvPr id="48" name="Elipse 147">
                <a:extLst>
                  <a:ext uri="{FF2B5EF4-FFF2-40B4-BE49-F238E27FC236}">
                    <a16:creationId xmlns:a16="http://schemas.microsoft.com/office/drawing/2014/main" id="{93D60716-223C-454D-8F3A-46891968FEC6}"/>
                  </a:ext>
                </a:extLst>
              </p:cNvPr>
              <p:cNvSpPr/>
              <p:nvPr/>
            </p:nvSpPr>
            <p:spPr>
              <a:xfrm>
                <a:off x="6419730"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sp>
            <p:nvSpPr>
              <p:cNvPr id="49" name="Freeform 14">
                <a:extLst>
                  <a:ext uri="{FF2B5EF4-FFF2-40B4-BE49-F238E27FC236}">
                    <a16:creationId xmlns:a16="http://schemas.microsoft.com/office/drawing/2014/main" id="{EF1708D1-4B46-7643-810C-5580C0CC3C04}"/>
                  </a:ext>
                </a:extLst>
              </p:cNvPr>
              <p:cNvSpPr>
                <a:spLocks/>
              </p:cNvSpPr>
              <p:nvPr/>
            </p:nvSpPr>
            <p:spPr bwMode="auto">
              <a:xfrm>
                <a:off x="6630296" y="5489285"/>
                <a:ext cx="190077" cy="158185"/>
              </a:xfrm>
              <a:custGeom>
                <a:avLst/>
                <a:gdLst>
                  <a:gd name="T0" fmla="*/ 57 w 63"/>
                  <a:gd name="T1" fmla="*/ 13 h 52"/>
                  <a:gd name="T2" fmla="*/ 57 w 63"/>
                  <a:gd name="T3" fmla="*/ 15 h 52"/>
                  <a:gd name="T4" fmla="*/ 20 w 63"/>
                  <a:gd name="T5" fmla="*/ 52 h 52"/>
                  <a:gd name="T6" fmla="*/ 0 w 63"/>
                  <a:gd name="T7" fmla="*/ 46 h 52"/>
                  <a:gd name="T8" fmla="*/ 3 w 63"/>
                  <a:gd name="T9" fmla="*/ 46 h 52"/>
                  <a:gd name="T10" fmla="*/ 19 w 63"/>
                  <a:gd name="T11" fmla="*/ 40 h 52"/>
                  <a:gd name="T12" fmla="*/ 7 w 63"/>
                  <a:gd name="T13" fmla="*/ 32 h 52"/>
                  <a:gd name="T14" fmla="*/ 10 w 63"/>
                  <a:gd name="T15" fmla="*/ 32 h 52"/>
                  <a:gd name="T16" fmla="*/ 13 w 63"/>
                  <a:gd name="T17" fmla="*/ 31 h 52"/>
                  <a:gd name="T18" fmla="*/ 3 w 63"/>
                  <a:gd name="T19" fmla="*/ 19 h 52"/>
                  <a:gd name="T20" fmla="*/ 3 w 63"/>
                  <a:gd name="T21" fmla="*/ 19 h 52"/>
                  <a:gd name="T22" fmla="*/ 9 w 63"/>
                  <a:gd name="T23" fmla="*/ 20 h 52"/>
                  <a:gd name="T24" fmla="*/ 3 w 63"/>
                  <a:gd name="T25" fmla="*/ 10 h 52"/>
                  <a:gd name="T26" fmla="*/ 5 w 63"/>
                  <a:gd name="T27" fmla="*/ 2 h 52"/>
                  <a:gd name="T28" fmla="*/ 31 w 63"/>
                  <a:gd name="T29" fmla="*/ 16 h 52"/>
                  <a:gd name="T30" fmla="*/ 31 w 63"/>
                  <a:gd name="T31" fmla="*/ 14 h 52"/>
                  <a:gd name="T32" fmla="*/ 44 w 63"/>
                  <a:gd name="T33" fmla="*/ 0 h 52"/>
                  <a:gd name="T34" fmla="*/ 53 w 63"/>
                  <a:gd name="T35" fmla="*/ 4 h 52"/>
                  <a:gd name="T36" fmla="*/ 61 w 63"/>
                  <a:gd name="T37" fmla="*/ 0 h 52"/>
                  <a:gd name="T38" fmla="*/ 56 w 63"/>
                  <a:gd name="T39" fmla="*/ 8 h 52"/>
                  <a:gd name="T40" fmla="*/ 63 w 63"/>
                  <a:gd name="T41" fmla="*/ 6 h 52"/>
                  <a:gd name="T42" fmla="*/ 57 w 63"/>
                  <a:gd name="T43" fmla="*/ 1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3" h="52">
                    <a:moveTo>
                      <a:pt x="57" y="13"/>
                    </a:moveTo>
                    <a:cubicBezTo>
                      <a:pt x="57" y="14"/>
                      <a:pt x="57" y="14"/>
                      <a:pt x="57" y="15"/>
                    </a:cubicBezTo>
                    <a:cubicBezTo>
                      <a:pt x="57" y="32"/>
                      <a:pt x="44" y="52"/>
                      <a:pt x="20" y="52"/>
                    </a:cubicBezTo>
                    <a:cubicBezTo>
                      <a:pt x="13" y="52"/>
                      <a:pt x="6" y="50"/>
                      <a:pt x="0" y="46"/>
                    </a:cubicBezTo>
                    <a:cubicBezTo>
                      <a:pt x="1" y="46"/>
                      <a:pt x="2" y="46"/>
                      <a:pt x="3" y="46"/>
                    </a:cubicBezTo>
                    <a:cubicBezTo>
                      <a:pt x="9" y="46"/>
                      <a:pt x="15" y="44"/>
                      <a:pt x="19" y="40"/>
                    </a:cubicBezTo>
                    <a:cubicBezTo>
                      <a:pt x="14" y="40"/>
                      <a:pt x="9" y="37"/>
                      <a:pt x="7" y="32"/>
                    </a:cubicBezTo>
                    <a:cubicBezTo>
                      <a:pt x="8" y="32"/>
                      <a:pt x="9" y="32"/>
                      <a:pt x="10" y="32"/>
                    </a:cubicBezTo>
                    <a:cubicBezTo>
                      <a:pt x="11" y="32"/>
                      <a:pt x="12" y="32"/>
                      <a:pt x="13" y="31"/>
                    </a:cubicBezTo>
                    <a:cubicBezTo>
                      <a:pt x="7" y="30"/>
                      <a:pt x="3" y="25"/>
                      <a:pt x="3" y="19"/>
                    </a:cubicBezTo>
                    <a:cubicBezTo>
                      <a:pt x="3" y="19"/>
                      <a:pt x="3" y="19"/>
                      <a:pt x="3" y="19"/>
                    </a:cubicBezTo>
                    <a:cubicBezTo>
                      <a:pt x="5" y="19"/>
                      <a:pt x="7" y="20"/>
                      <a:pt x="9" y="20"/>
                    </a:cubicBezTo>
                    <a:cubicBezTo>
                      <a:pt x="5" y="18"/>
                      <a:pt x="3" y="14"/>
                      <a:pt x="3" y="10"/>
                    </a:cubicBezTo>
                    <a:cubicBezTo>
                      <a:pt x="3" y="6"/>
                      <a:pt x="4" y="4"/>
                      <a:pt x="5" y="2"/>
                    </a:cubicBezTo>
                    <a:cubicBezTo>
                      <a:pt x="11" y="11"/>
                      <a:pt x="20" y="16"/>
                      <a:pt x="31" y="16"/>
                    </a:cubicBezTo>
                    <a:cubicBezTo>
                      <a:pt x="31" y="14"/>
                      <a:pt x="31" y="14"/>
                      <a:pt x="31" y="14"/>
                    </a:cubicBezTo>
                    <a:cubicBezTo>
                      <a:pt x="31" y="5"/>
                      <a:pt x="37" y="0"/>
                      <a:pt x="44" y="0"/>
                    </a:cubicBezTo>
                    <a:cubicBezTo>
                      <a:pt x="48" y="0"/>
                      <a:pt x="51" y="1"/>
                      <a:pt x="53" y="4"/>
                    </a:cubicBezTo>
                    <a:cubicBezTo>
                      <a:pt x="56" y="3"/>
                      <a:pt x="59" y="2"/>
                      <a:pt x="61" y="0"/>
                    </a:cubicBezTo>
                    <a:cubicBezTo>
                      <a:pt x="61" y="4"/>
                      <a:pt x="58" y="6"/>
                      <a:pt x="56" y="8"/>
                    </a:cubicBezTo>
                    <a:cubicBezTo>
                      <a:pt x="58" y="7"/>
                      <a:pt x="61" y="7"/>
                      <a:pt x="63" y="6"/>
                    </a:cubicBezTo>
                    <a:cubicBezTo>
                      <a:pt x="61" y="8"/>
                      <a:pt x="59" y="11"/>
                      <a:pt x="57" y="13"/>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nvGrpSpPr>
            <p:cNvPr id="31" name="Grupo 138">
              <a:extLst>
                <a:ext uri="{FF2B5EF4-FFF2-40B4-BE49-F238E27FC236}">
                  <a16:creationId xmlns:a16="http://schemas.microsoft.com/office/drawing/2014/main" id="{4DF9B4C3-1794-0740-9823-72F5707CF691}"/>
                </a:ext>
              </a:extLst>
            </p:cNvPr>
            <p:cNvGrpSpPr/>
            <p:nvPr/>
          </p:nvGrpSpPr>
          <p:grpSpPr>
            <a:xfrm>
              <a:off x="11918465" y="11388591"/>
              <a:ext cx="569609" cy="569609"/>
              <a:chOff x="5835127" y="5269647"/>
              <a:chExt cx="569609" cy="569609"/>
            </a:xfrm>
          </p:grpSpPr>
          <p:sp>
            <p:nvSpPr>
              <p:cNvPr id="43" name="Elipse 142">
                <a:extLst>
                  <a:ext uri="{FF2B5EF4-FFF2-40B4-BE49-F238E27FC236}">
                    <a16:creationId xmlns:a16="http://schemas.microsoft.com/office/drawing/2014/main" id="{962F22A8-657D-AE47-B18A-464617919ACF}"/>
                  </a:ext>
                </a:extLst>
              </p:cNvPr>
              <p:cNvSpPr/>
              <p:nvPr/>
            </p:nvSpPr>
            <p:spPr>
              <a:xfrm>
                <a:off x="5835127"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grpSp>
            <p:nvGrpSpPr>
              <p:cNvPr id="44" name="Grupo 143">
                <a:extLst>
                  <a:ext uri="{FF2B5EF4-FFF2-40B4-BE49-F238E27FC236}">
                    <a16:creationId xmlns:a16="http://schemas.microsoft.com/office/drawing/2014/main" id="{3B3890E2-7719-244B-AAB3-90D129796B89}"/>
                  </a:ext>
                </a:extLst>
              </p:cNvPr>
              <p:cNvGrpSpPr/>
              <p:nvPr/>
            </p:nvGrpSpPr>
            <p:grpSpPr>
              <a:xfrm>
                <a:off x="6018164" y="5459936"/>
                <a:ext cx="206602" cy="206602"/>
                <a:chOff x="6018164" y="5459936"/>
                <a:chExt cx="206602" cy="206602"/>
              </a:xfrm>
            </p:grpSpPr>
            <p:sp>
              <p:nvSpPr>
                <p:cNvPr id="45" name="Freeform 8">
                  <a:extLst>
                    <a:ext uri="{FF2B5EF4-FFF2-40B4-BE49-F238E27FC236}">
                      <a16:creationId xmlns:a16="http://schemas.microsoft.com/office/drawing/2014/main" id="{1E887F50-00C6-BC4E-B979-243E6C3F5685}"/>
                    </a:ext>
                  </a:extLst>
                </p:cNvPr>
                <p:cNvSpPr>
                  <a:spLocks noEditPoints="1"/>
                </p:cNvSpPr>
                <p:nvPr/>
              </p:nvSpPr>
              <p:spPr bwMode="auto">
                <a:xfrm>
                  <a:off x="6018164" y="5459936"/>
                  <a:ext cx="206602" cy="206602"/>
                </a:xfrm>
                <a:custGeom>
                  <a:avLst/>
                  <a:gdLst/>
                  <a:ahLst/>
                  <a:cxnLst>
                    <a:cxn ang="0">
                      <a:pos x="1031" y="400"/>
                    </a:cxn>
                    <a:cxn ang="0">
                      <a:pos x="809" y="482"/>
                    </a:cxn>
                    <a:cxn ang="0">
                      <a:pos x="622" y="622"/>
                    </a:cxn>
                    <a:cxn ang="0">
                      <a:pos x="482" y="809"/>
                    </a:cxn>
                    <a:cxn ang="0">
                      <a:pos x="400" y="1031"/>
                    </a:cxn>
                    <a:cxn ang="0">
                      <a:pos x="384" y="3135"/>
                    </a:cxn>
                    <a:cxn ang="0">
                      <a:pos x="421" y="3375"/>
                    </a:cxn>
                    <a:cxn ang="0">
                      <a:pos x="522" y="3588"/>
                    </a:cxn>
                    <a:cxn ang="0">
                      <a:pos x="679" y="3759"/>
                    </a:cxn>
                    <a:cxn ang="0">
                      <a:pos x="879" y="3882"/>
                    </a:cxn>
                    <a:cxn ang="0">
                      <a:pos x="1112" y="3941"/>
                    </a:cxn>
                    <a:cxn ang="0">
                      <a:pos x="3217" y="3941"/>
                    </a:cxn>
                    <a:cxn ang="0">
                      <a:pos x="3449" y="3882"/>
                    </a:cxn>
                    <a:cxn ang="0">
                      <a:pos x="3650" y="3759"/>
                    </a:cxn>
                    <a:cxn ang="0">
                      <a:pos x="3807" y="3588"/>
                    </a:cxn>
                    <a:cxn ang="0">
                      <a:pos x="3908" y="3375"/>
                    </a:cxn>
                    <a:cxn ang="0">
                      <a:pos x="3945" y="3135"/>
                    </a:cxn>
                    <a:cxn ang="0">
                      <a:pos x="3929" y="1031"/>
                    </a:cxn>
                    <a:cxn ang="0">
                      <a:pos x="3847" y="809"/>
                    </a:cxn>
                    <a:cxn ang="0">
                      <a:pos x="3707" y="622"/>
                    </a:cxn>
                    <a:cxn ang="0">
                      <a:pos x="3520" y="482"/>
                    </a:cxn>
                    <a:cxn ang="0">
                      <a:pos x="3298" y="400"/>
                    </a:cxn>
                    <a:cxn ang="0">
                      <a:pos x="1194" y="384"/>
                    </a:cxn>
                    <a:cxn ang="0">
                      <a:pos x="3233" y="4"/>
                    </a:cxn>
                    <a:cxn ang="0">
                      <a:pos x="3512" y="61"/>
                    </a:cxn>
                    <a:cxn ang="0">
                      <a:pos x="3763" y="179"/>
                    </a:cxn>
                    <a:cxn ang="0">
                      <a:pos x="3980" y="349"/>
                    </a:cxn>
                    <a:cxn ang="0">
                      <a:pos x="4150" y="566"/>
                    </a:cxn>
                    <a:cxn ang="0">
                      <a:pos x="4268" y="817"/>
                    </a:cxn>
                    <a:cxn ang="0">
                      <a:pos x="4325" y="1096"/>
                    </a:cxn>
                    <a:cxn ang="0">
                      <a:pos x="4325" y="3233"/>
                    </a:cxn>
                    <a:cxn ang="0">
                      <a:pos x="4268" y="3512"/>
                    </a:cxn>
                    <a:cxn ang="0">
                      <a:pos x="4150" y="3763"/>
                    </a:cxn>
                    <a:cxn ang="0">
                      <a:pos x="3980" y="3980"/>
                    </a:cxn>
                    <a:cxn ang="0">
                      <a:pos x="3763" y="4150"/>
                    </a:cxn>
                    <a:cxn ang="0">
                      <a:pos x="3512" y="4268"/>
                    </a:cxn>
                    <a:cxn ang="0">
                      <a:pos x="3233" y="4325"/>
                    </a:cxn>
                    <a:cxn ang="0">
                      <a:pos x="1096" y="4325"/>
                    </a:cxn>
                    <a:cxn ang="0">
                      <a:pos x="817" y="4268"/>
                    </a:cxn>
                    <a:cxn ang="0">
                      <a:pos x="566" y="4150"/>
                    </a:cxn>
                    <a:cxn ang="0">
                      <a:pos x="349" y="3980"/>
                    </a:cxn>
                    <a:cxn ang="0">
                      <a:pos x="179" y="3763"/>
                    </a:cxn>
                    <a:cxn ang="0">
                      <a:pos x="61" y="3512"/>
                    </a:cxn>
                    <a:cxn ang="0">
                      <a:pos x="4" y="3233"/>
                    </a:cxn>
                    <a:cxn ang="0">
                      <a:pos x="4" y="1096"/>
                    </a:cxn>
                    <a:cxn ang="0">
                      <a:pos x="61" y="817"/>
                    </a:cxn>
                    <a:cxn ang="0">
                      <a:pos x="179" y="566"/>
                    </a:cxn>
                    <a:cxn ang="0">
                      <a:pos x="349" y="349"/>
                    </a:cxn>
                    <a:cxn ang="0">
                      <a:pos x="566" y="179"/>
                    </a:cxn>
                    <a:cxn ang="0">
                      <a:pos x="817" y="61"/>
                    </a:cxn>
                    <a:cxn ang="0">
                      <a:pos x="1096" y="4"/>
                    </a:cxn>
                  </a:cxnLst>
                  <a:rect l="0" t="0" r="r" b="b"/>
                  <a:pathLst>
                    <a:path w="4329" h="4329">
                      <a:moveTo>
                        <a:pt x="1194" y="384"/>
                      </a:moveTo>
                      <a:lnTo>
                        <a:pt x="1112" y="388"/>
                      </a:lnTo>
                      <a:lnTo>
                        <a:pt x="1031" y="400"/>
                      </a:lnTo>
                      <a:lnTo>
                        <a:pt x="954" y="421"/>
                      </a:lnTo>
                      <a:lnTo>
                        <a:pt x="879" y="448"/>
                      </a:lnTo>
                      <a:lnTo>
                        <a:pt x="809" y="482"/>
                      </a:lnTo>
                      <a:lnTo>
                        <a:pt x="741" y="522"/>
                      </a:lnTo>
                      <a:lnTo>
                        <a:pt x="679" y="570"/>
                      </a:lnTo>
                      <a:lnTo>
                        <a:pt x="622" y="622"/>
                      </a:lnTo>
                      <a:lnTo>
                        <a:pt x="570" y="679"/>
                      </a:lnTo>
                      <a:lnTo>
                        <a:pt x="522" y="741"/>
                      </a:lnTo>
                      <a:lnTo>
                        <a:pt x="482" y="809"/>
                      </a:lnTo>
                      <a:lnTo>
                        <a:pt x="447" y="880"/>
                      </a:lnTo>
                      <a:lnTo>
                        <a:pt x="421" y="954"/>
                      </a:lnTo>
                      <a:lnTo>
                        <a:pt x="400" y="1031"/>
                      </a:lnTo>
                      <a:lnTo>
                        <a:pt x="388" y="1112"/>
                      </a:lnTo>
                      <a:lnTo>
                        <a:pt x="384" y="1195"/>
                      </a:lnTo>
                      <a:lnTo>
                        <a:pt x="384" y="3135"/>
                      </a:lnTo>
                      <a:lnTo>
                        <a:pt x="388" y="3217"/>
                      </a:lnTo>
                      <a:lnTo>
                        <a:pt x="400" y="3298"/>
                      </a:lnTo>
                      <a:lnTo>
                        <a:pt x="421" y="3375"/>
                      </a:lnTo>
                      <a:lnTo>
                        <a:pt x="447" y="3450"/>
                      </a:lnTo>
                      <a:lnTo>
                        <a:pt x="482" y="3520"/>
                      </a:lnTo>
                      <a:lnTo>
                        <a:pt x="522" y="3588"/>
                      </a:lnTo>
                      <a:lnTo>
                        <a:pt x="570" y="3650"/>
                      </a:lnTo>
                      <a:lnTo>
                        <a:pt x="622" y="3708"/>
                      </a:lnTo>
                      <a:lnTo>
                        <a:pt x="679" y="3759"/>
                      </a:lnTo>
                      <a:lnTo>
                        <a:pt x="741" y="3807"/>
                      </a:lnTo>
                      <a:lnTo>
                        <a:pt x="809" y="3847"/>
                      </a:lnTo>
                      <a:lnTo>
                        <a:pt x="879" y="3882"/>
                      </a:lnTo>
                      <a:lnTo>
                        <a:pt x="954" y="3908"/>
                      </a:lnTo>
                      <a:lnTo>
                        <a:pt x="1031" y="3929"/>
                      </a:lnTo>
                      <a:lnTo>
                        <a:pt x="1112" y="3941"/>
                      </a:lnTo>
                      <a:lnTo>
                        <a:pt x="1194" y="3945"/>
                      </a:lnTo>
                      <a:lnTo>
                        <a:pt x="3134" y="3945"/>
                      </a:lnTo>
                      <a:lnTo>
                        <a:pt x="3217" y="3941"/>
                      </a:lnTo>
                      <a:lnTo>
                        <a:pt x="3298" y="3929"/>
                      </a:lnTo>
                      <a:lnTo>
                        <a:pt x="3375" y="3908"/>
                      </a:lnTo>
                      <a:lnTo>
                        <a:pt x="3449" y="3882"/>
                      </a:lnTo>
                      <a:lnTo>
                        <a:pt x="3520" y="3847"/>
                      </a:lnTo>
                      <a:lnTo>
                        <a:pt x="3588" y="3807"/>
                      </a:lnTo>
                      <a:lnTo>
                        <a:pt x="3650" y="3759"/>
                      </a:lnTo>
                      <a:lnTo>
                        <a:pt x="3707" y="3708"/>
                      </a:lnTo>
                      <a:lnTo>
                        <a:pt x="3759" y="3650"/>
                      </a:lnTo>
                      <a:lnTo>
                        <a:pt x="3807" y="3588"/>
                      </a:lnTo>
                      <a:lnTo>
                        <a:pt x="3847" y="3520"/>
                      </a:lnTo>
                      <a:lnTo>
                        <a:pt x="3881" y="3450"/>
                      </a:lnTo>
                      <a:lnTo>
                        <a:pt x="3908" y="3375"/>
                      </a:lnTo>
                      <a:lnTo>
                        <a:pt x="3929" y="3298"/>
                      </a:lnTo>
                      <a:lnTo>
                        <a:pt x="3941" y="3217"/>
                      </a:lnTo>
                      <a:lnTo>
                        <a:pt x="3945" y="3135"/>
                      </a:lnTo>
                      <a:lnTo>
                        <a:pt x="3945" y="1195"/>
                      </a:lnTo>
                      <a:lnTo>
                        <a:pt x="3941" y="1112"/>
                      </a:lnTo>
                      <a:lnTo>
                        <a:pt x="3929" y="1031"/>
                      </a:lnTo>
                      <a:lnTo>
                        <a:pt x="3908" y="954"/>
                      </a:lnTo>
                      <a:lnTo>
                        <a:pt x="3881" y="880"/>
                      </a:lnTo>
                      <a:lnTo>
                        <a:pt x="3847" y="809"/>
                      </a:lnTo>
                      <a:lnTo>
                        <a:pt x="3807" y="741"/>
                      </a:lnTo>
                      <a:lnTo>
                        <a:pt x="3759" y="679"/>
                      </a:lnTo>
                      <a:lnTo>
                        <a:pt x="3707" y="622"/>
                      </a:lnTo>
                      <a:lnTo>
                        <a:pt x="3650" y="570"/>
                      </a:lnTo>
                      <a:lnTo>
                        <a:pt x="3588" y="522"/>
                      </a:lnTo>
                      <a:lnTo>
                        <a:pt x="3520" y="482"/>
                      </a:lnTo>
                      <a:lnTo>
                        <a:pt x="3449" y="448"/>
                      </a:lnTo>
                      <a:lnTo>
                        <a:pt x="3375" y="421"/>
                      </a:lnTo>
                      <a:lnTo>
                        <a:pt x="3298" y="400"/>
                      </a:lnTo>
                      <a:lnTo>
                        <a:pt x="3217" y="388"/>
                      </a:lnTo>
                      <a:lnTo>
                        <a:pt x="3134" y="384"/>
                      </a:lnTo>
                      <a:lnTo>
                        <a:pt x="1194" y="384"/>
                      </a:lnTo>
                      <a:close/>
                      <a:moveTo>
                        <a:pt x="1194" y="0"/>
                      </a:moveTo>
                      <a:lnTo>
                        <a:pt x="3134" y="0"/>
                      </a:lnTo>
                      <a:lnTo>
                        <a:pt x="3233" y="4"/>
                      </a:lnTo>
                      <a:lnTo>
                        <a:pt x="3328" y="16"/>
                      </a:lnTo>
                      <a:lnTo>
                        <a:pt x="3421" y="34"/>
                      </a:lnTo>
                      <a:lnTo>
                        <a:pt x="3512" y="61"/>
                      </a:lnTo>
                      <a:lnTo>
                        <a:pt x="3600" y="94"/>
                      </a:lnTo>
                      <a:lnTo>
                        <a:pt x="3683" y="133"/>
                      </a:lnTo>
                      <a:lnTo>
                        <a:pt x="3763" y="179"/>
                      </a:lnTo>
                      <a:lnTo>
                        <a:pt x="3840" y="231"/>
                      </a:lnTo>
                      <a:lnTo>
                        <a:pt x="3912" y="288"/>
                      </a:lnTo>
                      <a:lnTo>
                        <a:pt x="3980" y="349"/>
                      </a:lnTo>
                      <a:lnTo>
                        <a:pt x="4041" y="417"/>
                      </a:lnTo>
                      <a:lnTo>
                        <a:pt x="4098" y="489"/>
                      </a:lnTo>
                      <a:lnTo>
                        <a:pt x="4150" y="566"/>
                      </a:lnTo>
                      <a:lnTo>
                        <a:pt x="4196" y="646"/>
                      </a:lnTo>
                      <a:lnTo>
                        <a:pt x="4235" y="729"/>
                      </a:lnTo>
                      <a:lnTo>
                        <a:pt x="4268" y="817"/>
                      </a:lnTo>
                      <a:lnTo>
                        <a:pt x="4295" y="908"/>
                      </a:lnTo>
                      <a:lnTo>
                        <a:pt x="4313" y="1001"/>
                      </a:lnTo>
                      <a:lnTo>
                        <a:pt x="4325" y="1096"/>
                      </a:lnTo>
                      <a:lnTo>
                        <a:pt x="4329" y="1195"/>
                      </a:lnTo>
                      <a:lnTo>
                        <a:pt x="4329" y="3135"/>
                      </a:lnTo>
                      <a:lnTo>
                        <a:pt x="4325" y="3233"/>
                      </a:lnTo>
                      <a:lnTo>
                        <a:pt x="4313" y="3329"/>
                      </a:lnTo>
                      <a:lnTo>
                        <a:pt x="4295" y="3422"/>
                      </a:lnTo>
                      <a:lnTo>
                        <a:pt x="4268" y="3512"/>
                      </a:lnTo>
                      <a:lnTo>
                        <a:pt x="4235" y="3600"/>
                      </a:lnTo>
                      <a:lnTo>
                        <a:pt x="4196" y="3684"/>
                      </a:lnTo>
                      <a:lnTo>
                        <a:pt x="4150" y="3763"/>
                      </a:lnTo>
                      <a:lnTo>
                        <a:pt x="4098" y="3840"/>
                      </a:lnTo>
                      <a:lnTo>
                        <a:pt x="4041" y="3912"/>
                      </a:lnTo>
                      <a:lnTo>
                        <a:pt x="3980" y="3980"/>
                      </a:lnTo>
                      <a:lnTo>
                        <a:pt x="3912" y="4041"/>
                      </a:lnTo>
                      <a:lnTo>
                        <a:pt x="3840" y="4098"/>
                      </a:lnTo>
                      <a:lnTo>
                        <a:pt x="3763" y="4150"/>
                      </a:lnTo>
                      <a:lnTo>
                        <a:pt x="3683" y="4197"/>
                      </a:lnTo>
                      <a:lnTo>
                        <a:pt x="3600" y="4235"/>
                      </a:lnTo>
                      <a:lnTo>
                        <a:pt x="3512" y="4268"/>
                      </a:lnTo>
                      <a:lnTo>
                        <a:pt x="3421" y="4295"/>
                      </a:lnTo>
                      <a:lnTo>
                        <a:pt x="3328" y="4313"/>
                      </a:lnTo>
                      <a:lnTo>
                        <a:pt x="3233" y="4325"/>
                      </a:lnTo>
                      <a:lnTo>
                        <a:pt x="3134" y="4329"/>
                      </a:lnTo>
                      <a:lnTo>
                        <a:pt x="1194" y="4329"/>
                      </a:lnTo>
                      <a:lnTo>
                        <a:pt x="1096" y="4325"/>
                      </a:lnTo>
                      <a:lnTo>
                        <a:pt x="1000" y="4313"/>
                      </a:lnTo>
                      <a:lnTo>
                        <a:pt x="907" y="4295"/>
                      </a:lnTo>
                      <a:lnTo>
                        <a:pt x="817" y="4268"/>
                      </a:lnTo>
                      <a:lnTo>
                        <a:pt x="729" y="4235"/>
                      </a:lnTo>
                      <a:lnTo>
                        <a:pt x="645" y="4197"/>
                      </a:lnTo>
                      <a:lnTo>
                        <a:pt x="566" y="4150"/>
                      </a:lnTo>
                      <a:lnTo>
                        <a:pt x="489" y="4098"/>
                      </a:lnTo>
                      <a:lnTo>
                        <a:pt x="417" y="4041"/>
                      </a:lnTo>
                      <a:lnTo>
                        <a:pt x="349" y="3980"/>
                      </a:lnTo>
                      <a:lnTo>
                        <a:pt x="288" y="3912"/>
                      </a:lnTo>
                      <a:lnTo>
                        <a:pt x="231" y="3840"/>
                      </a:lnTo>
                      <a:lnTo>
                        <a:pt x="179" y="3763"/>
                      </a:lnTo>
                      <a:lnTo>
                        <a:pt x="133" y="3684"/>
                      </a:lnTo>
                      <a:lnTo>
                        <a:pt x="94" y="3600"/>
                      </a:lnTo>
                      <a:lnTo>
                        <a:pt x="61" y="3512"/>
                      </a:lnTo>
                      <a:lnTo>
                        <a:pt x="34" y="3422"/>
                      </a:lnTo>
                      <a:lnTo>
                        <a:pt x="16" y="3329"/>
                      </a:lnTo>
                      <a:lnTo>
                        <a:pt x="4" y="3233"/>
                      </a:lnTo>
                      <a:lnTo>
                        <a:pt x="0" y="3135"/>
                      </a:lnTo>
                      <a:lnTo>
                        <a:pt x="0" y="1195"/>
                      </a:lnTo>
                      <a:lnTo>
                        <a:pt x="4" y="1096"/>
                      </a:lnTo>
                      <a:lnTo>
                        <a:pt x="16" y="1001"/>
                      </a:lnTo>
                      <a:lnTo>
                        <a:pt x="34" y="908"/>
                      </a:lnTo>
                      <a:lnTo>
                        <a:pt x="61" y="817"/>
                      </a:lnTo>
                      <a:lnTo>
                        <a:pt x="94" y="729"/>
                      </a:lnTo>
                      <a:lnTo>
                        <a:pt x="133" y="646"/>
                      </a:lnTo>
                      <a:lnTo>
                        <a:pt x="179" y="566"/>
                      </a:lnTo>
                      <a:lnTo>
                        <a:pt x="231" y="489"/>
                      </a:lnTo>
                      <a:lnTo>
                        <a:pt x="288" y="417"/>
                      </a:lnTo>
                      <a:lnTo>
                        <a:pt x="349" y="349"/>
                      </a:lnTo>
                      <a:lnTo>
                        <a:pt x="417" y="288"/>
                      </a:lnTo>
                      <a:lnTo>
                        <a:pt x="489" y="231"/>
                      </a:lnTo>
                      <a:lnTo>
                        <a:pt x="566" y="179"/>
                      </a:lnTo>
                      <a:lnTo>
                        <a:pt x="645" y="133"/>
                      </a:lnTo>
                      <a:lnTo>
                        <a:pt x="729" y="94"/>
                      </a:lnTo>
                      <a:lnTo>
                        <a:pt x="817" y="61"/>
                      </a:lnTo>
                      <a:lnTo>
                        <a:pt x="907" y="34"/>
                      </a:lnTo>
                      <a:lnTo>
                        <a:pt x="1000" y="16"/>
                      </a:lnTo>
                      <a:lnTo>
                        <a:pt x="1096" y="4"/>
                      </a:lnTo>
                      <a:lnTo>
                        <a:pt x="1194"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46" name="Freeform 9">
                  <a:extLst>
                    <a:ext uri="{FF2B5EF4-FFF2-40B4-BE49-F238E27FC236}">
                      <a16:creationId xmlns:a16="http://schemas.microsoft.com/office/drawing/2014/main" id="{863C430C-4295-544D-BD08-333B1835496F}"/>
                    </a:ext>
                  </a:extLst>
                </p:cNvPr>
                <p:cNvSpPr>
                  <a:spLocks noEditPoints="1"/>
                </p:cNvSpPr>
                <p:nvPr/>
              </p:nvSpPr>
              <p:spPr bwMode="auto">
                <a:xfrm>
                  <a:off x="6068192" y="5509963"/>
                  <a:ext cx="106547" cy="106547"/>
                </a:xfrm>
                <a:custGeom>
                  <a:avLst/>
                  <a:gdLst/>
                  <a:ahLst/>
                  <a:cxnLst>
                    <a:cxn ang="0">
                      <a:pos x="969" y="398"/>
                    </a:cxn>
                    <a:cxn ang="0">
                      <a:pos x="768" y="473"/>
                    </a:cxn>
                    <a:cxn ang="0">
                      <a:pos x="599" y="598"/>
                    </a:cxn>
                    <a:cxn ang="0">
                      <a:pos x="473" y="767"/>
                    </a:cxn>
                    <a:cxn ang="0">
                      <a:pos x="400" y="967"/>
                    </a:cxn>
                    <a:cxn ang="0">
                      <a:pos x="389" y="1189"/>
                    </a:cxn>
                    <a:cxn ang="0">
                      <a:pos x="443" y="1399"/>
                    </a:cxn>
                    <a:cxn ang="0">
                      <a:pos x="553" y="1580"/>
                    </a:cxn>
                    <a:cxn ang="0">
                      <a:pos x="708" y="1721"/>
                    </a:cxn>
                    <a:cxn ang="0">
                      <a:pos x="900" y="1812"/>
                    </a:cxn>
                    <a:cxn ang="0">
                      <a:pos x="1116" y="1846"/>
                    </a:cxn>
                    <a:cxn ang="0">
                      <a:pos x="1333" y="1812"/>
                    </a:cxn>
                    <a:cxn ang="0">
                      <a:pos x="1524" y="1721"/>
                    </a:cxn>
                    <a:cxn ang="0">
                      <a:pos x="1680" y="1580"/>
                    </a:cxn>
                    <a:cxn ang="0">
                      <a:pos x="1790" y="1399"/>
                    </a:cxn>
                    <a:cxn ang="0">
                      <a:pos x="1843" y="1189"/>
                    </a:cxn>
                    <a:cxn ang="0">
                      <a:pos x="1833" y="967"/>
                    </a:cxn>
                    <a:cxn ang="0">
                      <a:pos x="1760" y="767"/>
                    </a:cxn>
                    <a:cxn ang="0">
                      <a:pos x="1633" y="598"/>
                    </a:cxn>
                    <a:cxn ang="0">
                      <a:pos x="1465" y="473"/>
                    </a:cxn>
                    <a:cxn ang="0">
                      <a:pos x="1264" y="398"/>
                    </a:cxn>
                    <a:cxn ang="0">
                      <a:pos x="1116" y="0"/>
                    </a:cxn>
                    <a:cxn ang="0">
                      <a:pos x="1398" y="36"/>
                    </a:cxn>
                    <a:cxn ang="0">
                      <a:pos x="1653" y="137"/>
                    </a:cxn>
                    <a:cxn ang="0">
                      <a:pos x="1872" y="295"/>
                    </a:cxn>
                    <a:cxn ang="0">
                      <a:pos x="2047" y="501"/>
                    </a:cxn>
                    <a:cxn ang="0">
                      <a:pos x="2169" y="745"/>
                    </a:cxn>
                    <a:cxn ang="0">
                      <a:pos x="2227" y="1019"/>
                    </a:cxn>
                    <a:cxn ang="0">
                      <a:pos x="2215" y="1305"/>
                    </a:cxn>
                    <a:cxn ang="0">
                      <a:pos x="2134" y="1569"/>
                    </a:cxn>
                    <a:cxn ang="0">
                      <a:pos x="1995" y="1802"/>
                    </a:cxn>
                    <a:cxn ang="0">
                      <a:pos x="1803" y="1993"/>
                    </a:cxn>
                    <a:cxn ang="0">
                      <a:pos x="1571" y="2133"/>
                    </a:cxn>
                    <a:cxn ang="0">
                      <a:pos x="1306" y="2214"/>
                    </a:cxn>
                    <a:cxn ang="0">
                      <a:pos x="1021" y="2226"/>
                    </a:cxn>
                    <a:cxn ang="0">
                      <a:pos x="747" y="2167"/>
                    </a:cxn>
                    <a:cxn ang="0">
                      <a:pos x="502" y="2045"/>
                    </a:cxn>
                    <a:cxn ang="0">
                      <a:pos x="296" y="1871"/>
                    </a:cxn>
                    <a:cxn ang="0">
                      <a:pos x="138" y="1652"/>
                    </a:cxn>
                    <a:cxn ang="0">
                      <a:pos x="36" y="1396"/>
                    </a:cxn>
                    <a:cxn ang="0">
                      <a:pos x="0" y="1115"/>
                    </a:cxn>
                    <a:cxn ang="0">
                      <a:pos x="36" y="833"/>
                    </a:cxn>
                    <a:cxn ang="0">
                      <a:pos x="138" y="578"/>
                    </a:cxn>
                    <a:cxn ang="0">
                      <a:pos x="296" y="359"/>
                    </a:cxn>
                    <a:cxn ang="0">
                      <a:pos x="502" y="184"/>
                    </a:cxn>
                    <a:cxn ang="0">
                      <a:pos x="747" y="62"/>
                    </a:cxn>
                    <a:cxn ang="0">
                      <a:pos x="1021" y="4"/>
                    </a:cxn>
                  </a:cxnLst>
                  <a:rect l="0" t="0" r="r" b="b"/>
                  <a:pathLst>
                    <a:path w="2231" h="2230">
                      <a:moveTo>
                        <a:pt x="1116" y="384"/>
                      </a:moveTo>
                      <a:lnTo>
                        <a:pt x="1042" y="388"/>
                      </a:lnTo>
                      <a:lnTo>
                        <a:pt x="969" y="398"/>
                      </a:lnTo>
                      <a:lnTo>
                        <a:pt x="898" y="417"/>
                      </a:lnTo>
                      <a:lnTo>
                        <a:pt x="832" y="441"/>
                      </a:lnTo>
                      <a:lnTo>
                        <a:pt x="768" y="473"/>
                      </a:lnTo>
                      <a:lnTo>
                        <a:pt x="707" y="509"/>
                      </a:lnTo>
                      <a:lnTo>
                        <a:pt x="651" y="551"/>
                      </a:lnTo>
                      <a:lnTo>
                        <a:pt x="599" y="598"/>
                      </a:lnTo>
                      <a:lnTo>
                        <a:pt x="553" y="650"/>
                      </a:lnTo>
                      <a:lnTo>
                        <a:pt x="510" y="707"/>
                      </a:lnTo>
                      <a:lnTo>
                        <a:pt x="473" y="767"/>
                      </a:lnTo>
                      <a:lnTo>
                        <a:pt x="443" y="830"/>
                      </a:lnTo>
                      <a:lnTo>
                        <a:pt x="419" y="898"/>
                      </a:lnTo>
                      <a:lnTo>
                        <a:pt x="400" y="967"/>
                      </a:lnTo>
                      <a:lnTo>
                        <a:pt x="389" y="1040"/>
                      </a:lnTo>
                      <a:lnTo>
                        <a:pt x="386" y="1115"/>
                      </a:lnTo>
                      <a:lnTo>
                        <a:pt x="389" y="1189"/>
                      </a:lnTo>
                      <a:lnTo>
                        <a:pt x="400" y="1262"/>
                      </a:lnTo>
                      <a:lnTo>
                        <a:pt x="419" y="1333"/>
                      </a:lnTo>
                      <a:lnTo>
                        <a:pt x="443" y="1399"/>
                      </a:lnTo>
                      <a:lnTo>
                        <a:pt x="475" y="1463"/>
                      </a:lnTo>
                      <a:lnTo>
                        <a:pt x="510" y="1524"/>
                      </a:lnTo>
                      <a:lnTo>
                        <a:pt x="553" y="1580"/>
                      </a:lnTo>
                      <a:lnTo>
                        <a:pt x="599" y="1632"/>
                      </a:lnTo>
                      <a:lnTo>
                        <a:pt x="651" y="1678"/>
                      </a:lnTo>
                      <a:lnTo>
                        <a:pt x="708" y="1721"/>
                      </a:lnTo>
                      <a:lnTo>
                        <a:pt x="768" y="1758"/>
                      </a:lnTo>
                      <a:lnTo>
                        <a:pt x="832" y="1788"/>
                      </a:lnTo>
                      <a:lnTo>
                        <a:pt x="900" y="1812"/>
                      </a:lnTo>
                      <a:lnTo>
                        <a:pt x="969" y="1831"/>
                      </a:lnTo>
                      <a:lnTo>
                        <a:pt x="1042" y="1842"/>
                      </a:lnTo>
                      <a:lnTo>
                        <a:pt x="1116" y="1846"/>
                      </a:lnTo>
                      <a:lnTo>
                        <a:pt x="1191" y="1842"/>
                      </a:lnTo>
                      <a:lnTo>
                        <a:pt x="1264" y="1831"/>
                      </a:lnTo>
                      <a:lnTo>
                        <a:pt x="1333" y="1812"/>
                      </a:lnTo>
                      <a:lnTo>
                        <a:pt x="1401" y="1788"/>
                      </a:lnTo>
                      <a:lnTo>
                        <a:pt x="1465" y="1758"/>
                      </a:lnTo>
                      <a:lnTo>
                        <a:pt x="1524" y="1721"/>
                      </a:lnTo>
                      <a:lnTo>
                        <a:pt x="1581" y="1678"/>
                      </a:lnTo>
                      <a:lnTo>
                        <a:pt x="1633" y="1632"/>
                      </a:lnTo>
                      <a:lnTo>
                        <a:pt x="1680" y="1580"/>
                      </a:lnTo>
                      <a:lnTo>
                        <a:pt x="1722" y="1524"/>
                      </a:lnTo>
                      <a:lnTo>
                        <a:pt x="1758" y="1463"/>
                      </a:lnTo>
                      <a:lnTo>
                        <a:pt x="1790" y="1399"/>
                      </a:lnTo>
                      <a:lnTo>
                        <a:pt x="1814" y="1333"/>
                      </a:lnTo>
                      <a:lnTo>
                        <a:pt x="1833" y="1262"/>
                      </a:lnTo>
                      <a:lnTo>
                        <a:pt x="1843" y="1189"/>
                      </a:lnTo>
                      <a:lnTo>
                        <a:pt x="1847" y="1115"/>
                      </a:lnTo>
                      <a:lnTo>
                        <a:pt x="1843" y="1040"/>
                      </a:lnTo>
                      <a:lnTo>
                        <a:pt x="1833" y="967"/>
                      </a:lnTo>
                      <a:lnTo>
                        <a:pt x="1814" y="898"/>
                      </a:lnTo>
                      <a:lnTo>
                        <a:pt x="1790" y="830"/>
                      </a:lnTo>
                      <a:lnTo>
                        <a:pt x="1760" y="767"/>
                      </a:lnTo>
                      <a:lnTo>
                        <a:pt x="1722" y="707"/>
                      </a:lnTo>
                      <a:lnTo>
                        <a:pt x="1680" y="650"/>
                      </a:lnTo>
                      <a:lnTo>
                        <a:pt x="1633" y="598"/>
                      </a:lnTo>
                      <a:lnTo>
                        <a:pt x="1581" y="551"/>
                      </a:lnTo>
                      <a:lnTo>
                        <a:pt x="1526" y="509"/>
                      </a:lnTo>
                      <a:lnTo>
                        <a:pt x="1465" y="473"/>
                      </a:lnTo>
                      <a:lnTo>
                        <a:pt x="1401" y="441"/>
                      </a:lnTo>
                      <a:lnTo>
                        <a:pt x="1334" y="417"/>
                      </a:lnTo>
                      <a:lnTo>
                        <a:pt x="1264" y="398"/>
                      </a:lnTo>
                      <a:lnTo>
                        <a:pt x="1191" y="388"/>
                      </a:lnTo>
                      <a:lnTo>
                        <a:pt x="1116" y="384"/>
                      </a:lnTo>
                      <a:close/>
                      <a:moveTo>
                        <a:pt x="1116" y="0"/>
                      </a:moveTo>
                      <a:lnTo>
                        <a:pt x="1212" y="4"/>
                      </a:lnTo>
                      <a:lnTo>
                        <a:pt x="1306" y="16"/>
                      </a:lnTo>
                      <a:lnTo>
                        <a:pt x="1398" y="36"/>
                      </a:lnTo>
                      <a:lnTo>
                        <a:pt x="1486" y="62"/>
                      </a:lnTo>
                      <a:lnTo>
                        <a:pt x="1571" y="97"/>
                      </a:lnTo>
                      <a:lnTo>
                        <a:pt x="1653" y="137"/>
                      </a:lnTo>
                      <a:lnTo>
                        <a:pt x="1730" y="184"/>
                      </a:lnTo>
                      <a:lnTo>
                        <a:pt x="1803" y="236"/>
                      </a:lnTo>
                      <a:lnTo>
                        <a:pt x="1872" y="295"/>
                      </a:lnTo>
                      <a:lnTo>
                        <a:pt x="1936" y="359"/>
                      </a:lnTo>
                      <a:lnTo>
                        <a:pt x="1995" y="428"/>
                      </a:lnTo>
                      <a:lnTo>
                        <a:pt x="2047" y="501"/>
                      </a:lnTo>
                      <a:lnTo>
                        <a:pt x="2094" y="578"/>
                      </a:lnTo>
                      <a:lnTo>
                        <a:pt x="2134" y="660"/>
                      </a:lnTo>
                      <a:lnTo>
                        <a:pt x="2169" y="745"/>
                      </a:lnTo>
                      <a:lnTo>
                        <a:pt x="2195" y="833"/>
                      </a:lnTo>
                      <a:lnTo>
                        <a:pt x="2215" y="925"/>
                      </a:lnTo>
                      <a:lnTo>
                        <a:pt x="2227" y="1019"/>
                      </a:lnTo>
                      <a:lnTo>
                        <a:pt x="2231" y="1115"/>
                      </a:lnTo>
                      <a:lnTo>
                        <a:pt x="2227" y="1210"/>
                      </a:lnTo>
                      <a:lnTo>
                        <a:pt x="2215" y="1305"/>
                      </a:lnTo>
                      <a:lnTo>
                        <a:pt x="2195" y="1396"/>
                      </a:lnTo>
                      <a:lnTo>
                        <a:pt x="2169" y="1484"/>
                      </a:lnTo>
                      <a:lnTo>
                        <a:pt x="2134" y="1569"/>
                      </a:lnTo>
                      <a:lnTo>
                        <a:pt x="2094" y="1652"/>
                      </a:lnTo>
                      <a:lnTo>
                        <a:pt x="2047" y="1729"/>
                      </a:lnTo>
                      <a:lnTo>
                        <a:pt x="1995" y="1802"/>
                      </a:lnTo>
                      <a:lnTo>
                        <a:pt x="1936" y="1871"/>
                      </a:lnTo>
                      <a:lnTo>
                        <a:pt x="1872" y="1935"/>
                      </a:lnTo>
                      <a:lnTo>
                        <a:pt x="1803" y="1993"/>
                      </a:lnTo>
                      <a:lnTo>
                        <a:pt x="1730" y="2045"/>
                      </a:lnTo>
                      <a:lnTo>
                        <a:pt x="1653" y="2093"/>
                      </a:lnTo>
                      <a:lnTo>
                        <a:pt x="1571" y="2133"/>
                      </a:lnTo>
                      <a:lnTo>
                        <a:pt x="1486" y="2167"/>
                      </a:lnTo>
                      <a:lnTo>
                        <a:pt x="1398" y="2194"/>
                      </a:lnTo>
                      <a:lnTo>
                        <a:pt x="1306" y="2214"/>
                      </a:lnTo>
                      <a:lnTo>
                        <a:pt x="1212" y="2226"/>
                      </a:lnTo>
                      <a:lnTo>
                        <a:pt x="1116" y="2230"/>
                      </a:lnTo>
                      <a:lnTo>
                        <a:pt x="1021" y="2226"/>
                      </a:lnTo>
                      <a:lnTo>
                        <a:pt x="926" y="2214"/>
                      </a:lnTo>
                      <a:lnTo>
                        <a:pt x="835" y="2194"/>
                      </a:lnTo>
                      <a:lnTo>
                        <a:pt x="747" y="2167"/>
                      </a:lnTo>
                      <a:lnTo>
                        <a:pt x="662" y="2133"/>
                      </a:lnTo>
                      <a:lnTo>
                        <a:pt x="580" y="2093"/>
                      </a:lnTo>
                      <a:lnTo>
                        <a:pt x="502" y="2045"/>
                      </a:lnTo>
                      <a:lnTo>
                        <a:pt x="429" y="1993"/>
                      </a:lnTo>
                      <a:lnTo>
                        <a:pt x="360" y="1935"/>
                      </a:lnTo>
                      <a:lnTo>
                        <a:pt x="296" y="1871"/>
                      </a:lnTo>
                      <a:lnTo>
                        <a:pt x="238" y="1802"/>
                      </a:lnTo>
                      <a:lnTo>
                        <a:pt x="185" y="1729"/>
                      </a:lnTo>
                      <a:lnTo>
                        <a:pt x="138" y="1652"/>
                      </a:lnTo>
                      <a:lnTo>
                        <a:pt x="97" y="1569"/>
                      </a:lnTo>
                      <a:lnTo>
                        <a:pt x="63" y="1484"/>
                      </a:lnTo>
                      <a:lnTo>
                        <a:pt x="36" y="1396"/>
                      </a:lnTo>
                      <a:lnTo>
                        <a:pt x="16" y="1305"/>
                      </a:lnTo>
                      <a:lnTo>
                        <a:pt x="4" y="1210"/>
                      </a:lnTo>
                      <a:lnTo>
                        <a:pt x="0" y="1115"/>
                      </a:lnTo>
                      <a:lnTo>
                        <a:pt x="4" y="1019"/>
                      </a:lnTo>
                      <a:lnTo>
                        <a:pt x="16" y="925"/>
                      </a:lnTo>
                      <a:lnTo>
                        <a:pt x="36" y="833"/>
                      </a:lnTo>
                      <a:lnTo>
                        <a:pt x="63" y="745"/>
                      </a:lnTo>
                      <a:lnTo>
                        <a:pt x="97" y="660"/>
                      </a:lnTo>
                      <a:lnTo>
                        <a:pt x="138" y="578"/>
                      </a:lnTo>
                      <a:lnTo>
                        <a:pt x="185" y="501"/>
                      </a:lnTo>
                      <a:lnTo>
                        <a:pt x="238" y="428"/>
                      </a:lnTo>
                      <a:lnTo>
                        <a:pt x="296" y="359"/>
                      </a:lnTo>
                      <a:lnTo>
                        <a:pt x="360" y="295"/>
                      </a:lnTo>
                      <a:lnTo>
                        <a:pt x="429" y="236"/>
                      </a:lnTo>
                      <a:lnTo>
                        <a:pt x="502" y="184"/>
                      </a:lnTo>
                      <a:lnTo>
                        <a:pt x="580" y="137"/>
                      </a:lnTo>
                      <a:lnTo>
                        <a:pt x="662" y="97"/>
                      </a:lnTo>
                      <a:lnTo>
                        <a:pt x="747" y="62"/>
                      </a:lnTo>
                      <a:lnTo>
                        <a:pt x="835" y="36"/>
                      </a:lnTo>
                      <a:lnTo>
                        <a:pt x="926" y="16"/>
                      </a:lnTo>
                      <a:lnTo>
                        <a:pt x="1021" y="4"/>
                      </a:lnTo>
                      <a:lnTo>
                        <a:pt x="1116"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47" name="Freeform 10">
                  <a:extLst>
                    <a:ext uri="{FF2B5EF4-FFF2-40B4-BE49-F238E27FC236}">
                      <a16:creationId xmlns:a16="http://schemas.microsoft.com/office/drawing/2014/main" id="{5825F659-ACBB-1746-AE6E-B4CCDC3F5E36}"/>
                    </a:ext>
                  </a:extLst>
                </p:cNvPr>
                <p:cNvSpPr>
                  <a:spLocks/>
                </p:cNvSpPr>
                <p:nvPr/>
              </p:nvSpPr>
              <p:spPr bwMode="auto">
                <a:xfrm>
                  <a:off x="6163473" y="5494496"/>
                  <a:ext cx="26923" cy="26923"/>
                </a:xfrm>
                <a:custGeom>
                  <a:avLst/>
                  <a:gdLst/>
                  <a:ahLst/>
                  <a:cxnLst>
                    <a:cxn ang="0">
                      <a:pos x="282" y="0"/>
                    </a:cxn>
                    <a:cxn ang="0">
                      <a:pos x="326" y="4"/>
                    </a:cxn>
                    <a:cxn ang="0">
                      <a:pos x="368" y="14"/>
                    </a:cxn>
                    <a:cxn ang="0">
                      <a:pos x="410" y="30"/>
                    </a:cxn>
                    <a:cxn ang="0">
                      <a:pos x="447" y="54"/>
                    </a:cxn>
                    <a:cxn ang="0">
                      <a:pos x="481" y="82"/>
                    </a:cxn>
                    <a:cxn ang="0">
                      <a:pos x="509" y="117"/>
                    </a:cxn>
                    <a:cxn ang="0">
                      <a:pos x="533" y="154"/>
                    </a:cxn>
                    <a:cxn ang="0">
                      <a:pos x="549" y="195"/>
                    </a:cxn>
                    <a:cxn ang="0">
                      <a:pos x="560" y="238"/>
                    </a:cxn>
                    <a:cxn ang="0">
                      <a:pos x="564" y="282"/>
                    </a:cxn>
                    <a:cxn ang="0">
                      <a:pos x="560" y="325"/>
                    </a:cxn>
                    <a:cxn ang="0">
                      <a:pos x="549" y="369"/>
                    </a:cxn>
                    <a:cxn ang="0">
                      <a:pos x="533" y="409"/>
                    </a:cxn>
                    <a:cxn ang="0">
                      <a:pos x="509" y="448"/>
                    </a:cxn>
                    <a:cxn ang="0">
                      <a:pos x="481" y="481"/>
                    </a:cxn>
                    <a:cxn ang="0">
                      <a:pos x="447" y="510"/>
                    </a:cxn>
                    <a:cxn ang="0">
                      <a:pos x="410" y="533"/>
                    </a:cxn>
                    <a:cxn ang="0">
                      <a:pos x="368" y="550"/>
                    </a:cxn>
                    <a:cxn ang="0">
                      <a:pos x="326" y="559"/>
                    </a:cxn>
                    <a:cxn ang="0">
                      <a:pos x="282" y="563"/>
                    </a:cxn>
                    <a:cxn ang="0">
                      <a:pos x="245" y="561"/>
                    </a:cxn>
                    <a:cxn ang="0">
                      <a:pos x="209" y="554"/>
                    </a:cxn>
                    <a:cxn ang="0">
                      <a:pos x="174" y="542"/>
                    </a:cxn>
                    <a:cxn ang="0">
                      <a:pos x="141" y="526"/>
                    </a:cxn>
                    <a:cxn ang="0">
                      <a:pos x="111" y="505"/>
                    </a:cxn>
                    <a:cxn ang="0">
                      <a:pos x="83" y="481"/>
                    </a:cxn>
                    <a:cxn ang="0">
                      <a:pos x="59" y="453"/>
                    </a:cxn>
                    <a:cxn ang="0">
                      <a:pos x="38" y="422"/>
                    </a:cxn>
                    <a:cxn ang="0">
                      <a:pos x="22" y="389"/>
                    </a:cxn>
                    <a:cxn ang="0">
                      <a:pos x="10" y="355"/>
                    </a:cxn>
                    <a:cxn ang="0">
                      <a:pos x="3" y="319"/>
                    </a:cxn>
                    <a:cxn ang="0">
                      <a:pos x="0" y="282"/>
                    </a:cxn>
                    <a:cxn ang="0">
                      <a:pos x="4" y="238"/>
                    </a:cxn>
                    <a:cxn ang="0">
                      <a:pos x="14" y="195"/>
                    </a:cxn>
                    <a:cxn ang="0">
                      <a:pos x="31" y="154"/>
                    </a:cxn>
                    <a:cxn ang="0">
                      <a:pos x="54" y="117"/>
                    </a:cxn>
                    <a:cxn ang="0">
                      <a:pos x="83" y="82"/>
                    </a:cxn>
                    <a:cxn ang="0">
                      <a:pos x="116" y="54"/>
                    </a:cxn>
                    <a:cxn ang="0">
                      <a:pos x="155" y="30"/>
                    </a:cxn>
                    <a:cxn ang="0">
                      <a:pos x="194" y="14"/>
                    </a:cxn>
                    <a:cxn ang="0">
                      <a:pos x="238" y="4"/>
                    </a:cxn>
                    <a:cxn ang="0">
                      <a:pos x="282" y="0"/>
                    </a:cxn>
                  </a:cxnLst>
                  <a:rect l="0" t="0" r="r" b="b"/>
                  <a:pathLst>
                    <a:path w="564" h="563">
                      <a:moveTo>
                        <a:pt x="282" y="0"/>
                      </a:moveTo>
                      <a:lnTo>
                        <a:pt x="326" y="4"/>
                      </a:lnTo>
                      <a:lnTo>
                        <a:pt x="368" y="14"/>
                      </a:lnTo>
                      <a:lnTo>
                        <a:pt x="410" y="30"/>
                      </a:lnTo>
                      <a:lnTo>
                        <a:pt x="447" y="54"/>
                      </a:lnTo>
                      <a:lnTo>
                        <a:pt x="481" y="82"/>
                      </a:lnTo>
                      <a:lnTo>
                        <a:pt x="509" y="117"/>
                      </a:lnTo>
                      <a:lnTo>
                        <a:pt x="533" y="154"/>
                      </a:lnTo>
                      <a:lnTo>
                        <a:pt x="549" y="195"/>
                      </a:lnTo>
                      <a:lnTo>
                        <a:pt x="560" y="238"/>
                      </a:lnTo>
                      <a:lnTo>
                        <a:pt x="564" y="282"/>
                      </a:lnTo>
                      <a:lnTo>
                        <a:pt x="560" y="325"/>
                      </a:lnTo>
                      <a:lnTo>
                        <a:pt x="549" y="369"/>
                      </a:lnTo>
                      <a:lnTo>
                        <a:pt x="533" y="409"/>
                      </a:lnTo>
                      <a:lnTo>
                        <a:pt x="509" y="448"/>
                      </a:lnTo>
                      <a:lnTo>
                        <a:pt x="481" y="481"/>
                      </a:lnTo>
                      <a:lnTo>
                        <a:pt x="447" y="510"/>
                      </a:lnTo>
                      <a:lnTo>
                        <a:pt x="410" y="533"/>
                      </a:lnTo>
                      <a:lnTo>
                        <a:pt x="368" y="550"/>
                      </a:lnTo>
                      <a:lnTo>
                        <a:pt x="326" y="559"/>
                      </a:lnTo>
                      <a:lnTo>
                        <a:pt x="282" y="563"/>
                      </a:lnTo>
                      <a:lnTo>
                        <a:pt x="245" y="561"/>
                      </a:lnTo>
                      <a:lnTo>
                        <a:pt x="209" y="554"/>
                      </a:lnTo>
                      <a:lnTo>
                        <a:pt x="174" y="542"/>
                      </a:lnTo>
                      <a:lnTo>
                        <a:pt x="141" y="526"/>
                      </a:lnTo>
                      <a:lnTo>
                        <a:pt x="111" y="505"/>
                      </a:lnTo>
                      <a:lnTo>
                        <a:pt x="83" y="481"/>
                      </a:lnTo>
                      <a:lnTo>
                        <a:pt x="59" y="453"/>
                      </a:lnTo>
                      <a:lnTo>
                        <a:pt x="38" y="422"/>
                      </a:lnTo>
                      <a:lnTo>
                        <a:pt x="22" y="389"/>
                      </a:lnTo>
                      <a:lnTo>
                        <a:pt x="10" y="355"/>
                      </a:lnTo>
                      <a:lnTo>
                        <a:pt x="3" y="319"/>
                      </a:lnTo>
                      <a:lnTo>
                        <a:pt x="0" y="282"/>
                      </a:lnTo>
                      <a:lnTo>
                        <a:pt x="4" y="238"/>
                      </a:lnTo>
                      <a:lnTo>
                        <a:pt x="14" y="195"/>
                      </a:lnTo>
                      <a:lnTo>
                        <a:pt x="31" y="154"/>
                      </a:lnTo>
                      <a:lnTo>
                        <a:pt x="54" y="117"/>
                      </a:lnTo>
                      <a:lnTo>
                        <a:pt x="83" y="82"/>
                      </a:lnTo>
                      <a:lnTo>
                        <a:pt x="116" y="54"/>
                      </a:lnTo>
                      <a:lnTo>
                        <a:pt x="155" y="30"/>
                      </a:lnTo>
                      <a:lnTo>
                        <a:pt x="194" y="14"/>
                      </a:lnTo>
                      <a:lnTo>
                        <a:pt x="238" y="4"/>
                      </a:lnTo>
                      <a:lnTo>
                        <a:pt x="282"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grpSp>
          <p:nvGrpSpPr>
            <p:cNvPr id="34" name="Grupo 139">
              <a:extLst>
                <a:ext uri="{FF2B5EF4-FFF2-40B4-BE49-F238E27FC236}">
                  <a16:creationId xmlns:a16="http://schemas.microsoft.com/office/drawing/2014/main" id="{0234F8A0-4F76-424B-A013-B8FD0FEF1EF1}"/>
                </a:ext>
              </a:extLst>
            </p:cNvPr>
            <p:cNvGrpSpPr/>
            <p:nvPr/>
          </p:nvGrpSpPr>
          <p:grpSpPr>
            <a:xfrm>
              <a:off x="11231679" y="11388591"/>
              <a:ext cx="569609" cy="569609"/>
              <a:chOff x="5237549" y="5269647"/>
              <a:chExt cx="569609" cy="569609"/>
            </a:xfrm>
          </p:grpSpPr>
          <p:sp>
            <p:nvSpPr>
              <p:cNvPr id="41" name="Elipse 140">
                <a:extLst>
                  <a:ext uri="{FF2B5EF4-FFF2-40B4-BE49-F238E27FC236}">
                    <a16:creationId xmlns:a16="http://schemas.microsoft.com/office/drawing/2014/main" id="{6D96E535-4A99-7645-9AE4-35FC62C238DC}"/>
                  </a:ext>
                </a:extLst>
              </p:cNvPr>
              <p:cNvSpPr/>
              <p:nvPr/>
            </p:nvSpPr>
            <p:spPr>
              <a:xfrm>
                <a:off x="5237549"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sp>
            <p:nvSpPr>
              <p:cNvPr id="42" name="Freeform 18">
                <a:extLst>
                  <a:ext uri="{FF2B5EF4-FFF2-40B4-BE49-F238E27FC236}">
                    <a16:creationId xmlns:a16="http://schemas.microsoft.com/office/drawing/2014/main" id="{7CCFCF54-0210-3749-BAB8-7BDC9BBB3088}"/>
                  </a:ext>
                </a:extLst>
              </p:cNvPr>
              <p:cNvSpPr>
                <a:spLocks/>
              </p:cNvSpPr>
              <p:nvPr/>
            </p:nvSpPr>
            <p:spPr bwMode="auto">
              <a:xfrm>
                <a:off x="5470839" y="5454641"/>
                <a:ext cx="103031" cy="199622"/>
              </a:xfrm>
              <a:custGeom>
                <a:avLst/>
                <a:gdLst>
                  <a:gd name="T0" fmla="*/ 27 w 27"/>
                  <a:gd name="T1" fmla="*/ 8 h 52"/>
                  <a:gd name="T2" fmla="*/ 22 w 27"/>
                  <a:gd name="T3" fmla="*/ 8 h 52"/>
                  <a:gd name="T4" fmla="*/ 18 w 27"/>
                  <a:gd name="T5" fmla="*/ 13 h 52"/>
                  <a:gd name="T6" fmla="*/ 18 w 27"/>
                  <a:gd name="T7" fmla="*/ 19 h 52"/>
                  <a:gd name="T8" fmla="*/ 27 w 27"/>
                  <a:gd name="T9" fmla="*/ 19 h 52"/>
                  <a:gd name="T10" fmla="*/ 25 w 27"/>
                  <a:gd name="T11" fmla="*/ 28 h 52"/>
                  <a:gd name="T12" fmla="*/ 18 w 27"/>
                  <a:gd name="T13" fmla="*/ 28 h 52"/>
                  <a:gd name="T14" fmla="*/ 18 w 27"/>
                  <a:gd name="T15" fmla="*/ 52 h 52"/>
                  <a:gd name="T16" fmla="*/ 8 w 27"/>
                  <a:gd name="T17" fmla="*/ 52 h 52"/>
                  <a:gd name="T18" fmla="*/ 8 w 27"/>
                  <a:gd name="T19" fmla="*/ 28 h 52"/>
                  <a:gd name="T20" fmla="*/ 0 w 27"/>
                  <a:gd name="T21" fmla="*/ 28 h 52"/>
                  <a:gd name="T22" fmla="*/ 0 w 27"/>
                  <a:gd name="T23" fmla="*/ 19 h 52"/>
                  <a:gd name="T24" fmla="*/ 8 w 27"/>
                  <a:gd name="T25" fmla="*/ 19 h 52"/>
                  <a:gd name="T26" fmla="*/ 8 w 27"/>
                  <a:gd name="T27" fmla="*/ 12 h 52"/>
                  <a:gd name="T28" fmla="*/ 20 w 27"/>
                  <a:gd name="T29" fmla="*/ 0 h 52"/>
                  <a:gd name="T30" fmla="*/ 27 w 27"/>
                  <a:gd name="T31" fmla="*/ 0 h 52"/>
                  <a:gd name="T32" fmla="*/ 27 w 27"/>
                  <a:gd name="T33" fmla="*/ 8 h 52"/>
                  <a:gd name="T34" fmla="*/ 27 w 27"/>
                  <a:gd name="T35"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 h="52">
                    <a:moveTo>
                      <a:pt x="27" y="8"/>
                    </a:moveTo>
                    <a:cubicBezTo>
                      <a:pt x="22" y="8"/>
                      <a:pt x="22" y="8"/>
                      <a:pt x="22" y="8"/>
                    </a:cubicBezTo>
                    <a:cubicBezTo>
                      <a:pt x="18" y="8"/>
                      <a:pt x="18" y="11"/>
                      <a:pt x="18" y="13"/>
                    </a:cubicBezTo>
                    <a:cubicBezTo>
                      <a:pt x="18" y="19"/>
                      <a:pt x="18" y="19"/>
                      <a:pt x="18" y="19"/>
                    </a:cubicBezTo>
                    <a:cubicBezTo>
                      <a:pt x="27" y="19"/>
                      <a:pt x="27" y="19"/>
                      <a:pt x="27" y="19"/>
                    </a:cubicBezTo>
                    <a:cubicBezTo>
                      <a:pt x="25" y="28"/>
                      <a:pt x="25" y="28"/>
                      <a:pt x="25" y="28"/>
                    </a:cubicBezTo>
                    <a:cubicBezTo>
                      <a:pt x="18" y="28"/>
                      <a:pt x="18" y="28"/>
                      <a:pt x="18" y="28"/>
                    </a:cubicBezTo>
                    <a:cubicBezTo>
                      <a:pt x="18" y="52"/>
                      <a:pt x="18" y="52"/>
                      <a:pt x="18" y="52"/>
                    </a:cubicBezTo>
                    <a:cubicBezTo>
                      <a:pt x="8" y="52"/>
                      <a:pt x="8" y="52"/>
                      <a:pt x="8" y="52"/>
                    </a:cubicBezTo>
                    <a:cubicBezTo>
                      <a:pt x="8" y="28"/>
                      <a:pt x="8" y="28"/>
                      <a:pt x="8" y="28"/>
                    </a:cubicBezTo>
                    <a:cubicBezTo>
                      <a:pt x="0" y="28"/>
                      <a:pt x="0" y="28"/>
                      <a:pt x="0" y="28"/>
                    </a:cubicBezTo>
                    <a:cubicBezTo>
                      <a:pt x="0" y="19"/>
                      <a:pt x="0" y="19"/>
                      <a:pt x="0" y="19"/>
                    </a:cubicBezTo>
                    <a:cubicBezTo>
                      <a:pt x="8" y="19"/>
                      <a:pt x="8" y="19"/>
                      <a:pt x="8" y="19"/>
                    </a:cubicBezTo>
                    <a:cubicBezTo>
                      <a:pt x="8" y="12"/>
                      <a:pt x="8" y="12"/>
                      <a:pt x="8" y="12"/>
                    </a:cubicBezTo>
                    <a:cubicBezTo>
                      <a:pt x="8" y="4"/>
                      <a:pt x="13" y="0"/>
                      <a:pt x="20" y="0"/>
                    </a:cubicBezTo>
                    <a:cubicBezTo>
                      <a:pt x="23" y="0"/>
                      <a:pt x="26" y="0"/>
                      <a:pt x="27" y="0"/>
                    </a:cubicBezTo>
                    <a:cubicBezTo>
                      <a:pt x="27" y="8"/>
                      <a:pt x="27" y="8"/>
                      <a:pt x="27" y="8"/>
                    </a:cubicBezTo>
                    <a:cubicBezTo>
                      <a:pt x="27" y="8"/>
                      <a:pt x="27" y="8"/>
                      <a:pt x="27" y="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nvGrpSpPr>
            <p:cNvPr id="35" name="Group 34">
              <a:extLst>
                <a:ext uri="{FF2B5EF4-FFF2-40B4-BE49-F238E27FC236}">
                  <a16:creationId xmlns:a16="http://schemas.microsoft.com/office/drawing/2014/main" id="{4FF30C53-E7AF-474D-83A5-6E3FA22B8B04}"/>
                </a:ext>
              </a:extLst>
            </p:cNvPr>
            <p:cNvGrpSpPr/>
            <p:nvPr userDrawn="1"/>
          </p:nvGrpSpPr>
          <p:grpSpPr>
            <a:xfrm>
              <a:off x="13259197" y="11388591"/>
              <a:ext cx="569609" cy="569609"/>
              <a:chOff x="13259197" y="11388591"/>
              <a:chExt cx="569609" cy="569609"/>
            </a:xfrm>
          </p:grpSpPr>
          <p:sp>
            <p:nvSpPr>
              <p:cNvPr id="36" name="Elipse 147">
                <a:extLst>
                  <a:ext uri="{FF2B5EF4-FFF2-40B4-BE49-F238E27FC236}">
                    <a16:creationId xmlns:a16="http://schemas.microsoft.com/office/drawing/2014/main" id="{C282F1BF-FE4D-574F-ACE6-E44CC0A91FF1}"/>
                  </a:ext>
                </a:extLst>
              </p:cNvPr>
              <p:cNvSpPr/>
              <p:nvPr/>
            </p:nvSpPr>
            <p:spPr>
              <a:xfrm>
                <a:off x="13259197" y="11388591"/>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b="0">
                  <a:latin typeface="Century Gothic" panose="020B0502020202020204" pitchFamily="34" charset="0"/>
                </a:endParaRPr>
              </a:p>
            </p:txBody>
          </p:sp>
          <p:grpSp>
            <p:nvGrpSpPr>
              <p:cNvPr id="37" name="Group 36">
                <a:extLst>
                  <a:ext uri="{FF2B5EF4-FFF2-40B4-BE49-F238E27FC236}">
                    <a16:creationId xmlns:a16="http://schemas.microsoft.com/office/drawing/2014/main" id="{047E5442-0F6E-BF46-B675-7EE75647CE20}"/>
                  </a:ext>
                </a:extLst>
              </p:cNvPr>
              <p:cNvGrpSpPr/>
              <p:nvPr userDrawn="1"/>
            </p:nvGrpSpPr>
            <p:grpSpPr>
              <a:xfrm>
                <a:off x="13441519" y="11573870"/>
                <a:ext cx="217778" cy="204965"/>
                <a:chOff x="13441519" y="11573870"/>
                <a:chExt cx="217778" cy="204965"/>
              </a:xfrm>
              <a:solidFill>
                <a:schemeClr val="accent3"/>
              </a:solidFill>
            </p:grpSpPr>
            <p:sp>
              <p:nvSpPr>
                <p:cNvPr id="38" name="Freeform 37">
                  <a:extLst>
                    <a:ext uri="{FF2B5EF4-FFF2-40B4-BE49-F238E27FC236}">
                      <a16:creationId xmlns:a16="http://schemas.microsoft.com/office/drawing/2014/main" id="{83E57660-185B-ED44-8E4D-9256FBF39E21}"/>
                    </a:ext>
                  </a:extLst>
                </p:cNvPr>
                <p:cNvSpPr/>
                <p:nvPr userDrawn="1"/>
              </p:nvSpPr>
              <p:spPr>
                <a:xfrm>
                  <a:off x="13441519" y="11573870"/>
                  <a:ext cx="51045" cy="51306"/>
                </a:xfrm>
                <a:custGeom>
                  <a:avLst/>
                  <a:gdLst>
                    <a:gd name="connsiteX0" fmla="*/ 25522 w 51045"/>
                    <a:gd name="connsiteY0" fmla="*/ 0 h 51306"/>
                    <a:gd name="connsiteX1" fmla="*/ 51045 w 51045"/>
                    <a:gd name="connsiteY1" fmla="*/ 25653 h 51306"/>
                    <a:gd name="connsiteX2" fmla="*/ 25522 w 51045"/>
                    <a:gd name="connsiteY2" fmla="*/ 51306 h 51306"/>
                    <a:gd name="connsiteX3" fmla="*/ 0 w 51045"/>
                    <a:gd name="connsiteY3" fmla="*/ 25653 h 51306"/>
                    <a:gd name="connsiteX4" fmla="*/ 25522 w 51045"/>
                    <a:gd name="connsiteY4" fmla="*/ 0 h 51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45" h="51306">
                      <a:moveTo>
                        <a:pt x="25522" y="0"/>
                      </a:moveTo>
                      <a:cubicBezTo>
                        <a:pt x="39615" y="0"/>
                        <a:pt x="51045" y="11482"/>
                        <a:pt x="51045" y="25653"/>
                      </a:cubicBezTo>
                      <a:cubicBezTo>
                        <a:pt x="51045" y="39824"/>
                        <a:pt x="39615" y="51306"/>
                        <a:pt x="25522" y="51306"/>
                      </a:cubicBezTo>
                      <a:cubicBezTo>
                        <a:pt x="11430" y="51306"/>
                        <a:pt x="0" y="39824"/>
                        <a:pt x="0" y="25653"/>
                      </a:cubicBezTo>
                      <a:cubicBezTo>
                        <a:pt x="0" y="11482"/>
                        <a:pt x="11430" y="0"/>
                        <a:pt x="2552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sp>
              <p:nvSpPr>
                <p:cNvPr id="39" name="Freeform 38">
                  <a:extLst>
                    <a:ext uri="{FF2B5EF4-FFF2-40B4-BE49-F238E27FC236}">
                      <a16:creationId xmlns:a16="http://schemas.microsoft.com/office/drawing/2014/main" id="{FFB192F1-9301-D24B-890E-CE860E7CB720}"/>
                    </a:ext>
                  </a:extLst>
                </p:cNvPr>
                <p:cNvSpPr/>
                <p:nvPr userDrawn="1"/>
              </p:nvSpPr>
              <p:spPr>
                <a:xfrm>
                  <a:off x="13441519" y="11637729"/>
                  <a:ext cx="51045" cy="141106"/>
                </a:xfrm>
                <a:custGeom>
                  <a:avLst/>
                  <a:gdLst>
                    <a:gd name="connsiteX0" fmla="*/ 0 w 51045"/>
                    <a:gd name="connsiteY0" fmla="*/ 0 h 141106"/>
                    <a:gd name="connsiteX1" fmla="*/ 51045 w 51045"/>
                    <a:gd name="connsiteY1" fmla="*/ 0 h 141106"/>
                    <a:gd name="connsiteX2" fmla="*/ 51045 w 51045"/>
                    <a:gd name="connsiteY2" fmla="*/ 141106 h 141106"/>
                    <a:gd name="connsiteX3" fmla="*/ 0 w 51045"/>
                    <a:gd name="connsiteY3" fmla="*/ 141106 h 141106"/>
                    <a:gd name="connsiteX4" fmla="*/ 0 w 51045"/>
                    <a:gd name="connsiteY4" fmla="*/ 0 h 141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45" h="141106">
                      <a:moveTo>
                        <a:pt x="0" y="0"/>
                      </a:moveTo>
                      <a:lnTo>
                        <a:pt x="51045" y="0"/>
                      </a:lnTo>
                      <a:lnTo>
                        <a:pt x="51045" y="141106"/>
                      </a:lnTo>
                      <a:lnTo>
                        <a:pt x="0" y="141106"/>
                      </a:lnTo>
                      <a:cubicBezTo>
                        <a:pt x="0" y="141106"/>
                        <a:pt x="0" y="0"/>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sp>
              <p:nvSpPr>
                <p:cNvPr id="40" name="Freeform 39">
                  <a:extLst>
                    <a:ext uri="{FF2B5EF4-FFF2-40B4-BE49-F238E27FC236}">
                      <a16:creationId xmlns:a16="http://schemas.microsoft.com/office/drawing/2014/main" id="{0A9CD716-D6FD-724C-B4D7-CBAF97A1BB4B}"/>
                    </a:ext>
                  </a:extLst>
                </p:cNvPr>
                <p:cNvSpPr/>
                <p:nvPr userDrawn="1"/>
              </p:nvSpPr>
              <p:spPr>
                <a:xfrm>
                  <a:off x="13518373" y="11637729"/>
                  <a:ext cx="140924" cy="141106"/>
                </a:xfrm>
                <a:custGeom>
                  <a:avLst/>
                  <a:gdLst>
                    <a:gd name="connsiteX0" fmla="*/ 94263 w 140924"/>
                    <a:gd name="connsiteY0" fmla="*/ 0 h 141106"/>
                    <a:gd name="connsiteX1" fmla="*/ 140924 w 140924"/>
                    <a:gd name="connsiteY1" fmla="*/ 64251 h 141106"/>
                    <a:gd name="connsiteX2" fmla="*/ 140924 w 140924"/>
                    <a:gd name="connsiteY2" fmla="*/ 141106 h 141106"/>
                    <a:gd name="connsiteX3" fmla="*/ 89696 w 140924"/>
                    <a:gd name="connsiteY3" fmla="*/ 141106 h 141106"/>
                    <a:gd name="connsiteX4" fmla="*/ 89696 w 140924"/>
                    <a:gd name="connsiteY4" fmla="*/ 64251 h 141106"/>
                    <a:gd name="connsiteX5" fmla="*/ 73020 w 140924"/>
                    <a:gd name="connsiteY5" fmla="*/ 38441 h 141106"/>
                    <a:gd name="connsiteX6" fmla="*/ 51255 w 140924"/>
                    <a:gd name="connsiteY6" fmla="*/ 64251 h 141106"/>
                    <a:gd name="connsiteX7" fmla="*/ 51255 w 140924"/>
                    <a:gd name="connsiteY7" fmla="*/ 141106 h 141106"/>
                    <a:gd name="connsiteX8" fmla="*/ 0 w 140924"/>
                    <a:gd name="connsiteY8" fmla="*/ 141106 h 141106"/>
                    <a:gd name="connsiteX9" fmla="*/ 0 w 140924"/>
                    <a:gd name="connsiteY9" fmla="*/ 183 h 141106"/>
                    <a:gd name="connsiteX10" fmla="*/ 51255 w 140924"/>
                    <a:gd name="connsiteY10" fmla="*/ 183 h 141106"/>
                    <a:gd name="connsiteX11" fmla="*/ 51203 w 140924"/>
                    <a:gd name="connsiteY11" fmla="*/ 22861 h 141106"/>
                    <a:gd name="connsiteX12" fmla="*/ 94263 w 140924"/>
                    <a:gd name="connsiteY12" fmla="*/ 0 h 141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924" h="141106">
                      <a:moveTo>
                        <a:pt x="94263" y="0"/>
                      </a:moveTo>
                      <a:cubicBezTo>
                        <a:pt x="123491" y="0"/>
                        <a:pt x="140924" y="24140"/>
                        <a:pt x="140924" y="64251"/>
                      </a:cubicBezTo>
                      <a:lnTo>
                        <a:pt x="140924" y="141106"/>
                      </a:lnTo>
                      <a:lnTo>
                        <a:pt x="89696" y="141106"/>
                      </a:lnTo>
                      <a:lnTo>
                        <a:pt x="89696" y="64251"/>
                      </a:lnTo>
                      <a:cubicBezTo>
                        <a:pt x="89696" y="49897"/>
                        <a:pt x="85285" y="38441"/>
                        <a:pt x="73020" y="38441"/>
                      </a:cubicBezTo>
                      <a:cubicBezTo>
                        <a:pt x="51255" y="38441"/>
                        <a:pt x="51255" y="64251"/>
                        <a:pt x="51255" y="64251"/>
                      </a:cubicBezTo>
                      <a:lnTo>
                        <a:pt x="51255" y="141106"/>
                      </a:lnTo>
                      <a:lnTo>
                        <a:pt x="0" y="141106"/>
                      </a:lnTo>
                      <a:lnTo>
                        <a:pt x="0" y="183"/>
                      </a:lnTo>
                      <a:lnTo>
                        <a:pt x="51255" y="183"/>
                      </a:lnTo>
                      <a:lnTo>
                        <a:pt x="51203" y="22861"/>
                      </a:lnTo>
                      <a:cubicBezTo>
                        <a:pt x="51203" y="22861"/>
                        <a:pt x="56291" y="0"/>
                        <a:pt x="9426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grpSp>
        </p:grpSp>
      </p:grpSp>
      <p:sp>
        <p:nvSpPr>
          <p:cNvPr id="50" name="CuadroTexto 1">
            <a:extLst>
              <a:ext uri="{FF2B5EF4-FFF2-40B4-BE49-F238E27FC236}">
                <a16:creationId xmlns:a16="http://schemas.microsoft.com/office/drawing/2014/main" id="{24CC1656-1037-F149-866A-90003F5818F6}"/>
              </a:ext>
            </a:extLst>
          </p:cNvPr>
          <p:cNvSpPr txBox="1"/>
          <p:nvPr userDrawn="1"/>
        </p:nvSpPr>
        <p:spPr>
          <a:xfrm>
            <a:off x="2552784" y="1217140"/>
            <a:ext cx="7086428" cy="769441"/>
          </a:xfrm>
          <a:prstGeom prst="rect">
            <a:avLst/>
          </a:prstGeom>
          <a:noFill/>
        </p:spPr>
        <p:txBody>
          <a:bodyPr wrap="square" rtlCol="0">
            <a:spAutoFit/>
          </a:bodyPr>
          <a:lstStyle/>
          <a:p>
            <a:pPr algn="ctr"/>
            <a:r>
              <a:rPr lang="en-US" sz="4400" b="1">
                <a:solidFill>
                  <a:schemeClr val="bg1"/>
                </a:solidFill>
                <a:latin typeface="Century Gothic" panose="020B0502020202020204" pitchFamily="34" charset="0"/>
              </a:rPr>
              <a:t>MUCHAS GRACIAS</a:t>
            </a:r>
            <a:endParaRPr lang="es-ES_tradnl" sz="4400" b="1">
              <a:solidFill>
                <a:schemeClr val="bg1"/>
              </a:solidFill>
              <a:latin typeface="Century Gothic" panose="020B0502020202020204" pitchFamily="34" charset="0"/>
            </a:endParaRPr>
          </a:p>
        </p:txBody>
      </p:sp>
      <p:sp>
        <p:nvSpPr>
          <p:cNvPr id="51" name="CuadroTexto 23">
            <a:extLst>
              <a:ext uri="{FF2B5EF4-FFF2-40B4-BE49-F238E27FC236}">
                <a16:creationId xmlns:a16="http://schemas.microsoft.com/office/drawing/2014/main" id="{8748ADD5-A71C-664E-81D0-118A7B0E21F2}"/>
              </a:ext>
            </a:extLst>
          </p:cNvPr>
          <p:cNvSpPr txBox="1"/>
          <p:nvPr userDrawn="1"/>
        </p:nvSpPr>
        <p:spPr>
          <a:xfrm>
            <a:off x="2552784" y="2365703"/>
            <a:ext cx="7086428" cy="338554"/>
          </a:xfrm>
          <a:prstGeom prst="rect">
            <a:avLst/>
          </a:prstGeom>
          <a:noFill/>
        </p:spPr>
        <p:txBody>
          <a:bodyPr wrap="square" rtlCol="0">
            <a:spAutoFit/>
          </a:bodyPr>
          <a:lstStyle/>
          <a:p>
            <a:pPr lvl="0" algn="ctr"/>
            <a:r>
              <a:rPr lang="en-US" sz="1600" b="1">
                <a:solidFill>
                  <a:schemeClr val="accent1"/>
                </a:solidFill>
                <a:latin typeface="Century Gothic" panose="020B0502020202020204" pitchFamily="34" charset="0"/>
              </a:rPr>
              <a:t>NUESTRO PRINCIPIO DE CIUDADANÍA CMI</a:t>
            </a:r>
          </a:p>
        </p:txBody>
      </p:sp>
    </p:spTree>
    <p:extLst>
      <p:ext uri="{BB962C8B-B14F-4D97-AF65-F5344CB8AC3E}">
        <p14:creationId xmlns:p14="http://schemas.microsoft.com/office/powerpoint/2010/main" val="3502444514"/>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ierre 02 Principio de Ciudadania CMI">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0BD2C08-3A3D-0843-9F8F-BBAA638721EA}"/>
              </a:ext>
            </a:extLst>
          </p:cNvPr>
          <p:cNvGrpSpPr/>
          <p:nvPr userDrawn="1"/>
        </p:nvGrpSpPr>
        <p:grpSpPr>
          <a:xfrm>
            <a:off x="-1" y="0"/>
            <a:ext cx="12192001" cy="6860867"/>
            <a:chOff x="-2" y="0"/>
            <a:chExt cx="24382415" cy="13721733"/>
          </a:xfrm>
        </p:grpSpPr>
        <p:sp>
          <p:nvSpPr>
            <p:cNvPr id="54" name="Google Shape;386;p2">
              <a:extLst>
                <a:ext uri="{FF2B5EF4-FFF2-40B4-BE49-F238E27FC236}">
                  <a16:creationId xmlns:a16="http://schemas.microsoft.com/office/drawing/2014/main" id="{1C5F979B-5616-F74F-AB9E-C8C40C40A06A}"/>
                </a:ext>
              </a:extLst>
            </p:cNvPr>
            <p:cNvSpPr/>
            <p:nvPr userDrawn="1"/>
          </p:nvSpPr>
          <p:spPr>
            <a:xfrm>
              <a:off x="-1" y="0"/>
              <a:ext cx="24382414" cy="13721733"/>
            </a:xfrm>
            <a:prstGeom prst="rect">
              <a:avLst/>
            </a:prstGeom>
            <a:solidFill>
              <a:schemeClr val="tx1"/>
            </a:solidFill>
            <a:ln>
              <a:noFill/>
            </a:ln>
          </p:spPr>
          <p:txBody>
            <a:bodyPr spcFirstLastPara="1" wrap="square" lIns="68569" tIns="68569" rIns="68569" bIns="68569" anchor="ctr" anchorCtr="0">
              <a:noAutofit/>
            </a:bodyPr>
            <a:lstStyle/>
            <a:p>
              <a:pPr>
                <a:buSzPts val="1400"/>
              </a:pPr>
              <a:endParaRPr sz="900">
                <a:latin typeface="Century Gothic" panose="020B0502020202020204" pitchFamily="34" charset="0"/>
              </a:endParaRPr>
            </a:p>
          </p:txBody>
        </p:sp>
        <p:pic>
          <p:nvPicPr>
            <p:cNvPr id="55" name="Gráfico 29">
              <a:extLst>
                <a:ext uri="{FF2B5EF4-FFF2-40B4-BE49-F238E27FC236}">
                  <a16:creationId xmlns:a16="http://schemas.microsoft.com/office/drawing/2014/main" id="{162D7151-769F-6B4C-BC72-3C0C1DEE54D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9806" r="6022" b="12613"/>
            <a:stretch/>
          </p:blipFill>
          <p:spPr>
            <a:xfrm flipH="1">
              <a:off x="-2" y="1216"/>
              <a:ext cx="24382413" cy="13716000"/>
            </a:xfrm>
            <a:prstGeom prst="rect">
              <a:avLst/>
            </a:prstGeom>
          </p:spPr>
        </p:pic>
        <p:sp>
          <p:nvSpPr>
            <p:cNvPr id="56" name="AutoShape 5">
              <a:extLst>
                <a:ext uri="{FF2B5EF4-FFF2-40B4-BE49-F238E27FC236}">
                  <a16:creationId xmlns:a16="http://schemas.microsoft.com/office/drawing/2014/main" id="{61B098B3-B7D0-364D-857C-062A60936970}"/>
                </a:ext>
              </a:extLst>
            </p:cNvPr>
            <p:cNvSpPr>
              <a:spLocks noChangeAspect="1" noChangeArrowheads="1" noTextEdit="1"/>
            </p:cNvSpPr>
            <p:nvPr userDrawn="1"/>
          </p:nvSpPr>
          <p:spPr bwMode="auto">
            <a:xfrm>
              <a:off x="12087905" y="11673396"/>
              <a:ext cx="206602" cy="2081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nvGrpSpPr>
            <p:cNvPr id="57" name="Grupo 2">
              <a:extLst>
                <a:ext uri="{FF2B5EF4-FFF2-40B4-BE49-F238E27FC236}">
                  <a16:creationId xmlns:a16="http://schemas.microsoft.com/office/drawing/2014/main" id="{6B79ED54-A021-9447-BA6F-886561D23FD4}"/>
                </a:ext>
              </a:extLst>
            </p:cNvPr>
            <p:cNvGrpSpPr/>
            <p:nvPr userDrawn="1"/>
          </p:nvGrpSpPr>
          <p:grpSpPr>
            <a:xfrm>
              <a:off x="22272326" y="665312"/>
              <a:ext cx="1168254" cy="1168254"/>
              <a:chOff x="484021" y="1418770"/>
              <a:chExt cx="1506119" cy="1506119"/>
            </a:xfrm>
          </p:grpSpPr>
          <p:sp>
            <p:nvSpPr>
              <p:cNvPr id="58" name="Elipse 3">
                <a:extLst>
                  <a:ext uri="{FF2B5EF4-FFF2-40B4-BE49-F238E27FC236}">
                    <a16:creationId xmlns:a16="http://schemas.microsoft.com/office/drawing/2014/main" id="{3B1FBDD3-82B8-194F-AE1D-A9186AC65DB8}"/>
                  </a:ext>
                </a:extLst>
              </p:cNvPr>
              <p:cNvSpPr/>
              <p:nvPr/>
            </p:nvSpPr>
            <p:spPr>
              <a:xfrm>
                <a:off x="484021" y="1418770"/>
                <a:ext cx="1506119" cy="1506119"/>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pic>
            <p:nvPicPr>
              <p:cNvPr id="59" name="Imagen 4">
                <a:extLst>
                  <a:ext uri="{FF2B5EF4-FFF2-40B4-BE49-F238E27FC236}">
                    <a16:creationId xmlns:a16="http://schemas.microsoft.com/office/drawing/2014/main" id="{BD6A29E2-ED66-C744-BF7D-36618D9EE020}"/>
                  </a:ext>
                </a:extLst>
              </p:cNvPr>
              <p:cNvPicPr>
                <a:picLocks noChangeAspect="1"/>
              </p:cNvPicPr>
              <p:nvPr/>
            </p:nvPicPr>
            <p:blipFill>
              <a:blip r:embed="rId3"/>
              <a:srcRect/>
              <a:stretch/>
            </p:blipFill>
            <p:spPr>
              <a:xfrm>
                <a:off x="666625" y="1843741"/>
                <a:ext cx="1140909" cy="619599"/>
              </a:xfrm>
              <a:prstGeom prst="rect">
                <a:avLst/>
              </a:prstGeom>
            </p:spPr>
          </p:pic>
        </p:grpSp>
      </p:grpSp>
      <p:sp>
        <p:nvSpPr>
          <p:cNvPr id="135" name="TextBox 13">
            <a:extLst>
              <a:ext uri="{FF2B5EF4-FFF2-40B4-BE49-F238E27FC236}">
                <a16:creationId xmlns:a16="http://schemas.microsoft.com/office/drawing/2014/main" id="{9054E7DC-18EF-1B47-8098-FD6A054F4CE5}"/>
              </a:ext>
            </a:extLst>
          </p:cNvPr>
          <p:cNvSpPr txBox="1"/>
          <p:nvPr userDrawn="1"/>
        </p:nvSpPr>
        <p:spPr>
          <a:xfrm>
            <a:off x="5186937" y="5373216"/>
            <a:ext cx="1818126" cy="200055"/>
          </a:xfrm>
          <a:prstGeom prst="rect">
            <a:avLst/>
          </a:prstGeom>
          <a:noFill/>
        </p:spPr>
        <p:txBody>
          <a:bodyPr wrap="none" rtlCol="0">
            <a:spAutoFit/>
          </a:bodyPr>
          <a:lstStyle/>
          <a:p>
            <a:pPr algn="ctr"/>
            <a:r>
              <a:rPr lang="en-US" sz="700" b="1" spc="300">
                <a:solidFill>
                  <a:schemeClr val="bg1"/>
                </a:solidFill>
                <a:latin typeface="Century Gothic" panose="020B0502020202020204" pitchFamily="34" charset="0"/>
                <a:ea typeface="Montserrat" charset="0"/>
                <a:cs typeface="Montserrat" charset="0"/>
              </a:rPr>
              <a:t>WWW.SOMOSCMI.COM</a:t>
            </a:r>
          </a:p>
        </p:txBody>
      </p:sp>
      <p:sp>
        <p:nvSpPr>
          <p:cNvPr id="136" name="AutoShape 5">
            <a:extLst>
              <a:ext uri="{FF2B5EF4-FFF2-40B4-BE49-F238E27FC236}">
                <a16:creationId xmlns:a16="http://schemas.microsoft.com/office/drawing/2014/main" id="{87B15690-9B93-9848-AECF-5F57E8FB1758}"/>
              </a:ext>
            </a:extLst>
          </p:cNvPr>
          <p:cNvSpPr>
            <a:spLocks noChangeAspect="1" noChangeArrowheads="1" noTextEdit="1"/>
          </p:cNvSpPr>
          <p:nvPr userDrawn="1"/>
        </p:nvSpPr>
        <p:spPr bwMode="auto">
          <a:xfrm>
            <a:off x="6044346" y="5836698"/>
            <a:ext cx="103308" cy="104060"/>
          </a:xfrm>
          <a:prstGeom prst="rect">
            <a:avLst/>
          </a:prstGeom>
          <a:noFill/>
          <a:ln w="9525">
            <a:noFill/>
            <a:miter lim="800000"/>
            <a:headEnd/>
            <a:tailEnd/>
          </a:ln>
        </p:spPr>
        <p:txBody>
          <a:bodyPr vert="horz" wrap="square" lIns="45720" tIns="22860" rIns="45720" bIns="2286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25" name="Rectángulo redondeado 24">
            <a:extLst>
              <a:ext uri="{FF2B5EF4-FFF2-40B4-BE49-F238E27FC236}">
                <a16:creationId xmlns:a16="http://schemas.microsoft.com/office/drawing/2014/main" id="{CD04E837-CDFC-2546-843E-1532CF3A483B}"/>
              </a:ext>
            </a:extLst>
          </p:cNvPr>
          <p:cNvSpPr/>
          <p:nvPr userDrawn="1"/>
        </p:nvSpPr>
        <p:spPr>
          <a:xfrm>
            <a:off x="2552784" y="2766758"/>
            <a:ext cx="7086428" cy="86409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26" name="CuadroTexto 25">
            <a:extLst>
              <a:ext uri="{FF2B5EF4-FFF2-40B4-BE49-F238E27FC236}">
                <a16:creationId xmlns:a16="http://schemas.microsoft.com/office/drawing/2014/main" id="{D877A1A7-C5BF-C54C-B6C3-79E4A8C19422}"/>
              </a:ext>
            </a:extLst>
          </p:cNvPr>
          <p:cNvSpPr txBox="1"/>
          <p:nvPr userDrawn="1"/>
        </p:nvSpPr>
        <p:spPr>
          <a:xfrm>
            <a:off x="2552783" y="2762688"/>
            <a:ext cx="7086428" cy="864096"/>
          </a:xfrm>
          <a:prstGeom prst="rect">
            <a:avLst/>
          </a:prstGeom>
          <a:noFill/>
        </p:spPr>
        <p:txBody>
          <a:bodyPr wrap="square" rtlCol="0" anchor="ctr">
            <a:noAutofit/>
          </a:bodyPr>
          <a:lstStyle/>
          <a:p>
            <a:pPr algn="ctr"/>
            <a:r>
              <a:rPr lang="es-GT" sz="2200" b="1">
                <a:solidFill>
                  <a:schemeClr val="bg1"/>
                </a:solidFill>
                <a:latin typeface="Century Gothic" panose="020B0502020202020204" pitchFamily="34" charset="0"/>
              </a:rPr>
              <a:t>CIUDADANO RESPONSABLE,</a:t>
            </a:r>
          </a:p>
          <a:p>
            <a:pPr algn="ctr"/>
            <a:r>
              <a:rPr lang="es-GT" sz="2200" b="1">
                <a:solidFill>
                  <a:schemeClr val="bg1"/>
                </a:solidFill>
                <a:latin typeface="Century Gothic" panose="020B0502020202020204" pitchFamily="34" charset="0"/>
              </a:rPr>
              <a:t>INTEGRO Y TRANSPARENTE</a:t>
            </a:r>
          </a:p>
        </p:txBody>
      </p:sp>
      <p:grpSp>
        <p:nvGrpSpPr>
          <p:cNvPr id="5" name="Grupo 4">
            <a:extLst>
              <a:ext uri="{FF2B5EF4-FFF2-40B4-BE49-F238E27FC236}">
                <a16:creationId xmlns:a16="http://schemas.microsoft.com/office/drawing/2014/main" id="{11B49CD5-B4AA-4240-A047-D2F5B361E857}"/>
              </a:ext>
            </a:extLst>
          </p:cNvPr>
          <p:cNvGrpSpPr/>
          <p:nvPr userDrawn="1"/>
        </p:nvGrpSpPr>
        <p:grpSpPr>
          <a:xfrm>
            <a:off x="4014962" y="3923545"/>
            <a:ext cx="4162073" cy="1069658"/>
            <a:chOff x="7968862" y="7847090"/>
            <a:chExt cx="8323604" cy="2139316"/>
          </a:xfrm>
        </p:grpSpPr>
        <p:pic>
          <p:nvPicPr>
            <p:cNvPr id="32" name="Imagen 31">
              <a:extLst>
                <a:ext uri="{FF2B5EF4-FFF2-40B4-BE49-F238E27FC236}">
                  <a16:creationId xmlns:a16="http://schemas.microsoft.com/office/drawing/2014/main" id="{281ECE9C-9E4C-2D40-AB03-307CB7C44FD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r="42889"/>
            <a:stretch/>
          </p:blipFill>
          <p:spPr>
            <a:xfrm>
              <a:off x="7968862" y="7847090"/>
              <a:ext cx="4822829" cy="2139316"/>
            </a:xfrm>
            <a:prstGeom prst="rect">
              <a:avLst/>
            </a:prstGeom>
          </p:spPr>
        </p:pic>
        <p:pic>
          <p:nvPicPr>
            <p:cNvPr id="130" name="Imagen 129">
              <a:hlinkClick r:id="" action="ppaction://noaction"/>
              <a:extLst>
                <a:ext uri="{FF2B5EF4-FFF2-40B4-BE49-F238E27FC236}">
                  <a16:creationId xmlns:a16="http://schemas.microsoft.com/office/drawing/2014/main" id="{404D586B-2341-6F44-BCD4-3BBBBF22B525}"/>
                </a:ext>
              </a:extLst>
            </p:cNvPr>
            <p:cNvPicPr>
              <a:picLocks noChangeAspect="1"/>
            </p:cNvPicPr>
            <p:nvPr userDrawn="1"/>
          </p:nvPicPr>
          <p:blipFill rotWithShape="1">
            <a:blip r:embed="rId5"/>
            <a:srcRect l="48072" t="15350" r="6586" b="30401"/>
            <a:stretch/>
          </p:blipFill>
          <p:spPr>
            <a:xfrm>
              <a:off x="12839277" y="8055510"/>
              <a:ext cx="3453189" cy="1755878"/>
            </a:xfrm>
            <a:prstGeom prst="rect">
              <a:avLst/>
            </a:prstGeom>
          </p:spPr>
        </p:pic>
      </p:grpSp>
      <p:grpSp>
        <p:nvGrpSpPr>
          <p:cNvPr id="28" name="Group 27">
            <a:extLst>
              <a:ext uri="{FF2B5EF4-FFF2-40B4-BE49-F238E27FC236}">
                <a16:creationId xmlns:a16="http://schemas.microsoft.com/office/drawing/2014/main" id="{3238DA13-4592-DE40-AE1B-FF25006F432A}"/>
              </a:ext>
            </a:extLst>
          </p:cNvPr>
          <p:cNvGrpSpPr/>
          <p:nvPr userDrawn="1"/>
        </p:nvGrpSpPr>
        <p:grpSpPr>
          <a:xfrm>
            <a:off x="5446676" y="5694296"/>
            <a:ext cx="1298648" cy="284805"/>
            <a:chOff x="11231679" y="11388591"/>
            <a:chExt cx="2597127" cy="569609"/>
          </a:xfrm>
        </p:grpSpPr>
        <p:grpSp>
          <p:nvGrpSpPr>
            <p:cNvPr id="29" name="Grupo 137">
              <a:extLst>
                <a:ext uri="{FF2B5EF4-FFF2-40B4-BE49-F238E27FC236}">
                  <a16:creationId xmlns:a16="http://schemas.microsoft.com/office/drawing/2014/main" id="{011E6192-6332-E74B-91E1-3E42B003B1FA}"/>
                </a:ext>
              </a:extLst>
            </p:cNvPr>
            <p:cNvGrpSpPr/>
            <p:nvPr/>
          </p:nvGrpSpPr>
          <p:grpSpPr>
            <a:xfrm>
              <a:off x="12579747" y="11388591"/>
              <a:ext cx="569609" cy="569609"/>
              <a:chOff x="6419730" y="5269647"/>
              <a:chExt cx="569609" cy="569609"/>
            </a:xfrm>
          </p:grpSpPr>
          <p:sp>
            <p:nvSpPr>
              <p:cNvPr id="48" name="Elipse 147">
                <a:extLst>
                  <a:ext uri="{FF2B5EF4-FFF2-40B4-BE49-F238E27FC236}">
                    <a16:creationId xmlns:a16="http://schemas.microsoft.com/office/drawing/2014/main" id="{5A6F0A57-A2C5-4643-AD8F-6330B08A668B}"/>
                  </a:ext>
                </a:extLst>
              </p:cNvPr>
              <p:cNvSpPr/>
              <p:nvPr/>
            </p:nvSpPr>
            <p:spPr>
              <a:xfrm>
                <a:off x="6419730"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sp>
            <p:nvSpPr>
              <p:cNvPr id="49" name="Freeform 14">
                <a:extLst>
                  <a:ext uri="{FF2B5EF4-FFF2-40B4-BE49-F238E27FC236}">
                    <a16:creationId xmlns:a16="http://schemas.microsoft.com/office/drawing/2014/main" id="{B79F219C-3A50-E245-A355-2DABA56C663B}"/>
                  </a:ext>
                </a:extLst>
              </p:cNvPr>
              <p:cNvSpPr>
                <a:spLocks/>
              </p:cNvSpPr>
              <p:nvPr/>
            </p:nvSpPr>
            <p:spPr bwMode="auto">
              <a:xfrm>
                <a:off x="6630296" y="5489285"/>
                <a:ext cx="190077" cy="158185"/>
              </a:xfrm>
              <a:custGeom>
                <a:avLst/>
                <a:gdLst>
                  <a:gd name="T0" fmla="*/ 57 w 63"/>
                  <a:gd name="T1" fmla="*/ 13 h 52"/>
                  <a:gd name="T2" fmla="*/ 57 w 63"/>
                  <a:gd name="T3" fmla="*/ 15 h 52"/>
                  <a:gd name="T4" fmla="*/ 20 w 63"/>
                  <a:gd name="T5" fmla="*/ 52 h 52"/>
                  <a:gd name="T6" fmla="*/ 0 w 63"/>
                  <a:gd name="T7" fmla="*/ 46 h 52"/>
                  <a:gd name="T8" fmla="*/ 3 w 63"/>
                  <a:gd name="T9" fmla="*/ 46 h 52"/>
                  <a:gd name="T10" fmla="*/ 19 w 63"/>
                  <a:gd name="T11" fmla="*/ 40 h 52"/>
                  <a:gd name="T12" fmla="*/ 7 w 63"/>
                  <a:gd name="T13" fmla="*/ 32 h 52"/>
                  <a:gd name="T14" fmla="*/ 10 w 63"/>
                  <a:gd name="T15" fmla="*/ 32 h 52"/>
                  <a:gd name="T16" fmla="*/ 13 w 63"/>
                  <a:gd name="T17" fmla="*/ 31 h 52"/>
                  <a:gd name="T18" fmla="*/ 3 w 63"/>
                  <a:gd name="T19" fmla="*/ 19 h 52"/>
                  <a:gd name="T20" fmla="*/ 3 w 63"/>
                  <a:gd name="T21" fmla="*/ 19 h 52"/>
                  <a:gd name="T22" fmla="*/ 9 w 63"/>
                  <a:gd name="T23" fmla="*/ 20 h 52"/>
                  <a:gd name="T24" fmla="*/ 3 w 63"/>
                  <a:gd name="T25" fmla="*/ 10 h 52"/>
                  <a:gd name="T26" fmla="*/ 5 w 63"/>
                  <a:gd name="T27" fmla="*/ 2 h 52"/>
                  <a:gd name="T28" fmla="*/ 31 w 63"/>
                  <a:gd name="T29" fmla="*/ 16 h 52"/>
                  <a:gd name="T30" fmla="*/ 31 w 63"/>
                  <a:gd name="T31" fmla="*/ 14 h 52"/>
                  <a:gd name="T32" fmla="*/ 44 w 63"/>
                  <a:gd name="T33" fmla="*/ 0 h 52"/>
                  <a:gd name="T34" fmla="*/ 53 w 63"/>
                  <a:gd name="T35" fmla="*/ 4 h 52"/>
                  <a:gd name="T36" fmla="*/ 61 w 63"/>
                  <a:gd name="T37" fmla="*/ 0 h 52"/>
                  <a:gd name="T38" fmla="*/ 56 w 63"/>
                  <a:gd name="T39" fmla="*/ 8 h 52"/>
                  <a:gd name="T40" fmla="*/ 63 w 63"/>
                  <a:gd name="T41" fmla="*/ 6 h 52"/>
                  <a:gd name="T42" fmla="*/ 57 w 63"/>
                  <a:gd name="T43" fmla="*/ 1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3" h="52">
                    <a:moveTo>
                      <a:pt x="57" y="13"/>
                    </a:moveTo>
                    <a:cubicBezTo>
                      <a:pt x="57" y="14"/>
                      <a:pt x="57" y="14"/>
                      <a:pt x="57" y="15"/>
                    </a:cubicBezTo>
                    <a:cubicBezTo>
                      <a:pt x="57" y="32"/>
                      <a:pt x="44" y="52"/>
                      <a:pt x="20" y="52"/>
                    </a:cubicBezTo>
                    <a:cubicBezTo>
                      <a:pt x="13" y="52"/>
                      <a:pt x="6" y="50"/>
                      <a:pt x="0" y="46"/>
                    </a:cubicBezTo>
                    <a:cubicBezTo>
                      <a:pt x="1" y="46"/>
                      <a:pt x="2" y="46"/>
                      <a:pt x="3" y="46"/>
                    </a:cubicBezTo>
                    <a:cubicBezTo>
                      <a:pt x="9" y="46"/>
                      <a:pt x="15" y="44"/>
                      <a:pt x="19" y="40"/>
                    </a:cubicBezTo>
                    <a:cubicBezTo>
                      <a:pt x="14" y="40"/>
                      <a:pt x="9" y="37"/>
                      <a:pt x="7" y="32"/>
                    </a:cubicBezTo>
                    <a:cubicBezTo>
                      <a:pt x="8" y="32"/>
                      <a:pt x="9" y="32"/>
                      <a:pt x="10" y="32"/>
                    </a:cubicBezTo>
                    <a:cubicBezTo>
                      <a:pt x="11" y="32"/>
                      <a:pt x="12" y="32"/>
                      <a:pt x="13" y="31"/>
                    </a:cubicBezTo>
                    <a:cubicBezTo>
                      <a:pt x="7" y="30"/>
                      <a:pt x="3" y="25"/>
                      <a:pt x="3" y="19"/>
                    </a:cubicBezTo>
                    <a:cubicBezTo>
                      <a:pt x="3" y="19"/>
                      <a:pt x="3" y="19"/>
                      <a:pt x="3" y="19"/>
                    </a:cubicBezTo>
                    <a:cubicBezTo>
                      <a:pt x="5" y="19"/>
                      <a:pt x="7" y="20"/>
                      <a:pt x="9" y="20"/>
                    </a:cubicBezTo>
                    <a:cubicBezTo>
                      <a:pt x="5" y="18"/>
                      <a:pt x="3" y="14"/>
                      <a:pt x="3" y="10"/>
                    </a:cubicBezTo>
                    <a:cubicBezTo>
                      <a:pt x="3" y="6"/>
                      <a:pt x="4" y="4"/>
                      <a:pt x="5" y="2"/>
                    </a:cubicBezTo>
                    <a:cubicBezTo>
                      <a:pt x="11" y="11"/>
                      <a:pt x="20" y="16"/>
                      <a:pt x="31" y="16"/>
                    </a:cubicBezTo>
                    <a:cubicBezTo>
                      <a:pt x="31" y="14"/>
                      <a:pt x="31" y="14"/>
                      <a:pt x="31" y="14"/>
                    </a:cubicBezTo>
                    <a:cubicBezTo>
                      <a:pt x="31" y="5"/>
                      <a:pt x="37" y="0"/>
                      <a:pt x="44" y="0"/>
                    </a:cubicBezTo>
                    <a:cubicBezTo>
                      <a:pt x="48" y="0"/>
                      <a:pt x="51" y="1"/>
                      <a:pt x="53" y="4"/>
                    </a:cubicBezTo>
                    <a:cubicBezTo>
                      <a:pt x="56" y="3"/>
                      <a:pt x="59" y="2"/>
                      <a:pt x="61" y="0"/>
                    </a:cubicBezTo>
                    <a:cubicBezTo>
                      <a:pt x="61" y="4"/>
                      <a:pt x="58" y="6"/>
                      <a:pt x="56" y="8"/>
                    </a:cubicBezTo>
                    <a:cubicBezTo>
                      <a:pt x="58" y="7"/>
                      <a:pt x="61" y="7"/>
                      <a:pt x="63" y="6"/>
                    </a:cubicBezTo>
                    <a:cubicBezTo>
                      <a:pt x="61" y="8"/>
                      <a:pt x="59" y="11"/>
                      <a:pt x="57" y="13"/>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nvGrpSpPr>
            <p:cNvPr id="31" name="Grupo 138">
              <a:extLst>
                <a:ext uri="{FF2B5EF4-FFF2-40B4-BE49-F238E27FC236}">
                  <a16:creationId xmlns:a16="http://schemas.microsoft.com/office/drawing/2014/main" id="{4521B2C6-38B3-8E4F-B9CE-1EB2B151933A}"/>
                </a:ext>
              </a:extLst>
            </p:cNvPr>
            <p:cNvGrpSpPr/>
            <p:nvPr/>
          </p:nvGrpSpPr>
          <p:grpSpPr>
            <a:xfrm>
              <a:off x="11918465" y="11388591"/>
              <a:ext cx="569609" cy="569609"/>
              <a:chOff x="5835127" y="5269647"/>
              <a:chExt cx="569609" cy="569609"/>
            </a:xfrm>
          </p:grpSpPr>
          <p:sp>
            <p:nvSpPr>
              <p:cNvPr id="43" name="Elipse 142">
                <a:extLst>
                  <a:ext uri="{FF2B5EF4-FFF2-40B4-BE49-F238E27FC236}">
                    <a16:creationId xmlns:a16="http://schemas.microsoft.com/office/drawing/2014/main" id="{181729BF-259B-A146-A090-F44A9FDF53B5}"/>
                  </a:ext>
                </a:extLst>
              </p:cNvPr>
              <p:cNvSpPr/>
              <p:nvPr/>
            </p:nvSpPr>
            <p:spPr>
              <a:xfrm>
                <a:off x="5835127"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grpSp>
            <p:nvGrpSpPr>
              <p:cNvPr id="44" name="Grupo 143">
                <a:extLst>
                  <a:ext uri="{FF2B5EF4-FFF2-40B4-BE49-F238E27FC236}">
                    <a16:creationId xmlns:a16="http://schemas.microsoft.com/office/drawing/2014/main" id="{6698976A-87CE-FA48-BE68-2A1B920D78E4}"/>
                  </a:ext>
                </a:extLst>
              </p:cNvPr>
              <p:cNvGrpSpPr/>
              <p:nvPr/>
            </p:nvGrpSpPr>
            <p:grpSpPr>
              <a:xfrm>
                <a:off x="6018164" y="5459936"/>
                <a:ext cx="206602" cy="206602"/>
                <a:chOff x="6018164" y="5459936"/>
                <a:chExt cx="206602" cy="206602"/>
              </a:xfrm>
            </p:grpSpPr>
            <p:sp>
              <p:nvSpPr>
                <p:cNvPr id="45" name="Freeform 8">
                  <a:extLst>
                    <a:ext uri="{FF2B5EF4-FFF2-40B4-BE49-F238E27FC236}">
                      <a16:creationId xmlns:a16="http://schemas.microsoft.com/office/drawing/2014/main" id="{D4A3D1E4-B049-5340-99AC-C75E8DB4AF52}"/>
                    </a:ext>
                  </a:extLst>
                </p:cNvPr>
                <p:cNvSpPr>
                  <a:spLocks noEditPoints="1"/>
                </p:cNvSpPr>
                <p:nvPr/>
              </p:nvSpPr>
              <p:spPr bwMode="auto">
                <a:xfrm>
                  <a:off x="6018164" y="5459936"/>
                  <a:ext cx="206602" cy="206602"/>
                </a:xfrm>
                <a:custGeom>
                  <a:avLst/>
                  <a:gdLst/>
                  <a:ahLst/>
                  <a:cxnLst>
                    <a:cxn ang="0">
                      <a:pos x="1031" y="400"/>
                    </a:cxn>
                    <a:cxn ang="0">
                      <a:pos x="809" y="482"/>
                    </a:cxn>
                    <a:cxn ang="0">
                      <a:pos x="622" y="622"/>
                    </a:cxn>
                    <a:cxn ang="0">
                      <a:pos x="482" y="809"/>
                    </a:cxn>
                    <a:cxn ang="0">
                      <a:pos x="400" y="1031"/>
                    </a:cxn>
                    <a:cxn ang="0">
                      <a:pos x="384" y="3135"/>
                    </a:cxn>
                    <a:cxn ang="0">
                      <a:pos x="421" y="3375"/>
                    </a:cxn>
                    <a:cxn ang="0">
                      <a:pos x="522" y="3588"/>
                    </a:cxn>
                    <a:cxn ang="0">
                      <a:pos x="679" y="3759"/>
                    </a:cxn>
                    <a:cxn ang="0">
                      <a:pos x="879" y="3882"/>
                    </a:cxn>
                    <a:cxn ang="0">
                      <a:pos x="1112" y="3941"/>
                    </a:cxn>
                    <a:cxn ang="0">
                      <a:pos x="3217" y="3941"/>
                    </a:cxn>
                    <a:cxn ang="0">
                      <a:pos x="3449" y="3882"/>
                    </a:cxn>
                    <a:cxn ang="0">
                      <a:pos x="3650" y="3759"/>
                    </a:cxn>
                    <a:cxn ang="0">
                      <a:pos x="3807" y="3588"/>
                    </a:cxn>
                    <a:cxn ang="0">
                      <a:pos x="3908" y="3375"/>
                    </a:cxn>
                    <a:cxn ang="0">
                      <a:pos x="3945" y="3135"/>
                    </a:cxn>
                    <a:cxn ang="0">
                      <a:pos x="3929" y="1031"/>
                    </a:cxn>
                    <a:cxn ang="0">
                      <a:pos x="3847" y="809"/>
                    </a:cxn>
                    <a:cxn ang="0">
                      <a:pos x="3707" y="622"/>
                    </a:cxn>
                    <a:cxn ang="0">
                      <a:pos x="3520" y="482"/>
                    </a:cxn>
                    <a:cxn ang="0">
                      <a:pos x="3298" y="400"/>
                    </a:cxn>
                    <a:cxn ang="0">
                      <a:pos x="1194" y="384"/>
                    </a:cxn>
                    <a:cxn ang="0">
                      <a:pos x="3233" y="4"/>
                    </a:cxn>
                    <a:cxn ang="0">
                      <a:pos x="3512" y="61"/>
                    </a:cxn>
                    <a:cxn ang="0">
                      <a:pos x="3763" y="179"/>
                    </a:cxn>
                    <a:cxn ang="0">
                      <a:pos x="3980" y="349"/>
                    </a:cxn>
                    <a:cxn ang="0">
                      <a:pos x="4150" y="566"/>
                    </a:cxn>
                    <a:cxn ang="0">
                      <a:pos x="4268" y="817"/>
                    </a:cxn>
                    <a:cxn ang="0">
                      <a:pos x="4325" y="1096"/>
                    </a:cxn>
                    <a:cxn ang="0">
                      <a:pos x="4325" y="3233"/>
                    </a:cxn>
                    <a:cxn ang="0">
                      <a:pos x="4268" y="3512"/>
                    </a:cxn>
                    <a:cxn ang="0">
                      <a:pos x="4150" y="3763"/>
                    </a:cxn>
                    <a:cxn ang="0">
                      <a:pos x="3980" y="3980"/>
                    </a:cxn>
                    <a:cxn ang="0">
                      <a:pos x="3763" y="4150"/>
                    </a:cxn>
                    <a:cxn ang="0">
                      <a:pos x="3512" y="4268"/>
                    </a:cxn>
                    <a:cxn ang="0">
                      <a:pos x="3233" y="4325"/>
                    </a:cxn>
                    <a:cxn ang="0">
                      <a:pos x="1096" y="4325"/>
                    </a:cxn>
                    <a:cxn ang="0">
                      <a:pos x="817" y="4268"/>
                    </a:cxn>
                    <a:cxn ang="0">
                      <a:pos x="566" y="4150"/>
                    </a:cxn>
                    <a:cxn ang="0">
                      <a:pos x="349" y="3980"/>
                    </a:cxn>
                    <a:cxn ang="0">
                      <a:pos x="179" y="3763"/>
                    </a:cxn>
                    <a:cxn ang="0">
                      <a:pos x="61" y="3512"/>
                    </a:cxn>
                    <a:cxn ang="0">
                      <a:pos x="4" y="3233"/>
                    </a:cxn>
                    <a:cxn ang="0">
                      <a:pos x="4" y="1096"/>
                    </a:cxn>
                    <a:cxn ang="0">
                      <a:pos x="61" y="817"/>
                    </a:cxn>
                    <a:cxn ang="0">
                      <a:pos x="179" y="566"/>
                    </a:cxn>
                    <a:cxn ang="0">
                      <a:pos x="349" y="349"/>
                    </a:cxn>
                    <a:cxn ang="0">
                      <a:pos x="566" y="179"/>
                    </a:cxn>
                    <a:cxn ang="0">
                      <a:pos x="817" y="61"/>
                    </a:cxn>
                    <a:cxn ang="0">
                      <a:pos x="1096" y="4"/>
                    </a:cxn>
                  </a:cxnLst>
                  <a:rect l="0" t="0" r="r" b="b"/>
                  <a:pathLst>
                    <a:path w="4329" h="4329">
                      <a:moveTo>
                        <a:pt x="1194" y="384"/>
                      </a:moveTo>
                      <a:lnTo>
                        <a:pt x="1112" y="388"/>
                      </a:lnTo>
                      <a:lnTo>
                        <a:pt x="1031" y="400"/>
                      </a:lnTo>
                      <a:lnTo>
                        <a:pt x="954" y="421"/>
                      </a:lnTo>
                      <a:lnTo>
                        <a:pt x="879" y="448"/>
                      </a:lnTo>
                      <a:lnTo>
                        <a:pt x="809" y="482"/>
                      </a:lnTo>
                      <a:lnTo>
                        <a:pt x="741" y="522"/>
                      </a:lnTo>
                      <a:lnTo>
                        <a:pt x="679" y="570"/>
                      </a:lnTo>
                      <a:lnTo>
                        <a:pt x="622" y="622"/>
                      </a:lnTo>
                      <a:lnTo>
                        <a:pt x="570" y="679"/>
                      </a:lnTo>
                      <a:lnTo>
                        <a:pt x="522" y="741"/>
                      </a:lnTo>
                      <a:lnTo>
                        <a:pt x="482" y="809"/>
                      </a:lnTo>
                      <a:lnTo>
                        <a:pt x="447" y="880"/>
                      </a:lnTo>
                      <a:lnTo>
                        <a:pt x="421" y="954"/>
                      </a:lnTo>
                      <a:lnTo>
                        <a:pt x="400" y="1031"/>
                      </a:lnTo>
                      <a:lnTo>
                        <a:pt x="388" y="1112"/>
                      </a:lnTo>
                      <a:lnTo>
                        <a:pt x="384" y="1195"/>
                      </a:lnTo>
                      <a:lnTo>
                        <a:pt x="384" y="3135"/>
                      </a:lnTo>
                      <a:lnTo>
                        <a:pt x="388" y="3217"/>
                      </a:lnTo>
                      <a:lnTo>
                        <a:pt x="400" y="3298"/>
                      </a:lnTo>
                      <a:lnTo>
                        <a:pt x="421" y="3375"/>
                      </a:lnTo>
                      <a:lnTo>
                        <a:pt x="447" y="3450"/>
                      </a:lnTo>
                      <a:lnTo>
                        <a:pt x="482" y="3520"/>
                      </a:lnTo>
                      <a:lnTo>
                        <a:pt x="522" y="3588"/>
                      </a:lnTo>
                      <a:lnTo>
                        <a:pt x="570" y="3650"/>
                      </a:lnTo>
                      <a:lnTo>
                        <a:pt x="622" y="3708"/>
                      </a:lnTo>
                      <a:lnTo>
                        <a:pt x="679" y="3759"/>
                      </a:lnTo>
                      <a:lnTo>
                        <a:pt x="741" y="3807"/>
                      </a:lnTo>
                      <a:lnTo>
                        <a:pt x="809" y="3847"/>
                      </a:lnTo>
                      <a:lnTo>
                        <a:pt x="879" y="3882"/>
                      </a:lnTo>
                      <a:lnTo>
                        <a:pt x="954" y="3908"/>
                      </a:lnTo>
                      <a:lnTo>
                        <a:pt x="1031" y="3929"/>
                      </a:lnTo>
                      <a:lnTo>
                        <a:pt x="1112" y="3941"/>
                      </a:lnTo>
                      <a:lnTo>
                        <a:pt x="1194" y="3945"/>
                      </a:lnTo>
                      <a:lnTo>
                        <a:pt x="3134" y="3945"/>
                      </a:lnTo>
                      <a:lnTo>
                        <a:pt x="3217" y="3941"/>
                      </a:lnTo>
                      <a:lnTo>
                        <a:pt x="3298" y="3929"/>
                      </a:lnTo>
                      <a:lnTo>
                        <a:pt x="3375" y="3908"/>
                      </a:lnTo>
                      <a:lnTo>
                        <a:pt x="3449" y="3882"/>
                      </a:lnTo>
                      <a:lnTo>
                        <a:pt x="3520" y="3847"/>
                      </a:lnTo>
                      <a:lnTo>
                        <a:pt x="3588" y="3807"/>
                      </a:lnTo>
                      <a:lnTo>
                        <a:pt x="3650" y="3759"/>
                      </a:lnTo>
                      <a:lnTo>
                        <a:pt x="3707" y="3708"/>
                      </a:lnTo>
                      <a:lnTo>
                        <a:pt x="3759" y="3650"/>
                      </a:lnTo>
                      <a:lnTo>
                        <a:pt x="3807" y="3588"/>
                      </a:lnTo>
                      <a:lnTo>
                        <a:pt x="3847" y="3520"/>
                      </a:lnTo>
                      <a:lnTo>
                        <a:pt x="3881" y="3450"/>
                      </a:lnTo>
                      <a:lnTo>
                        <a:pt x="3908" y="3375"/>
                      </a:lnTo>
                      <a:lnTo>
                        <a:pt x="3929" y="3298"/>
                      </a:lnTo>
                      <a:lnTo>
                        <a:pt x="3941" y="3217"/>
                      </a:lnTo>
                      <a:lnTo>
                        <a:pt x="3945" y="3135"/>
                      </a:lnTo>
                      <a:lnTo>
                        <a:pt x="3945" y="1195"/>
                      </a:lnTo>
                      <a:lnTo>
                        <a:pt x="3941" y="1112"/>
                      </a:lnTo>
                      <a:lnTo>
                        <a:pt x="3929" y="1031"/>
                      </a:lnTo>
                      <a:lnTo>
                        <a:pt x="3908" y="954"/>
                      </a:lnTo>
                      <a:lnTo>
                        <a:pt x="3881" y="880"/>
                      </a:lnTo>
                      <a:lnTo>
                        <a:pt x="3847" y="809"/>
                      </a:lnTo>
                      <a:lnTo>
                        <a:pt x="3807" y="741"/>
                      </a:lnTo>
                      <a:lnTo>
                        <a:pt x="3759" y="679"/>
                      </a:lnTo>
                      <a:lnTo>
                        <a:pt x="3707" y="622"/>
                      </a:lnTo>
                      <a:lnTo>
                        <a:pt x="3650" y="570"/>
                      </a:lnTo>
                      <a:lnTo>
                        <a:pt x="3588" y="522"/>
                      </a:lnTo>
                      <a:lnTo>
                        <a:pt x="3520" y="482"/>
                      </a:lnTo>
                      <a:lnTo>
                        <a:pt x="3449" y="448"/>
                      </a:lnTo>
                      <a:lnTo>
                        <a:pt x="3375" y="421"/>
                      </a:lnTo>
                      <a:lnTo>
                        <a:pt x="3298" y="400"/>
                      </a:lnTo>
                      <a:lnTo>
                        <a:pt x="3217" y="388"/>
                      </a:lnTo>
                      <a:lnTo>
                        <a:pt x="3134" y="384"/>
                      </a:lnTo>
                      <a:lnTo>
                        <a:pt x="1194" y="384"/>
                      </a:lnTo>
                      <a:close/>
                      <a:moveTo>
                        <a:pt x="1194" y="0"/>
                      </a:moveTo>
                      <a:lnTo>
                        <a:pt x="3134" y="0"/>
                      </a:lnTo>
                      <a:lnTo>
                        <a:pt x="3233" y="4"/>
                      </a:lnTo>
                      <a:lnTo>
                        <a:pt x="3328" y="16"/>
                      </a:lnTo>
                      <a:lnTo>
                        <a:pt x="3421" y="34"/>
                      </a:lnTo>
                      <a:lnTo>
                        <a:pt x="3512" y="61"/>
                      </a:lnTo>
                      <a:lnTo>
                        <a:pt x="3600" y="94"/>
                      </a:lnTo>
                      <a:lnTo>
                        <a:pt x="3683" y="133"/>
                      </a:lnTo>
                      <a:lnTo>
                        <a:pt x="3763" y="179"/>
                      </a:lnTo>
                      <a:lnTo>
                        <a:pt x="3840" y="231"/>
                      </a:lnTo>
                      <a:lnTo>
                        <a:pt x="3912" y="288"/>
                      </a:lnTo>
                      <a:lnTo>
                        <a:pt x="3980" y="349"/>
                      </a:lnTo>
                      <a:lnTo>
                        <a:pt x="4041" y="417"/>
                      </a:lnTo>
                      <a:lnTo>
                        <a:pt x="4098" y="489"/>
                      </a:lnTo>
                      <a:lnTo>
                        <a:pt x="4150" y="566"/>
                      </a:lnTo>
                      <a:lnTo>
                        <a:pt x="4196" y="646"/>
                      </a:lnTo>
                      <a:lnTo>
                        <a:pt x="4235" y="729"/>
                      </a:lnTo>
                      <a:lnTo>
                        <a:pt x="4268" y="817"/>
                      </a:lnTo>
                      <a:lnTo>
                        <a:pt x="4295" y="908"/>
                      </a:lnTo>
                      <a:lnTo>
                        <a:pt x="4313" y="1001"/>
                      </a:lnTo>
                      <a:lnTo>
                        <a:pt x="4325" y="1096"/>
                      </a:lnTo>
                      <a:lnTo>
                        <a:pt x="4329" y="1195"/>
                      </a:lnTo>
                      <a:lnTo>
                        <a:pt x="4329" y="3135"/>
                      </a:lnTo>
                      <a:lnTo>
                        <a:pt x="4325" y="3233"/>
                      </a:lnTo>
                      <a:lnTo>
                        <a:pt x="4313" y="3329"/>
                      </a:lnTo>
                      <a:lnTo>
                        <a:pt x="4295" y="3422"/>
                      </a:lnTo>
                      <a:lnTo>
                        <a:pt x="4268" y="3512"/>
                      </a:lnTo>
                      <a:lnTo>
                        <a:pt x="4235" y="3600"/>
                      </a:lnTo>
                      <a:lnTo>
                        <a:pt x="4196" y="3684"/>
                      </a:lnTo>
                      <a:lnTo>
                        <a:pt x="4150" y="3763"/>
                      </a:lnTo>
                      <a:lnTo>
                        <a:pt x="4098" y="3840"/>
                      </a:lnTo>
                      <a:lnTo>
                        <a:pt x="4041" y="3912"/>
                      </a:lnTo>
                      <a:lnTo>
                        <a:pt x="3980" y="3980"/>
                      </a:lnTo>
                      <a:lnTo>
                        <a:pt x="3912" y="4041"/>
                      </a:lnTo>
                      <a:lnTo>
                        <a:pt x="3840" y="4098"/>
                      </a:lnTo>
                      <a:lnTo>
                        <a:pt x="3763" y="4150"/>
                      </a:lnTo>
                      <a:lnTo>
                        <a:pt x="3683" y="4197"/>
                      </a:lnTo>
                      <a:lnTo>
                        <a:pt x="3600" y="4235"/>
                      </a:lnTo>
                      <a:lnTo>
                        <a:pt x="3512" y="4268"/>
                      </a:lnTo>
                      <a:lnTo>
                        <a:pt x="3421" y="4295"/>
                      </a:lnTo>
                      <a:lnTo>
                        <a:pt x="3328" y="4313"/>
                      </a:lnTo>
                      <a:lnTo>
                        <a:pt x="3233" y="4325"/>
                      </a:lnTo>
                      <a:lnTo>
                        <a:pt x="3134" y="4329"/>
                      </a:lnTo>
                      <a:lnTo>
                        <a:pt x="1194" y="4329"/>
                      </a:lnTo>
                      <a:lnTo>
                        <a:pt x="1096" y="4325"/>
                      </a:lnTo>
                      <a:lnTo>
                        <a:pt x="1000" y="4313"/>
                      </a:lnTo>
                      <a:lnTo>
                        <a:pt x="907" y="4295"/>
                      </a:lnTo>
                      <a:lnTo>
                        <a:pt x="817" y="4268"/>
                      </a:lnTo>
                      <a:lnTo>
                        <a:pt x="729" y="4235"/>
                      </a:lnTo>
                      <a:lnTo>
                        <a:pt x="645" y="4197"/>
                      </a:lnTo>
                      <a:lnTo>
                        <a:pt x="566" y="4150"/>
                      </a:lnTo>
                      <a:lnTo>
                        <a:pt x="489" y="4098"/>
                      </a:lnTo>
                      <a:lnTo>
                        <a:pt x="417" y="4041"/>
                      </a:lnTo>
                      <a:lnTo>
                        <a:pt x="349" y="3980"/>
                      </a:lnTo>
                      <a:lnTo>
                        <a:pt x="288" y="3912"/>
                      </a:lnTo>
                      <a:lnTo>
                        <a:pt x="231" y="3840"/>
                      </a:lnTo>
                      <a:lnTo>
                        <a:pt x="179" y="3763"/>
                      </a:lnTo>
                      <a:lnTo>
                        <a:pt x="133" y="3684"/>
                      </a:lnTo>
                      <a:lnTo>
                        <a:pt x="94" y="3600"/>
                      </a:lnTo>
                      <a:lnTo>
                        <a:pt x="61" y="3512"/>
                      </a:lnTo>
                      <a:lnTo>
                        <a:pt x="34" y="3422"/>
                      </a:lnTo>
                      <a:lnTo>
                        <a:pt x="16" y="3329"/>
                      </a:lnTo>
                      <a:lnTo>
                        <a:pt x="4" y="3233"/>
                      </a:lnTo>
                      <a:lnTo>
                        <a:pt x="0" y="3135"/>
                      </a:lnTo>
                      <a:lnTo>
                        <a:pt x="0" y="1195"/>
                      </a:lnTo>
                      <a:lnTo>
                        <a:pt x="4" y="1096"/>
                      </a:lnTo>
                      <a:lnTo>
                        <a:pt x="16" y="1001"/>
                      </a:lnTo>
                      <a:lnTo>
                        <a:pt x="34" y="908"/>
                      </a:lnTo>
                      <a:lnTo>
                        <a:pt x="61" y="817"/>
                      </a:lnTo>
                      <a:lnTo>
                        <a:pt x="94" y="729"/>
                      </a:lnTo>
                      <a:lnTo>
                        <a:pt x="133" y="646"/>
                      </a:lnTo>
                      <a:lnTo>
                        <a:pt x="179" y="566"/>
                      </a:lnTo>
                      <a:lnTo>
                        <a:pt x="231" y="489"/>
                      </a:lnTo>
                      <a:lnTo>
                        <a:pt x="288" y="417"/>
                      </a:lnTo>
                      <a:lnTo>
                        <a:pt x="349" y="349"/>
                      </a:lnTo>
                      <a:lnTo>
                        <a:pt x="417" y="288"/>
                      </a:lnTo>
                      <a:lnTo>
                        <a:pt x="489" y="231"/>
                      </a:lnTo>
                      <a:lnTo>
                        <a:pt x="566" y="179"/>
                      </a:lnTo>
                      <a:lnTo>
                        <a:pt x="645" y="133"/>
                      </a:lnTo>
                      <a:lnTo>
                        <a:pt x="729" y="94"/>
                      </a:lnTo>
                      <a:lnTo>
                        <a:pt x="817" y="61"/>
                      </a:lnTo>
                      <a:lnTo>
                        <a:pt x="907" y="34"/>
                      </a:lnTo>
                      <a:lnTo>
                        <a:pt x="1000" y="16"/>
                      </a:lnTo>
                      <a:lnTo>
                        <a:pt x="1096" y="4"/>
                      </a:lnTo>
                      <a:lnTo>
                        <a:pt x="1194"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46" name="Freeform 9">
                  <a:extLst>
                    <a:ext uri="{FF2B5EF4-FFF2-40B4-BE49-F238E27FC236}">
                      <a16:creationId xmlns:a16="http://schemas.microsoft.com/office/drawing/2014/main" id="{98EFB246-5A3B-8D49-8144-53D8D04AA50D}"/>
                    </a:ext>
                  </a:extLst>
                </p:cNvPr>
                <p:cNvSpPr>
                  <a:spLocks noEditPoints="1"/>
                </p:cNvSpPr>
                <p:nvPr/>
              </p:nvSpPr>
              <p:spPr bwMode="auto">
                <a:xfrm>
                  <a:off x="6068192" y="5509963"/>
                  <a:ext cx="106547" cy="106547"/>
                </a:xfrm>
                <a:custGeom>
                  <a:avLst/>
                  <a:gdLst/>
                  <a:ahLst/>
                  <a:cxnLst>
                    <a:cxn ang="0">
                      <a:pos x="969" y="398"/>
                    </a:cxn>
                    <a:cxn ang="0">
                      <a:pos x="768" y="473"/>
                    </a:cxn>
                    <a:cxn ang="0">
                      <a:pos x="599" y="598"/>
                    </a:cxn>
                    <a:cxn ang="0">
                      <a:pos x="473" y="767"/>
                    </a:cxn>
                    <a:cxn ang="0">
                      <a:pos x="400" y="967"/>
                    </a:cxn>
                    <a:cxn ang="0">
                      <a:pos x="389" y="1189"/>
                    </a:cxn>
                    <a:cxn ang="0">
                      <a:pos x="443" y="1399"/>
                    </a:cxn>
                    <a:cxn ang="0">
                      <a:pos x="553" y="1580"/>
                    </a:cxn>
                    <a:cxn ang="0">
                      <a:pos x="708" y="1721"/>
                    </a:cxn>
                    <a:cxn ang="0">
                      <a:pos x="900" y="1812"/>
                    </a:cxn>
                    <a:cxn ang="0">
                      <a:pos x="1116" y="1846"/>
                    </a:cxn>
                    <a:cxn ang="0">
                      <a:pos x="1333" y="1812"/>
                    </a:cxn>
                    <a:cxn ang="0">
                      <a:pos x="1524" y="1721"/>
                    </a:cxn>
                    <a:cxn ang="0">
                      <a:pos x="1680" y="1580"/>
                    </a:cxn>
                    <a:cxn ang="0">
                      <a:pos x="1790" y="1399"/>
                    </a:cxn>
                    <a:cxn ang="0">
                      <a:pos x="1843" y="1189"/>
                    </a:cxn>
                    <a:cxn ang="0">
                      <a:pos x="1833" y="967"/>
                    </a:cxn>
                    <a:cxn ang="0">
                      <a:pos x="1760" y="767"/>
                    </a:cxn>
                    <a:cxn ang="0">
                      <a:pos x="1633" y="598"/>
                    </a:cxn>
                    <a:cxn ang="0">
                      <a:pos x="1465" y="473"/>
                    </a:cxn>
                    <a:cxn ang="0">
                      <a:pos x="1264" y="398"/>
                    </a:cxn>
                    <a:cxn ang="0">
                      <a:pos x="1116" y="0"/>
                    </a:cxn>
                    <a:cxn ang="0">
                      <a:pos x="1398" y="36"/>
                    </a:cxn>
                    <a:cxn ang="0">
                      <a:pos x="1653" y="137"/>
                    </a:cxn>
                    <a:cxn ang="0">
                      <a:pos x="1872" y="295"/>
                    </a:cxn>
                    <a:cxn ang="0">
                      <a:pos x="2047" y="501"/>
                    </a:cxn>
                    <a:cxn ang="0">
                      <a:pos x="2169" y="745"/>
                    </a:cxn>
                    <a:cxn ang="0">
                      <a:pos x="2227" y="1019"/>
                    </a:cxn>
                    <a:cxn ang="0">
                      <a:pos x="2215" y="1305"/>
                    </a:cxn>
                    <a:cxn ang="0">
                      <a:pos x="2134" y="1569"/>
                    </a:cxn>
                    <a:cxn ang="0">
                      <a:pos x="1995" y="1802"/>
                    </a:cxn>
                    <a:cxn ang="0">
                      <a:pos x="1803" y="1993"/>
                    </a:cxn>
                    <a:cxn ang="0">
                      <a:pos x="1571" y="2133"/>
                    </a:cxn>
                    <a:cxn ang="0">
                      <a:pos x="1306" y="2214"/>
                    </a:cxn>
                    <a:cxn ang="0">
                      <a:pos x="1021" y="2226"/>
                    </a:cxn>
                    <a:cxn ang="0">
                      <a:pos x="747" y="2167"/>
                    </a:cxn>
                    <a:cxn ang="0">
                      <a:pos x="502" y="2045"/>
                    </a:cxn>
                    <a:cxn ang="0">
                      <a:pos x="296" y="1871"/>
                    </a:cxn>
                    <a:cxn ang="0">
                      <a:pos x="138" y="1652"/>
                    </a:cxn>
                    <a:cxn ang="0">
                      <a:pos x="36" y="1396"/>
                    </a:cxn>
                    <a:cxn ang="0">
                      <a:pos x="0" y="1115"/>
                    </a:cxn>
                    <a:cxn ang="0">
                      <a:pos x="36" y="833"/>
                    </a:cxn>
                    <a:cxn ang="0">
                      <a:pos x="138" y="578"/>
                    </a:cxn>
                    <a:cxn ang="0">
                      <a:pos x="296" y="359"/>
                    </a:cxn>
                    <a:cxn ang="0">
                      <a:pos x="502" y="184"/>
                    </a:cxn>
                    <a:cxn ang="0">
                      <a:pos x="747" y="62"/>
                    </a:cxn>
                    <a:cxn ang="0">
                      <a:pos x="1021" y="4"/>
                    </a:cxn>
                  </a:cxnLst>
                  <a:rect l="0" t="0" r="r" b="b"/>
                  <a:pathLst>
                    <a:path w="2231" h="2230">
                      <a:moveTo>
                        <a:pt x="1116" y="384"/>
                      </a:moveTo>
                      <a:lnTo>
                        <a:pt x="1042" y="388"/>
                      </a:lnTo>
                      <a:lnTo>
                        <a:pt x="969" y="398"/>
                      </a:lnTo>
                      <a:lnTo>
                        <a:pt x="898" y="417"/>
                      </a:lnTo>
                      <a:lnTo>
                        <a:pt x="832" y="441"/>
                      </a:lnTo>
                      <a:lnTo>
                        <a:pt x="768" y="473"/>
                      </a:lnTo>
                      <a:lnTo>
                        <a:pt x="707" y="509"/>
                      </a:lnTo>
                      <a:lnTo>
                        <a:pt x="651" y="551"/>
                      </a:lnTo>
                      <a:lnTo>
                        <a:pt x="599" y="598"/>
                      </a:lnTo>
                      <a:lnTo>
                        <a:pt x="553" y="650"/>
                      </a:lnTo>
                      <a:lnTo>
                        <a:pt x="510" y="707"/>
                      </a:lnTo>
                      <a:lnTo>
                        <a:pt x="473" y="767"/>
                      </a:lnTo>
                      <a:lnTo>
                        <a:pt x="443" y="830"/>
                      </a:lnTo>
                      <a:lnTo>
                        <a:pt x="419" y="898"/>
                      </a:lnTo>
                      <a:lnTo>
                        <a:pt x="400" y="967"/>
                      </a:lnTo>
                      <a:lnTo>
                        <a:pt x="389" y="1040"/>
                      </a:lnTo>
                      <a:lnTo>
                        <a:pt x="386" y="1115"/>
                      </a:lnTo>
                      <a:lnTo>
                        <a:pt x="389" y="1189"/>
                      </a:lnTo>
                      <a:lnTo>
                        <a:pt x="400" y="1262"/>
                      </a:lnTo>
                      <a:lnTo>
                        <a:pt x="419" y="1333"/>
                      </a:lnTo>
                      <a:lnTo>
                        <a:pt x="443" y="1399"/>
                      </a:lnTo>
                      <a:lnTo>
                        <a:pt x="475" y="1463"/>
                      </a:lnTo>
                      <a:lnTo>
                        <a:pt x="510" y="1524"/>
                      </a:lnTo>
                      <a:lnTo>
                        <a:pt x="553" y="1580"/>
                      </a:lnTo>
                      <a:lnTo>
                        <a:pt x="599" y="1632"/>
                      </a:lnTo>
                      <a:lnTo>
                        <a:pt x="651" y="1678"/>
                      </a:lnTo>
                      <a:lnTo>
                        <a:pt x="708" y="1721"/>
                      </a:lnTo>
                      <a:lnTo>
                        <a:pt x="768" y="1758"/>
                      </a:lnTo>
                      <a:lnTo>
                        <a:pt x="832" y="1788"/>
                      </a:lnTo>
                      <a:lnTo>
                        <a:pt x="900" y="1812"/>
                      </a:lnTo>
                      <a:lnTo>
                        <a:pt x="969" y="1831"/>
                      </a:lnTo>
                      <a:lnTo>
                        <a:pt x="1042" y="1842"/>
                      </a:lnTo>
                      <a:lnTo>
                        <a:pt x="1116" y="1846"/>
                      </a:lnTo>
                      <a:lnTo>
                        <a:pt x="1191" y="1842"/>
                      </a:lnTo>
                      <a:lnTo>
                        <a:pt x="1264" y="1831"/>
                      </a:lnTo>
                      <a:lnTo>
                        <a:pt x="1333" y="1812"/>
                      </a:lnTo>
                      <a:lnTo>
                        <a:pt x="1401" y="1788"/>
                      </a:lnTo>
                      <a:lnTo>
                        <a:pt x="1465" y="1758"/>
                      </a:lnTo>
                      <a:lnTo>
                        <a:pt x="1524" y="1721"/>
                      </a:lnTo>
                      <a:lnTo>
                        <a:pt x="1581" y="1678"/>
                      </a:lnTo>
                      <a:lnTo>
                        <a:pt x="1633" y="1632"/>
                      </a:lnTo>
                      <a:lnTo>
                        <a:pt x="1680" y="1580"/>
                      </a:lnTo>
                      <a:lnTo>
                        <a:pt x="1722" y="1524"/>
                      </a:lnTo>
                      <a:lnTo>
                        <a:pt x="1758" y="1463"/>
                      </a:lnTo>
                      <a:lnTo>
                        <a:pt x="1790" y="1399"/>
                      </a:lnTo>
                      <a:lnTo>
                        <a:pt x="1814" y="1333"/>
                      </a:lnTo>
                      <a:lnTo>
                        <a:pt x="1833" y="1262"/>
                      </a:lnTo>
                      <a:lnTo>
                        <a:pt x="1843" y="1189"/>
                      </a:lnTo>
                      <a:lnTo>
                        <a:pt x="1847" y="1115"/>
                      </a:lnTo>
                      <a:lnTo>
                        <a:pt x="1843" y="1040"/>
                      </a:lnTo>
                      <a:lnTo>
                        <a:pt x="1833" y="967"/>
                      </a:lnTo>
                      <a:lnTo>
                        <a:pt x="1814" y="898"/>
                      </a:lnTo>
                      <a:lnTo>
                        <a:pt x="1790" y="830"/>
                      </a:lnTo>
                      <a:lnTo>
                        <a:pt x="1760" y="767"/>
                      </a:lnTo>
                      <a:lnTo>
                        <a:pt x="1722" y="707"/>
                      </a:lnTo>
                      <a:lnTo>
                        <a:pt x="1680" y="650"/>
                      </a:lnTo>
                      <a:lnTo>
                        <a:pt x="1633" y="598"/>
                      </a:lnTo>
                      <a:lnTo>
                        <a:pt x="1581" y="551"/>
                      </a:lnTo>
                      <a:lnTo>
                        <a:pt x="1526" y="509"/>
                      </a:lnTo>
                      <a:lnTo>
                        <a:pt x="1465" y="473"/>
                      </a:lnTo>
                      <a:lnTo>
                        <a:pt x="1401" y="441"/>
                      </a:lnTo>
                      <a:lnTo>
                        <a:pt x="1334" y="417"/>
                      </a:lnTo>
                      <a:lnTo>
                        <a:pt x="1264" y="398"/>
                      </a:lnTo>
                      <a:lnTo>
                        <a:pt x="1191" y="388"/>
                      </a:lnTo>
                      <a:lnTo>
                        <a:pt x="1116" y="384"/>
                      </a:lnTo>
                      <a:close/>
                      <a:moveTo>
                        <a:pt x="1116" y="0"/>
                      </a:moveTo>
                      <a:lnTo>
                        <a:pt x="1212" y="4"/>
                      </a:lnTo>
                      <a:lnTo>
                        <a:pt x="1306" y="16"/>
                      </a:lnTo>
                      <a:lnTo>
                        <a:pt x="1398" y="36"/>
                      </a:lnTo>
                      <a:lnTo>
                        <a:pt x="1486" y="62"/>
                      </a:lnTo>
                      <a:lnTo>
                        <a:pt x="1571" y="97"/>
                      </a:lnTo>
                      <a:lnTo>
                        <a:pt x="1653" y="137"/>
                      </a:lnTo>
                      <a:lnTo>
                        <a:pt x="1730" y="184"/>
                      </a:lnTo>
                      <a:lnTo>
                        <a:pt x="1803" y="236"/>
                      </a:lnTo>
                      <a:lnTo>
                        <a:pt x="1872" y="295"/>
                      </a:lnTo>
                      <a:lnTo>
                        <a:pt x="1936" y="359"/>
                      </a:lnTo>
                      <a:lnTo>
                        <a:pt x="1995" y="428"/>
                      </a:lnTo>
                      <a:lnTo>
                        <a:pt x="2047" y="501"/>
                      </a:lnTo>
                      <a:lnTo>
                        <a:pt x="2094" y="578"/>
                      </a:lnTo>
                      <a:lnTo>
                        <a:pt x="2134" y="660"/>
                      </a:lnTo>
                      <a:lnTo>
                        <a:pt x="2169" y="745"/>
                      </a:lnTo>
                      <a:lnTo>
                        <a:pt x="2195" y="833"/>
                      </a:lnTo>
                      <a:lnTo>
                        <a:pt x="2215" y="925"/>
                      </a:lnTo>
                      <a:lnTo>
                        <a:pt x="2227" y="1019"/>
                      </a:lnTo>
                      <a:lnTo>
                        <a:pt x="2231" y="1115"/>
                      </a:lnTo>
                      <a:lnTo>
                        <a:pt x="2227" y="1210"/>
                      </a:lnTo>
                      <a:lnTo>
                        <a:pt x="2215" y="1305"/>
                      </a:lnTo>
                      <a:lnTo>
                        <a:pt x="2195" y="1396"/>
                      </a:lnTo>
                      <a:lnTo>
                        <a:pt x="2169" y="1484"/>
                      </a:lnTo>
                      <a:lnTo>
                        <a:pt x="2134" y="1569"/>
                      </a:lnTo>
                      <a:lnTo>
                        <a:pt x="2094" y="1652"/>
                      </a:lnTo>
                      <a:lnTo>
                        <a:pt x="2047" y="1729"/>
                      </a:lnTo>
                      <a:lnTo>
                        <a:pt x="1995" y="1802"/>
                      </a:lnTo>
                      <a:lnTo>
                        <a:pt x="1936" y="1871"/>
                      </a:lnTo>
                      <a:lnTo>
                        <a:pt x="1872" y="1935"/>
                      </a:lnTo>
                      <a:lnTo>
                        <a:pt x="1803" y="1993"/>
                      </a:lnTo>
                      <a:lnTo>
                        <a:pt x="1730" y="2045"/>
                      </a:lnTo>
                      <a:lnTo>
                        <a:pt x="1653" y="2093"/>
                      </a:lnTo>
                      <a:lnTo>
                        <a:pt x="1571" y="2133"/>
                      </a:lnTo>
                      <a:lnTo>
                        <a:pt x="1486" y="2167"/>
                      </a:lnTo>
                      <a:lnTo>
                        <a:pt x="1398" y="2194"/>
                      </a:lnTo>
                      <a:lnTo>
                        <a:pt x="1306" y="2214"/>
                      </a:lnTo>
                      <a:lnTo>
                        <a:pt x="1212" y="2226"/>
                      </a:lnTo>
                      <a:lnTo>
                        <a:pt x="1116" y="2230"/>
                      </a:lnTo>
                      <a:lnTo>
                        <a:pt x="1021" y="2226"/>
                      </a:lnTo>
                      <a:lnTo>
                        <a:pt x="926" y="2214"/>
                      </a:lnTo>
                      <a:lnTo>
                        <a:pt x="835" y="2194"/>
                      </a:lnTo>
                      <a:lnTo>
                        <a:pt x="747" y="2167"/>
                      </a:lnTo>
                      <a:lnTo>
                        <a:pt x="662" y="2133"/>
                      </a:lnTo>
                      <a:lnTo>
                        <a:pt x="580" y="2093"/>
                      </a:lnTo>
                      <a:lnTo>
                        <a:pt x="502" y="2045"/>
                      </a:lnTo>
                      <a:lnTo>
                        <a:pt x="429" y="1993"/>
                      </a:lnTo>
                      <a:lnTo>
                        <a:pt x="360" y="1935"/>
                      </a:lnTo>
                      <a:lnTo>
                        <a:pt x="296" y="1871"/>
                      </a:lnTo>
                      <a:lnTo>
                        <a:pt x="238" y="1802"/>
                      </a:lnTo>
                      <a:lnTo>
                        <a:pt x="185" y="1729"/>
                      </a:lnTo>
                      <a:lnTo>
                        <a:pt x="138" y="1652"/>
                      </a:lnTo>
                      <a:lnTo>
                        <a:pt x="97" y="1569"/>
                      </a:lnTo>
                      <a:lnTo>
                        <a:pt x="63" y="1484"/>
                      </a:lnTo>
                      <a:lnTo>
                        <a:pt x="36" y="1396"/>
                      </a:lnTo>
                      <a:lnTo>
                        <a:pt x="16" y="1305"/>
                      </a:lnTo>
                      <a:lnTo>
                        <a:pt x="4" y="1210"/>
                      </a:lnTo>
                      <a:lnTo>
                        <a:pt x="0" y="1115"/>
                      </a:lnTo>
                      <a:lnTo>
                        <a:pt x="4" y="1019"/>
                      </a:lnTo>
                      <a:lnTo>
                        <a:pt x="16" y="925"/>
                      </a:lnTo>
                      <a:lnTo>
                        <a:pt x="36" y="833"/>
                      </a:lnTo>
                      <a:lnTo>
                        <a:pt x="63" y="745"/>
                      </a:lnTo>
                      <a:lnTo>
                        <a:pt x="97" y="660"/>
                      </a:lnTo>
                      <a:lnTo>
                        <a:pt x="138" y="578"/>
                      </a:lnTo>
                      <a:lnTo>
                        <a:pt x="185" y="501"/>
                      </a:lnTo>
                      <a:lnTo>
                        <a:pt x="238" y="428"/>
                      </a:lnTo>
                      <a:lnTo>
                        <a:pt x="296" y="359"/>
                      </a:lnTo>
                      <a:lnTo>
                        <a:pt x="360" y="295"/>
                      </a:lnTo>
                      <a:lnTo>
                        <a:pt x="429" y="236"/>
                      </a:lnTo>
                      <a:lnTo>
                        <a:pt x="502" y="184"/>
                      </a:lnTo>
                      <a:lnTo>
                        <a:pt x="580" y="137"/>
                      </a:lnTo>
                      <a:lnTo>
                        <a:pt x="662" y="97"/>
                      </a:lnTo>
                      <a:lnTo>
                        <a:pt x="747" y="62"/>
                      </a:lnTo>
                      <a:lnTo>
                        <a:pt x="835" y="36"/>
                      </a:lnTo>
                      <a:lnTo>
                        <a:pt x="926" y="16"/>
                      </a:lnTo>
                      <a:lnTo>
                        <a:pt x="1021" y="4"/>
                      </a:lnTo>
                      <a:lnTo>
                        <a:pt x="1116"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47" name="Freeform 10">
                  <a:extLst>
                    <a:ext uri="{FF2B5EF4-FFF2-40B4-BE49-F238E27FC236}">
                      <a16:creationId xmlns:a16="http://schemas.microsoft.com/office/drawing/2014/main" id="{4F4AF6EE-6A54-AA47-A93A-8AE5F5AD2DB4}"/>
                    </a:ext>
                  </a:extLst>
                </p:cNvPr>
                <p:cNvSpPr>
                  <a:spLocks/>
                </p:cNvSpPr>
                <p:nvPr/>
              </p:nvSpPr>
              <p:spPr bwMode="auto">
                <a:xfrm>
                  <a:off x="6163473" y="5494496"/>
                  <a:ext cx="26923" cy="26923"/>
                </a:xfrm>
                <a:custGeom>
                  <a:avLst/>
                  <a:gdLst/>
                  <a:ahLst/>
                  <a:cxnLst>
                    <a:cxn ang="0">
                      <a:pos x="282" y="0"/>
                    </a:cxn>
                    <a:cxn ang="0">
                      <a:pos x="326" y="4"/>
                    </a:cxn>
                    <a:cxn ang="0">
                      <a:pos x="368" y="14"/>
                    </a:cxn>
                    <a:cxn ang="0">
                      <a:pos x="410" y="30"/>
                    </a:cxn>
                    <a:cxn ang="0">
                      <a:pos x="447" y="54"/>
                    </a:cxn>
                    <a:cxn ang="0">
                      <a:pos x="481" y="82"/>
                    </a:cxn>
                    <a:cxn ang="0">
                      <a:pos x="509" y="117"/>
                    </a:cxn>
                    <a:cxn ang="0">
                      <a:pos x="533" y="154"/>
                    </a:cxn>
                    <a:cxn ang="0">
                      <a:pos x="549" y="195"/>
                    </a:cxn>
                    <a:cxn ang="0">
                      <a:pos x="560" y="238"/>
                    </a:cxn>
                    <a:cxn ang="0">
                      <a:pos x="564" y="282"/>
                    </a:cxn>
                    <a:cxn ang="0">
                      <a:pos x="560" y="325"/>
                    </a:cxn>
                    <a:cxn ang="0">
                      <a:pos x="549" y="369"/>
                    </a:cxn>
                    <a:cxn ang="0">
                      <a:pos x="533" y="409"/>
                    </a:cxn>
                    <a:cxn ang="0">
                      <a:pos x="509" y="448"/>
                    </a:cxn>
                    <a:cxn ang="0">
                      <a:pos x="481" y="481"/>
                    </a:cxn>
                    <a:cxn ang="0">
                      <a:pos x="447" y="510"/>
                    </a:cxn>
                    <a:cxn ang="0">
                      <a:pos x="410" y="533"/>
                    </a:cxn>
                    <a:cxn ang="0">
                      <a:pos x="368" y="550"/>
                    </a:cxn>
                    <a:cxn ang="0">
                      <a:pos x="326" y="559"/>
                    </a:cxn>
                    <a:cxn ang="0">
                      <a:pos x="282" y="563"/>
                    </a:cxn>
                    <a:cxn ang="0">
                      <a:pos x="245" y="561"/>
                    </a:cxn>
                    <a:cxn ang="0">
                      <a:pos x="209" y="554"/>
                    </a:cxn>
                    <a:cxn ang="0">
                      <a:pos x="174" y="542"/>
                    </a:cxn>
                    <a:cxn ang="0">
                      <a:pos x="141" y="526"/>
                    </a:cxn>
                    <a:cxn ang="0">
                      <a:pos x="111" y="505"/>
                    </a:cxn>
                    <a:cxn ang="0">
                      <a:pos x="83" y="481"/>
                    </a:cxn>
                    <a:cxn ang="0">
                      <a:pos x="59" y="453"/>
                    </a:cxn>
                    <a:cxn ang="0">
                      <a:pos x="38" y="422"/>
                    </a:cxn>
                    <a:cxn ang="0">
                      <a:pos x="22" y="389"/>
                    </a:cxn>
                    <a:cxn ang="0">
                      <a:pos x="10" y="355"/>
                    </a:cxn>
                    <a:cxn ang="0">
                      <a:pos x="3" y="319"/>
                    </a:cxn>
                    <a:cxn ang="0">
                      <a:pos x="0" y="282"/>
                    </a:cxn>
                    <a:cxn ang="0">
                      <a:pos x="4" y="238"/>
                    </a:cxn>
                    <a:cxn ang="0">
                      <a:pos x="14" y="195"/>
                    </a:cxn>
                    <a:cxn ang="0">
                      <a:pos x="31" y="154"/>
                    </a:cxn>
                    <a:cxn ang="0">
                      <a:pos x="54" y="117"/>
                    </a:cxn>
                    <a:cxn ang="0">
                      <a:pos x="83" y="82"/>
                    </a:cxn>
                    <a:cxn ang="0">
                      <a:pos x="116" y="54"/>
                    </a:cxn>
                    <a:cxn ang="0">
                      <a:pos x="155" y="30"/>
                    </a:cxn>
                    <a:cxn ang="0">
                      <a:pos x="194" y="14"/>
                    </a:cxn>
                    <a:cxn ang="0">
                      <a:pos x="238" y="4"/>
                    </a:cxn>
                    <a:cxn ang="0">
                      <a:pos x="282" y="0"/>
                    </a:cxn>
                  </a:cxnLst>
                  <a:rect l="0" t="0" r="r" b="b"/>
                  <a:pathLst>
                    <a:path w="564" h="563">
                      <a:moveTo>
                        <a:pt x="282" y="0"/>
                      </a:moveTo>
                      <a:lnTo>
                        <a:pt x="326" y="4"/>
                      </a:lnTo>
                      <a:lnTo>
                        <a:pt x="368" y="14"/>
                      </a:lnTo>
                      <a:lnTo>
                        <a:pt x="410" y="30"/>
                      </a:lnTo>
                      <a:lnTo>
                        <a:pt x="447" y="54"/>
                      </a:lnTo>
                      <a:lnTo>
                        <a:pt x="481" y="82"/>
                      </a:lnTo>
                      <a:lnTo>
                        <a:pt x="509" y="117"/>
                      </a:lnTo>
                      <a:lnTo>
                        <a:pt x="533" y="154"/>
                      </a:lnTo>
                      <a:lnTo>
                        <a:pt x="549" y="195"/>
                      </a:lnTo>
                      <a:lnTo>
                        <a:pt x="560" y="238"/>
                      </a:lnTo>
                      <a:lnTo>
                        <a:pt x="564" y="282"/>
                      </a:lnTo>
                      <a:lnTo>
                        <a:pt x="560" y="325"/>
                      </a:lnTo>
                      <a:lnTo>
                        <a:pt x="549" y="369"/>
                      </a:lnTo>
                      <a:lnTo>
                        <a:pt x="533" y="409"/>
                      </a:lnTo>
                      <a:lnTo>
                        <a:pt x="509" y="448"/>
                      </a:lnTo>
                      <a:lnTo>
                        <a:pt x="481" y="481"/>
                      </a:lnTo>
                      <a:lnTo>
                        <a:pt x="447" y="510"/>
                      </a:lnTo>
                      <a:lnTo>
                        <a:pt x="410" y="533"/>
                      </a:lnTo>
                      <a:lnTo>
                        <a:pt x="368" y="550"/>
                      </a:lnTo>
                      <a:lnTo>
                        <a:pt x="326" y="559"/>
                      </a:lnTo>
                      <a:lnTo>
                        <a:pt x="282" y="563"/>
                      </a:lnTo>
                      <a:lnTo>
                        <a:pt x="245" y="561"/>
                      </a:lnTo>
                      <a:lnTo>
                        <a:pt x="209" y="554"/>
                      </a:lnTo>
                      <a:lnTo>
                        <a:pt x="174" y="542"/>
                      </a:lnTo>
                      <a:lnTo>
                        <a:pt x="141" y="526"/>
                      </a:lnTo>
                      <a:lnTo>
                        <a:pt x="111" y="505"/>
                      </a:lnTo>
                      <a:lnTo>
                        <a:pt x="83" y="481"/>
                      </a:lnTo>
                      <a:lnTo>
                        <a:pt x="59" y="453"/>
                      </a:lnTo>
                      <a:lnTo>
                        <a:pt x="38" y="422"/>
                      </a:lnTo>
                      <a:lnTo>
                        <a:pt x="22" y="389"/>
                      </a:lnTo>
                      <a:lnTo>
                        <a:pt x="10" y="355"/>
                      </a:lnTo>
                      <a:lnTo>
                        <a:pt x="3" y="319"/>
                      </a:lnTo>
                      <a:lnTo>
                        <a:pt x="0" y="282"/>
                      </a:lnTo>
                      <a:lnTo>
                        <a:pt x="4" y="238"/>
                      </a:lnTo>
                      <a:lnTo>
                        <a:pt x="14" y="195"/>
                      </a:lnTo>
                      <a:lnTo>
                        <a:pt x="31" y="154"/>
                      </a:lnTo>
                      <a:lnTo>
                        <a:pt x="54" y="117"/>
                      </a:lnTo>
                      <a:lnTo>
                        <a:pt x="83" y="82"/>
                      </a:lnTo>
                      <a:lnTo>
                        <a:pt x="116" y="54"/>
                      </a:lnTo>
                      <a:lnTo>
                        <a:pt x="155" y="30"/>
                      </a:lnTo>
                      <a:lnTo>
                        <a:pt x="194" y="14"/>
                      </a:lnTo>
                      <a:lnTo>
                        <a:pt x="238" y="4"/>
                      </a:lnTo>
                      <a:lnTo>
                        <a:pt x="282"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grpSp>
          <p:nvGrpSpPr>
            <p:cNvPr id="34" name="Grupo 139">
              <a:extLst>
                <a:ext uri="{FF2B5EF4-FFF2-40B4-BE49-F238E27FC236}">
                  <a16:creationId xmlns:a16="http://schemas.microsoft.com/office/drawing/2014/main" id="{88304EBA-980D-2F49-9F2C-A3D782C976DB}"/>
                </a:ext>
              </a:extLst>
            </p:cNvPr>
            <p:cNvGrpSpPr/>
            <p:nvPr/>
          </p:nvGrpSpPr>
          <p:grpSpPr>
            <a:xfrm>
              <a:off x="11231679" y="11388591"/>
              <a:ext cx="569609" cy="569609"/>
              <a:chOff x="5237549" y="5269647"/>
              <a:chExt cx="569609" cy="569609"/>
            </a:xfrm>
          </p:grpSpPr>
          <p:sp>
            <p:nvSpPr>
              <p:cNvPr id="41" name="Elipse 140">
                <a:extLst>
                  <a:ext uri="{FF2B5EF4-FFF2-40B4-BE49-F238E27FC236}">
                    <a16:creationId xmlns:a16="http://schemas.microsoft.com/office/drawing/2014/main" id="{A5A46748-D74F-9C45-8D50-E4B95F3EA08E}"/>
                  </a:ext>
                </a:extLst>
              </p:cNvPr>
              <p:cNvSpPr/>
              <p:nvPr/>
            </p:nvSpPr>
            <p:spPr>
              <a:xfrm>
                <a:off x="5237549"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sp>
            <p:nvSpPr>
              <p:cNvPr id="42" name="Freeform 18">
                <a:extLst>
                  <a:ext uri="{FF2B5EF4-FFF2-40B4-BE49-F238E27FC236}">
                    <a16:creationId xmlns:a16="http://schemas.microsoft.com/office/drawing/2014/main" id="{D348975F-98DC-8E4D-B36E-7291FBB765A7}"/>
                  </a:ext>
                </a:extLst>
              </p:cNvPr>
              <p:cNvSpPr>
                <a:spLocks/>
              </p:cNvSpPr>
              <p:nvPr/>
            </p:nvSpPr>
            <p:spPr bwMode="auto">
              <a:xfrm>
                <a:off x="5470839" y="5454641"/>
                <a:ext cx="103031" cy="199622"/>
              </a:xfrm>
              <a:custGeom>
                <a:avLst/>
                <a:gdLst>
                  <a:gd name="T0" fmla="*/ 27 w 27"/>
                  <a:gd name="T1" fmla="*/ 8 h 52"/>
                  <a:gd name="T2" fmla="*/ 22 w 27"/>
                  <a:gd name="T3" fmla="*/ 8 h 52"/>
                  <a:gd name="T4" fmla="*/ 18 w 27"/>
                  <a:gd name="T5" fmla="*/ 13 h 52"/>
                  <a:gd name="T6" fmla="*/ 18 w 27"/>
                  <a:gd name="T7" fmla="*/ 19 h 52"/>
                  <a:gd name="T8" fmla="*/ 27 w 27"/>
                  <a:gd name="T9" fmla="*/ 19 h 52"/>
                  <a:gd name="T10" fmla="*/ 25 w 27"/>
                  <a:gd name="T11" fmla="*/ 28 h 52"/>
                  <a:gd name="T12" fmla="*/ 18 w 27"/>
                  <a:gd name="T13" fmla="*/ 28 h 52"/>
                  <a:gd name="T14" fmla="*/ 18 w 27"/>
                  <a:gd name="T15" fmla="*/ 52 h 52"/>
                  <a:gd name="T16" fmla="*/ 8 w 27"/>
                  <a:gd name="T17" fmla="*/ 52 h 52"/>
                  <a:gd name="T18" fmla="*/ 8 w 27"/>
                  <a:gd name="T19" fmla="*/ 28 h 52"/>
                  <a:gd name="T20" fmla="*/ 0 w 27"/>
                  <a:gd name="T21" fmla="*/ 28 h 52"/>
                  <a:gd name="T22" fmla="*/ 0 w 27"/>
                  <a:gd name="T23" fmla="*/ 19 h 52"/>
                  <a:gd name="T24" fmla="*/ 8 w 27"/>
                  <a:gd name="T25" fmla="*/ 19 h 52"/>
                  <a:gd name="T26" fmla="*/ 8 w 27"/>
                  <a:gd name="T27" fmla="*/ 12 h 52"/>
                  <a:gd name="T28" fmla="*/ 20 w 27"/>
                  <a:gd name="T29" fmla="*/ 0 h 52"/>
                  <a:gd name="T30" fmla="*/ 27 w 27"/>
                  <a:gd name="T31" fmla="*/ 0 h 52"/>
                  <a:gd name="T32" fmla="*/ 27 w 27"/>
                  <a:gd name="T33" fmla="*/ 8 h 52"/>
                  <a:gd name="T34" fmla="*/ 27 w 27"/>
                  <a:gd name="T35"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 h="52">
                    <a:moveTo>
                      <a:pt x="27" y="8"/>
                    </a:moveTo>
                    <a:cubicBezTo>
                      <a:pt x="22" y="8"/>
                      <a:pt x="22" y="8"/>
                      <a:pt x="22" y="8"/>
                    </a:cubicBezTo>
                    <a:cubicBezTo>
                      <a:pt x="18" y="8"/>
                      <a:pt x="18" y="11"/>
                      <a:pt x="18" y="13"/>
                    </a:cubicBezTo>
                    <a:cubicBezTo>
                      <a:pt x="18" y="19"/>
                      <a:pt x="18" y="19"/>
                      <a:pt x="18" y="19"/>
                    </a:cubicBezTo>
                    <a:cubicBezTo>
                      <a:pt x="27" y="19"/>
                      <a:pt x="27" y="19"/>
                      <a:pt x="27" y="19"/>
                    </a:cubicBezTo>
                    <a:cubicBezTo>
                      <a:pt x="25" y="28"/>
                      <a:pt x="25" y="28"/>
                      <a:pt x="25" y="28"/>
                    </a:cubicBezTo>
                    <a:cubicBezTo>
                      <a:pt x="18" y="28"/>
                      <a:pt x="18" y="28"/>
                      <a:pt x="18" y="28"/>
                    </a:cubicBezTo>
                    <a:cubicBezTo>
                      <a:pt x="18" y="52"/>
                      <a:pt x="18" y="52"/>
                      <a:pt x="18" y="52"/>
                    </a:cubicBezTo>
                    <a:cubicBezTo>
                      <a:pt x="8" y="52"/>
                      <a:pt x="8" y="52"/>
                      <a:pt x="8" y="52"/>
                    </a:cubicBezTo>
                    <a:cubicBezTo>
                      <a:pt x="8" y="28"/>
                      <a:pt x="8" y="28"/>
                      <a:pt x="8" y="28"/>
                    </a:cubicBezTo>
                    <a:cubicBezTo>
                      <a:pt x="0" y="28"/>
                      <a:pt x="0" y="28"/>
                      <a:pt x="0" y="28"/>
                    </a:cubicBezTo>
                    <a:cubicBezTo>
                      <a:pt x="0" y="19"/>
                      <a:pt x="0" y="19"/>
                      <a:pt x="0" y="19"/>
                    </a:cubicBezTo>
                    <a:cubicBezTo>
                      <a:pt x="8" y="19"/>
                      <a:pt x="8" y="19"/>
                      <a:pt x="8" y="19"/>
                    </a:cubicBezTo>
                    <a:cubicBezTo>
                      <a:pt x="8" y="12"/>
                      <a:pt x="8" y="12"/>
                      <a:pt x="8" y="12"/>
                    </a:cubicBezTo>
                    <a:cubicBezTo>
                      <a:pt x="8" y="4"/>
                      <a:pt x="13" y="0"/>
                      <a:pt x="20" y="0"/>
                    </a:cubicBezTo>
                    <a:cubicBezTo>
                      <a:pt x="23" y="0"/>
                      <a:pt x="26" y="0"/>
                      <a:pt x="27" y="0"/>
                    </a:cubicBezTo>
                    <a:cubicBezTo>
                      <a:pt x="27" y="8"/>
                      <a:pt x="27" y="8"/>
                      <a:pt x="27" y="8"/>
                    </a:cubicBezTo>
                    <a:cubicBezTo>
                      <a:pt x="27" y="8"/>
                      <a:pt x="27" y="8"/>
                      <a:pt x="27" y="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nvGrpSpPr>
            <p:cNvPr id="35" name="Group 34">
              <a:extLst>
                <a:ext uri="{FF2B5EF4-FFF2-40B4-BE49-F238E27FC236}">
                  <a16:creationId xmlns:a16="http://schemas.microsoft.com/office/drawing/2014/main" id="{90624EC7-180D-8F4A-A4F0-4F6F3300F018}"/>
                </a:ext>
              </a:extLst>
            </p:cNvPr>
            <p:cNvGrpSpPr/>
            <p:nvPr userDrawn="1"/>
          </p:nvGrpSpPr>
          <p:grpSpPr>
            <a:xfrm>
              <a:off x="13259197" y="11388591"/>
              <a:ext cx="569609" cy="569609"/>
              <a:chOff x="13259197" y="11388591"/>
              <a:chExt cx="569609" cy="569609"/>
            </a:xfrm>
          </p:grpSpPr>
          <p:sp>
            <p:nvSpPr>
              <p:cNvPr id="36" name="Elipse 147">
                <a:extLst>
                  <a:ext uri="{FF2B5EF4-FFF2-40B4-BE49-F238E27FC236}">
                    <a16:creationId xmlns:a16="http://schemas.microsoft.com/office/drawing/2014/main" id="{45AA0CE6-6773-594F-9378-1C3F2DD0C0A4}"/>
                  </a:ext>
                </a:extLst>
              </p:cNvPr>
              <p:cNvSpPr/>
              <p:nvPr/>
            </p:nvSpPr>
            <p:spPr>
              <a:xfrm>
                <a:off x="13259197" y="11388591"/>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b="0">
                  <a:latin typeface="Century Gothic" panose="020B0502020202020204" pitchFamily="34" charset="0"/>
                </a:endParaRPr>
              </a:p>
            </p:txBody>
          </p:sp>
          <p:grpSp>
            <p:nvGrpSpPr>
              <p:cNvPr id="37" name="Group 36">
                <a:extLst>
                  <a:ext uri="{FF2B5EF4-FFF2-40B4-BE49-F238E27FC236}">
                    <a16:creationId xmlns:a16="http://schemas.microsoft.com/office/drawing/2014/main" id="{04611860-41D4-A147-8847-FC287D3BBB9B}"/>
                  </a:ext>
                </a:extLst>
              </p:cNvPr>
              <p:cNvGrpSpPr/>
              <p:nvPr userDrawn="1"/>
            </p:nvGrpSpPr>
            <p:grpSpPr>
              <a:xfrm>
                <a:off x="13441519" y="11573870"/>
                <a:ext cx="217778" cy="204965"/>
                <a:chOff x="13441519" y="11573870"/>
                <a:chExt cx="217778" cy="204965"/>
              </a:xfrm>
              <a:solidFill>
                <a:schemeClr val="accent3"/>
              </a:solidFill>
            </p:grpSpPr>
            <p:sp>
              <p:nvSpPr>
                <p:cNvPr id="38" name="Freeform 37">
                  <a:extLst>
                    <a:ext uri="{FF2B5EF4-FFF2-40B4-BE49-F238E27FC236}">
                      <a16:creationId xmlns:a16="http://schemas.microsoft.com/office/drawing/2014/main" id="{33D7289E-D7C7-B94A-A885-04508E180A21}"/>
                    </a:ext>
                  </a:extLst>
                </p:cNvPr>
                <p:cNvSpPr/>
                <p:nvPr userDrawn="1"/>
              </p:nvSpPr>
              <p:spPr>
                <a:xfrm>
                  <a:off x="13441519" y="11573870"/>
                  <a:ext cx="51045" cy="51306"/>
                </a:xfrm>
                <a:custGeom>
                  <a:avLst/>
                  <a:gdLst>
                    <a:gd name="connsiteX0" fmla="*/ 25522 w 51045"/>
                    <a:gd name="connsiteY0" fmla="*/ 0 h 51306"/>
                    <a:gd name="connsiteX1" fmla="*/ 51045 w 51045"/>
                    <a:gd name="connsiteY1" fmla="*/ 25653 h 51306"/>
                    <a:gd name="connsiteX2" fmla="*/ 25522 w 51045"/>
                    <a:gd name="connsiteY2" fmla="*/ 51306 h 51306"/>
                    <a:gd name="connsiteX3" fmla="*/ 0 w 51045"/>
                    <a:gd name="connsiteY3" fmla="*/ 25653 h 51306"/>
                    <a:gd name="connsiteX4" fmla="*/ 25522 w 51045"/>
                    <a:gd name="connsiteY4" fmla="*/ 0 h 51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45" h="51306">
                      <a:moveTo>
                        <a:pt x="25522" y="0"/>
                      </a:moveTo>
                      <a:cubicBezTo>
                        <a:pt x="39615" y="0"/>
                        <a:pt x="51045" y="11482"/>
                        <a:pt x="51045" y="25653"/>
                      </a:cubicBezTo>
                      <a:cubicBezTo>
                        <a:pt x="51045" y="39824"/>
                        <a:pt x="39615" y="51306"/>
                        <a:pt x="25522" y="51306"/>
                      </a:cubicBezTo>
                      <a:cubicBezTo>
                        <a:pt x="11430" y="51306"/>
                        <a:pt x="0" y="39824"/>
                        <a:pt x="0" y="25653"/>
                      </a:cubicBezTo>
                      <a:cubicBezTo>
                        <a:pt x="0" y="11482"/>
                        <a:pt x="11430" y="0"/>
                        <a:pt x="2552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sp>
              <p:nvSpPr>
                <p:cNvPr id="39" name="Freeform 38">
                  <a:extLst>
                    <a:ext uri="{FF2B5EF4-FFF2-40B4-BE49-F238E27FC236}">
                      <a16:creationId xmlns:a16="http://schemas.microsoft.com/office/drawing/2014/main" id="{B830D232-F1E7-5B41-808D-C1507D70D98E}"/>
                    </a:ext>
                  </a:extLst>
                </p:cNvPr>
                <p:cNvSpPr/>
                <p:nvPr userDrawn="1"/>
              </p:nvSpPr>
              <p:spPr>
                <a:xfrm>
                  <a:off x="13441519" y="11637729"/>
                  <a:ext cx="51045" cy="141106"/>
                </a:xfrm>
                <a:custGeom>
                  <a:avLst/>
                  <a:gdLst>
                    <a:gd name="connsiteX0" fmla="*/ 0 w 51045"/>
                    <a:gd name="connsiteY0" fmla="*/ 0 h 141106"/>
                    <a:gd name="connsiteX1" fmla="*/ 51045 w 51045"/>
                    <a:gd name="connsiteY1" fmla="*/ 0 h 141106"/>
                    <a:gd name="connsiteX2" fmla="*/ 51045 w 51045"/>
                    <a:gd name="connsiteY2" fmla="*/ 141106 h 141106"/>
                    <a:gd name="connsiteX3" fmla="*/ 0 w 51045"/>
                    <a:gd name="connsiteY3" fmla="*/ 141106 h 141106"/>
                    <a:gd name="connsiteX4" fmla="*/ 0 w 51045"/>
                    <a:gd name="connsiteY4" fmla="*/ 0 h 141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45" h="141106">
                      <a:moveTo>
                        <a:pt x="0" y="0"/>
                      </a:moveTo>
                      <a:lnTo>
                        <a:pt x="51045" y="0"/>
                      </a:lnTo>
                      <a:lnTo>
                        <a:pt x="51045" y="141106"/>
                      </a:lnTo>
                      <a:lnTo>
                        <a:pt x="0" y="141106"/>
                      </a:lnTo>
                      <a:cubicBezTo>
                        <a:pt x="0" y="141106"/>
                        <a:pt x="0" y="0"/>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sp>
              <p:nvSpPr>
                <p:cNvPr id="40" name="Freeform 39">
                  <a:extLst>
                    <a:ext uri="{FF2B5EF4-FFF2-40B4-BE49-F238E27FC236}">
                      <a16:creationId xmlns:a16="http://schemas.microsoft.com/office/drawing/2014/main" id="{D4D3CB04-6458-4442-8AA7-F76583B2BF37}"/>
                    </a:ext>
                  </a:extLst>
                </p:cNvPr>
                <p:cNvSpPr/>
                <p:nvPr userDrawn="1"/>
              </p:nvSpPr>
              <p:spPr>
                <a:xfrm>
                  <a:off x="13518373" y="11637729"/>
                  <a:ext cx="140924" cy="141106"/>
                </a:xfrm>
                <a:custGeom>
                  <a:avLst/>
                  <a:gdLst>
                    <a:gd name="connsiteX0" fmla="*/ 94263 w 140924"/>
                    <a:gd name="connsiteY0" fmla="*/ 0 h 141106"/>
                    <a:gd name="connsiteX1" fmla="*/ 140924 w 140924"/>
                    <a:gd name="connsiteY1" fmla="*/ 64251 h 141106"/>
                    <a:gd name="connsiteX2" fmla="*/ 140924 w 140924"/>
                    <a:gd name="connsiteY2" fmla="*/ 141106 h 141106"/>
                    <a:gd name="connsiteX3" fmla="*/ 89696 w 140924"/>
                    <a:gd name="connsiteY3" fmla="*/ 141106 h 141106"/>
                    <a:gd name="connsiteX4" fmla="*/ 89696 w 140924"/>
                    <a:gd name="connsiteY4" fmla="*/ 64251 h 141106"/>
                    <a:gd name="connsiteX5" fmla="*/ 73020 w 140924"/>
                    <a:gd name="connsiteY5" fmla="*/ 38441 h 141106"/>
                    <a:gd name="connsiteX6" fmla="*/ 51255 w 140924"/>
                    <a:gd name="connsiteY6" fmla="*/ 64251 h 141106"/>
                    <a:gd name="connsiteX7" fmla="*/ 51255 w 140924"/>
                    <a:gd name="connsiteY7" fmla="*/ 141106 h 141106"/>
                    <a:gd name="connsiteX8" fmla="*/ 0 w 140924"/>
                    <a:gd name="connsiteY8" fmla="*/ 141106 h 141106"/>
                    <a:gd name="connsiteX9" fmla="*/ 0 w 140924"/>
                    <a:gd name="connsiteY9" fmla="*/ 183 h 141106"/>
                    <a:gd name="connsiteX10" fmla="*/ 51255 w 140924"/>
                    <a:gd name="connsiteY10" fmla="*/ 183 h 141106"/>
                    <a:gd name="connsiteX11" fmla="*/ 51203 w 140924"/>
                    <a:gd name="connsiteY11" fmla="*/ 22861 h 141106"/>
                    <a:gd name="connsiteX12" fmla="*/ 94263 w 140924"/>
                    <a:gd name="connsiteY12" fmla="*/ 0 h 141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924" h="141106">
                      <a:moveTo>
                        <a:pt x="94263" y="0"/>
                      </a:moveTo>
                      <a:cubicBezTo>
                        <a:pt x="123491" y="0"/>
                        <a:pt x="140924" y="24140"/>
                        <a:pt x="140924" y="64251"/>
                      </a:cubicBezTo>
                      <a:lnTo>
                        <a:pt x="140924" y="141106"/>
                      </a:lnTo>
                      <a:lnTo>
                        <a:pt x="89696" y="141106"/>
                      </a:lnTo>
                      <a:lnTo>
                        <a:pt x="89696" y="64251"/>
                      </a:lnTo>
                      <a:cubicBezTo>
                        <a:pt x="89696" y="49897"/>
                        <a:pt x="85285" y="38441"/>
                        <a:pt x="73020" y="38441"/>
                      </a:cubicBezTo>
                      <a:cubicBezTo>
                        <a:pt x="51255" y="38441"/>
                        <a:pt x="51255" y="64251"/>
                        <a:pt x="51255" y="64251"/>
                      </a:cubicBezTo>
                      <a:lnTo>
                        <a:pt x="51255" y="141106"/>
                      </a:lnTo>
                      <a:lnTo>
                        <a:pt x="0" y="141106"/>
                      </a:lnTo>
                      <a:lnTo>
                        <a:pt x="0" y="183"/>
                      </a:lnTo>
                      <a:lnTo>
                        <a:pt x="51255" y="183"/>
                      </a:lnTo>
                      <a:lnTo>
                        <a:pt x="51203" y="22861"/>
                      </a:lnTo>
                      <a:cubicBezTo>
                        <a:pt x="51203" y="22861"/>
                        <a:pt x="56291" y="0"/>
                        <a:pt x="9426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grpSp>
        </p:grpSp>
      </p:grpSp>
      <p:sp>
        <p:nvSpPr>
          <p:cNvPr id="52" name="CuadroTexto 1">
            <a:extLst>
              <a:ext uri="{FF2B5EF4-FFF2-40B4-BE49-F238E27FC236}">
                <a16:creationId xmlns:a16="http://schemas.microsoft.com/office/drawing/2014/main" id="{7BE65B67-BB10-534C-8DB7-6DDDCEF4CC88}"/>
              </a:ext>
            </a:extLst>
          </p:cNvPr>
          <p:cNvSpPr txBox="1"/>
          <p:nvPr userDrawn="1"/>
        </p:nvSpPr>
        <p:spPr>
          <a:xfrm>
            <a:off x="2552784" y="1217140"/>
            <a:ext cx="7086428" cy="769441"/>
          </a:xfrm>
          <a:prstGeom prst="rect">
            <a:avLst/>
          </a:prstGeom>
          <a:noFill/>
        </p:spPr>
        <p:txBody>
          <a:bodyPr wrap="square" rtlCol="0">
            <a:spAutoFit/>
          </a:bodyPr>
          <a:lstStyle/>
          <a:p>
            <a:pPr algn="ctr"/>
            <a:r>
              <a:rPr lang="en-US" sz="4400" b="1">
                <a:solidFill>
                  <a:schemeClr val="bg1"/>
                </a:solidFill>
                <a:latin typeface="Century Gothic" panose="020B0502020202020204" pitchFamily="34" charset="0"/>
              </a:rPr>
              <a:t>MUCHAS GRACIAS</a:t>
            </a:r>
            <a:endParaRPr lang="es-ES_tradnl" sz="4400" b="1">
              <a:solidFill>
                <a:schemeClr val="bg1"/>
              </a:solidFill>
              <a:latin typeface="Century Gothic" panose="020B0502020202020204" pitchFamily="34" charset="0"/>
            </a:endParaRPr>
          </a:p>
        </p:txBody>
      </p:sp>
      <p:sp>
        <p:nvSpPr>
          <p:cNvPr id="60" name="CuadroTexto 23">
            <a:extLst>
              <a:ext uri="{FF2B5EF4-FFF2-40B4-BE49-F238E27FC236}">
                <a16:creationId xmlns:a16="http://schemas.microsoft.com/office/drawing/2014/main" id="{807115D7-D958-4840-9BC9-5F21C83155E6}"/>
              </a:ext>
            </a:extLst>
          </p:cNvPr>
          <p:cNvSpPr txBox="1"/>
          <p:nvPr userDrawn="1"/>
        </p:nvSpPr>
        <p:spPr>
          <a:xfrm>
            <a:off x="2552784" y="2365703"/>
            <a:ext cx="7086428" cy="338554"/>
          </a:xfrm>
          <a:prstGeom prst="rect">
            <a:avLst/>
          </a:prstGeom>
          <a:noFill/>
        </p:spPr>
        <p:txBody>
          <a:bodyPr wrap="square" rtlCol="0">
            <a:spAutoFit/>
          </a:bodyPr>
          <a:lstStyle/>
          <a:p>
            <a:pPr lvl="0" algn="ctr"/>
            <a:r>
              <a:rPr lang="en-US" sz="1600" b="1">
                <a:solidFill>
                  <a:schemeClr val="accent1"/>
                </a:solidFill>
                <a:latin typeface="Century Gothic" panose="020B0502020202020204" pitchFamily="34" charset="0"/>
              </a:rPr>
              <a:t>NUESTRO PRINCIPIO DE CIUDADANÍA CMI</a:t>
            </a:r>
          </a:p>
        </p:txBody>
      </p:sp>
    </p:spTree>
    <p:extLst>
      <p:ext uri="{BB962C8B-B14F-4D97-AF65-F5344CB8AC3E}">
        <p14:creationId xmlns:p14="http://schemas.microsoft.com/office/powerpoint/2010/main" val="257582588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ierre 03 Principio de Ciudadania CMI">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F4C606CA-6F89-E746-8EA8-798AE7A88D2E}"/>
              </a:ext>
            </a:extLst>
          </p:cNvPr>
          <p:cNvGrpSpPr/>
          <p:nvPr userDrawn="1"/>
        </p:nvGrpSpPr>
        <p:grpSpPr>
          <a:xfrm>
            <a:off x="-1" y="0"/>
            <a:ext cx="12192001" cy="6860867"/>
            <a:chOff x="-2" y="0"/>
            <a:chExt cx="24382415" cy="13721733"/>
          </a:xfrm>
        </p:grpSpPr>
        <p:sp>
          <p:nvSpPr>
            <p:cNvPr id="54" name="Google Shape;386;p2">
              <a:extLst>
                <a:ext uri="{FF2B5EF4-FFF2-40B4-BE49-F238E27FC236}">
                  <a16:creationId xmlns:a16="http://schemas.microsoft.com/office/drawing/2014/main" id="{219BC4E1-8F49-6448-B2A6-4CAB3C9ABEE1}"/>
                </a:ext>
              </a:extLst>
            </p:cNvPr>
            <p:cNvSpPr/>
            <p:nvPr userDrawn="1"/>
          </p:nvSpPr>
          <p:spPr>
            <a:xfrm>
              <a:off x="-1" y="0"/>
              <a:ext cx="24382414" cy="13721733"/>
            </a:xfrm>
            <a:prstGeom prst="rect">
              <a:avLst/>
            </a:prstGeom>
            <a:solidFill>
              <a:schemeClr val="tx1"/>
            </a:solidFill>
            <a:ln>
              <a:noFill/>
            </a:ln>
          </p:spPr>
          <p:txBody>
            <a:bodyPr spcFirstLastPara="1" wrap="square" lIns="68569" tIns="68569" rIns="68569" bIns="68569" anchor="ctr" anchorCtr="0">
              <a:noAutofit/>
            </a:bodyPr>
            <a:lstStyle/>
            <a:p>
              <a:pPr>
                <a:buSzPts val="1400"/>
              </a:pPr>
              <a:endParaRPr sz="900">
                <a:latin typeface="Century Gothic" panose="020B0502020202020204" pitchFamily="34" charset="0"/>
              </a:endParaRPr>
            </a:p>
          </p:txBody>
        </p:sp>
        <p:pic>
          <p:nvPicPr>
            <p:cNvPr id="55" name="Gráfico 29">
              <a:extLst>
                <a:ext uri="{FF2B5EF4-FFF2-40B4-BE49-F238E27FC236}">
                  <a16:creationId xmlns:a16="http://schemas.microsoft.com/office/drawing/2014/main" id="{747FE897-4341-FD42-AA16-C0690FF0423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9806" r="6022" b="12613"/>
            <a:stretch/>
          </p:blipFill>
          <p:spPr>
            <a:xfrm flipH="1">
              <a:off x="-2" y="1216"/>
              <a:ext cx="24382413" cy="13716000"/>
            </a:xfrm>
            <a:prstGeom prst="rect">
              <a:avLst/>
            </a:prstGeom>
          </p:spPr>
        </p:pic>
        <p:sp>
          <p:nvSpPr>
            <p:cNvPr id="56" name="AutoShape 5">
              <a:extLst>
                <a:ext uri="{FF2B5EF4-FFF2-40B4-BE49-F238E27FC236}">
                  <a16:creationId xmlns:a16="http://schemas.microsoft.com/office/drawing/2014/main" id="{62D8B434-6948-8F4B-A260-A577EDAD2371}"/>
                </a:ext>
              </a:extLst>
            </p:cNvPr>
            <p:cNvSpPr>
              <a:spLocks noChangeAspect="1" noChangeArrowheads="1" noTextEdit="1"/>
            </p:cNvSpPr>
            <p:nvPr userDrawn="1"/>
          </p:nvSpPr>
          <p:spPr bwMode="auto">
            <a:xfrm>
              <a:off x="12087905" y="11673396"/>
              <a:ext cx="206602" cy="2081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nvGrpSpPr>
            <p:cNvPr id="57" name="Grupo 2">
              <a:extLst>
                <a:ext uri="{FF2B5EF4-FFF2-40B4-BE49-F238E27FC236}">
                  <a16:creationId xmlns:a16="http://schemas.microsoft.com/office/drawing/2014/main" id="{ADBE0226-2FA1-B94F-9624-0B4D205BEFB1}"/>
                </a:ext>
              </a:extLst>
            </p:cNvPr>
            <p:cNvGrpSpPr/>
            <p:nvPr userDrawn="1"/>
          </p:nvGrpSpPr>
          <p:grpSpPr>
            <a:xfrm>
              <a:off x="22272326" y="665312"/>
              <a:ext cx="1168254" cy="1168254"/>
              <a:chOff x="484021" y="1418770"/>
              <a:chExt cx="1506119" cy="1506119"/>
            </a:xfrm>
          </p:grpSpPr>
          <p:sp>
            <p:nvSpPr>
              <p:cNvPr id="58" name="Elipse 3">
                <a:extLst>
                  <a:ext uri="{FF2B5EF4-FFF2-40B4-BE49-F238E27FC236}">
                    <a16:creationId xmlns:a16="http://schemas.microsoft.com/office/drawing/2014/main" id="{D7F0FADC-A9D2-6344-B67B-8D6984952685}"/>
                  </a:ext>
                </a:extLst>
              </p:cNvPr>
              <p:cNvSpPr/>
              <p:nvPr/>
            </p:nvSpPr>
            <p:spPr>
              <a:xfrm>
                <a:off x="484021" y="1418770"/>
                <a:ext cx="1506119" cy="1506119"/>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pic>
            <p:nvPicPr>
              <p:cNvPr id="59" name="Imagen 4">
                <a:extLst>
                  <a:ext uri="{FF2B5EF4-FFF2-40B4-BE49-F238E27FC236}">
                    <a16:creationId xmlns:a16="http://schemas.microsoft.com/office/drawing/2014/main" id="{2F1F8851-9AE2-7843-B9BA-283474D75855}"/>
                  </a:ext>
                </a:extLst>
              </p:cNvPr>
              <p:cNvPicPr>
                <a:picLocks noChangeAspect="1"/>
              </p:cNvPicPr>
              <p:nvPr/>
            </p:nvPicPr>
            <p:blipFill>
              <a:blip r:embed="rId3"/>
              <a:srcRect/>
              <a:stretch/>
            </p:blipFill>
            <p:spPr>
              <a:xfrm>
                <a:off x="666625" y="1843741"/>
                <a:ext cx="1140909" cy="619599"/>
              </a:xfrm>
              <a:prstGeom prst="rect">
                <a:avLst/>
              </a:prstGeom>
            </p:spPr>
          </p:pic>
        </p:grpSp>
      </p:grpSp>
      <p:sp>
        <p:nvSpPr>
          <p:cNvPr id="135" name="TextBox 13">
            <a:extLst>
              <a:ext uri="{FF2B5EF4-FFF2-40B4-BE49-F238E27FC236}">
                <a16:creationId xmlns:a16="http://schemas.microsoft.com/office/drawing/2014/main" id="{9054E7DC-18EF-1B47-8098-FD6A054F4CE5}"/>
              </a:ext>
            </a:extLst>
          </p:cNvPr>
          <p:cNvSpPr txBox="1"/>
          <p:nvPr userDrawn="1"/>
        </p:nvSpPr>
        <p:spPr>
          <a:xfrm>
            <a:off x="5186937" y="5373216"/>
            <a:ext cx="1818126" cy="200055"/>
          </a:xfrm>
          <a:prstGeom prst="rect">
            <a:avLst/>
          </a:prstGeom>
          <a:noFill/>
        </p:spPr>
        <p:txBody>
          <a:bodyPr wrap="none" rtlCol="0">
            <a:spAutoFit/>
          </a:bodyPr>
          <a:lstStyle/>
          <a:p>
            <a:pPr algn="ctr"/>
            <a:r>
              <a:rPr lang="en-US" sz="700" b="1" spc="300">
                <a:solidFill>
                  <a:schemeClr val="bg1"/>
                </a:solidFill>
                <a:latin typeface="Century Gothic" panose="020B0502020202020204" pitchFamily="34" charset="0"/>
                <a:ea typeface="Montserrat" charset="0"/>
                <a:cs typeface="Montserrat" charset="0"/>
              </a:rPr>
              <a:t>WWW.SOMOSCMI.COM</a:t>
            </a:r>
          </a:p>
        </p:txBody>
      </p:sp>
      <p:sp>
        <p:nvSpPr>
          <p:cNvPr id="136" name="AutoShape 5">
            <a:extLst>
              <a:ext uri="{FF2B5EF4-FFF2-40B4-BE49-F238E27FC236}">
                <a16:creationId xmlns:a16="http://schemas.microsoft.com/office/drawing/2014/main" id="{87B15690-9B93-9848-AECF-5F57E8FB1758}"/>
              </a:ext>
            </a:extLst>
          </p:cNvPr>
          <p:cNvSpPr>
            <a:spLocks noChangeAspect="1" noChangeArrowheads="1" noTextEdit="1"/>
          </p:cNvSpPr>
          <p:nvPr userDrawn="1"/>
        </p:nvSpPr>
        <p:spPr bwMode="auto">
          <a:xfrm>
            <a:off x="6044346" y="5836698"/>
            <a:ext cx="103308" cy="104060"/>
          </a:xfrm>
          <a:prstGeom prst="rect">
            <a:avLst/>
          </a:prstGeom>
          <a:noFill/>
          <a:ln w="9525">
            <a:noFill/>
            <a:miter lim="800000"/>
            <a:headEnd/>
            <a:tailEnd/>
          </a:ln>
        </p:spPr>
        <p:txBody>
          <a:bodyPr vert="horz" wrap="square" lIns="45720" tIns="22860" rIns="45720" bIns="2286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25" name="Rectángulo redondeado 24">
            <a:extLst>
              <a:ext uri="{FF2B5EF4-FFF2-40B4-BE49-F238E27FC236}">
                <a16:creationId xmlns:a16="http://schemas.microsoft.com/office/drawing/2014/main" id="{CD04E837-CDFC-2546-843E-1532CF3A483B}"/>
              </a:ext>
            </a:extLst>
          </p:cNvPr>
          <p:cNvSpPr/>
          <p:nvPr userDrawn="1"/>
        </p:nvSpPr>
        <p:spPr>
          <a:xfrm>
            <a:off x="2552784" y="2766758"/>
            <a:ext cx="7086428" cy="86409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26" name="CuadroTexto 25">
            <a:extLst>
              <a:ext uri="{FF2B5EF4-FFF2-40B4-BE49-F238E27FC236}">
                <a16:creationId xmlns:a16="http://schemas.microsoft.com/office/drawing/2014/main" id="{D877A1A7-C5BF-C54C-B6C3-79E4A8C19422}"/>
              </a:ext>
            </a:extLst>
          </p:cNvPr>
          <p:cNvSpPr txBox="1"/>
          <p:nvPr userDrawn="1"/>
        </p:nvSpPr>
        <p:spPr>
          <a:xfrm>
            <a:off x="2552783" y="2762688"/>
            <a:ext cx="7086428" cy="864096"/>
          </a:xfrm>
          <a:prstGeom prst="rect">
            <a:avLst/>
          </a:prstGeom>
          <a:noFill/>
        </p:spPr>
        <p:txBody>
          <a:bodyPr wrap="square" rtlCol="0" anchor="ctr">
            <a:noAutofit/>
          </a:bodyPr>
          <a:lstStyle/>
          <a:p>
            <a:pPr algn="ctr"/>
            <a:r>
              <a:rPr lang="es-GT" sz="2200" b="1">
                <a:solidFill>
                  <a:schemeClr val="bg1"/>
                </a:solidFill>
                <a:latin typeface="Century Gothic" panose="020B0502020202020204" pitchFamily="34" charset="0"/>
              </a:rPr>
              <a:t>DESARROLLO SOSTENIBLE CON IMPACTO</a:t>
            </a:r>
          </a:p>
          <a:p>
            <a:pPr algn="ctr"/>
            <a:r>
              <a:rPr lang="es-GT" sz="2200" b="1">
                <a:solidFill>
                  <a:schemeClr val="bg1"/>
                </a:solidFill>
                <a:latin typeface="Century Gothic" panose="020B0502020202020204" pitchFamily="34" charset="0"/>
              </a:rPr>
              <a:t>EN LAS PERSONAS, FAMILIAS Y COMUNIDADES</a:t>
            </a:r>
          </a:p>
        </p:txBody>
      </p:sp>
      <p:grpSp>
        <p:nvGrpSpPr>
          <p:cNvPr id="5" name="Grupo 4">
            <a:extLst>
              <a:ext uri="{FF2B5EF4-FFF2-40B4-BE49-F238E27FC236}">
                <a16:creationId xmlns:a16="http://schemas.microsoft.com/office/drawing/2014/main" id="{11B49CD5-B4AA-4240-A047-D2F5B361E857}"/>
              </a:ext>
            </a:extLst>
          </p:cNvPr>
          <p:cNvGrpSpPr/>
          <p:nvPr userDrawn="1"/>
        </p:nvGrpSpPr>
        <p:grpSpPr>
          <a:xfrm>
            <a:off x="4014962" y="3923545"/>
            <a:ext cx="4162073" cy="1069658"/>
            <a:chOff x="7968862" y="7847090"/>
            <a:chExt cx="8323604" cy="2139316"/>
          </a:xfrm>
        </p:grpSpPr>
        <p:pic>
          <p:nvPicPr>
            <p:cNvPr id="32" name="Imagen 31">
              <a:extLst>
                <a:ext uri="{FF2B5EF4-FFF2-40B4-BE49-F238E27FC236}">
                  <a16:creationId xmlns:a16="http://schemas.microsoft.com/office/drawing/2014/main" id="{281ECE9C-9E4C-2D40-AB03-307CB7C44FD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r="42889"/>
            <a:stretch/>
          </p:blipFill>
          <p:spPr>
            <a:xfrm>
              <a:off x="7968862" y="7847090"/>
              <a:ext cx="4822829" cy="2139316"/>
            </a:xfrm>
            <a:prstGeom prst="rect">
              <a:avLst/>
            </a:prstGeom>
          </p:spPr>
        </p:pic>
        <p:pic>
          <p:nvPicPr>
            <p:cNvPr id="130" name="Imagen 129">
              <a:hlinkClick r:id="" action="ppaction://noaction"/>
              <a:extLst>
                <a:ext uri="{FF2B5EF4-FFF2-40B4-BE49-F238E27FC236}">
                  <a16:creationId xmlns:a16="http://schemas.microsoft.com/office/drawing/2014/main" id="{404D586B-2341-6F44-BCD4-3BBBBF22B525}"/>
                </a:ext>
              </a:extLst>
            </p:cNvPr>
            <p:cNvPicPr>
              <a:picLocks noChangeAspect="1"/>
            </p:cNvPicPr>
            <p:nvPr userDrawn="1"/>
          </p:nvPicPr>
          <p:blipFill rotWithShape="1">
            <a:blip r:embed="rId5"/>
            <a:srcRect l="48072" t="15350" r="6586" b="30401"/>
            <a:stretch/>
          </p:blipFill>
          <p:spPr>
            <a:xfrm>
              <a:off x="12839277" y="8055510"/>
              <a:ext cx="3453189" cy="1755878"/>
            </a:xfrm>
            <a:prstGeom prst="rect">
              <a:avLst/>
            </a:prstGeom>
          </p:spPr>
        </p:pic>
      </p:grpSp>
      <p:grpSp>
        <p:nvGrpSpPr>
          <p:cNvPr id="28" name="Group 27">
            <a:extLst>
              <a:ext uri="{FF2B5EF4-FFF2-40B4-BE49-F238E27FC236}">
                <a16:creationId xmlns:a16="http://schemas.microsoft.com/office/drawing/2014/main" id="{832B325F-9F74-B341-8CB8-E5F44F7C7FCC}"/>
              </a:ext>
            </a:extLst>
          </p:cNvPr>
          <p:cNvGrpSpPr/>
          <p:nvPr userDrawn="1"/>
        </p:nvGrpSpPr>
        <p:grpSpPr>
          <a:xfrm>
            <a:off x="5446676" y="5694296"/>
            <a:ext cx="1298648" cy="284805"/>
            <a:chOff x="11231679" y="11388591"/>
            <a:chExt cx="2597127" cy="569609"/>
          </a:xfrm>
        </p:grpSpPr>
        <p:grpSp>
          <p:nvGrpSpPr>
            <p:cNvPr id="29" name="Grupo 137">
              <a:extLst>
                <a:ext uri="{FF2B5EF4-FFF2-40B4-BE49-F238E27FC236}">
                  <a16:creationId xmlns:a16="http://schemas.microsoft.com/office/drawing/2014/main" id="{DA072EEA-A22E-A649-B155-6E7574812EA8}"/>
                </a:ext>
              </a:extLst>
            </p:cNvPr>
            <p:cNvGrpSpPr/>
            <p:nvPr/>
          </p:nvGrpSpPr>
          <p:grpSpPr>
            <a:xfrm>
              <a:off x="12579747" y="11388591"/>
              <a:ext cx="569609" cy="569609"/>
              <a:chOff x="6419730" y="5269647"/>
              <a:chExt cx="569609" cy="569609"/>
            </a:xfrm>
          </p:grpSpPr>
          <p:sp>
            <p:nvSpPr>
              <p:cNvPr id="48" name="Elipse 147">
                <a:extLst>
                  <a:ext uri="{FF2B5EF4-FFF2-40B4-BE49-F238E27FC236}">
                    <a16:creationId xmlns:a16="http://schemas.microsoft.com/office/drawing/2014/main" id="{BD91EA62-4120-5947-8E83-6B3C535576F6}"/>
                  </a:ext>
                </a:extLst>
              </p:cNvPr>
              <p:cNvSpPr/>
              <p:nvPr/>
            </p:nvSpPr>
            <p:spPr>
              <a:xfrm>
                <a:off x="6419730"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sp>
            <p:nvSpPr>
              <p:cNvPr id="49" name="Freeform 14">
                <a:extLst>
                  <a:ext uri="{FF2B5EF4-FFF2-40B4-BE49-F238E27FC236}">
                    <a16:creationId xmlns:a16="http://schemas.microsoft.com/office/drawing/2014/main" id="{B542E4BE-EC6E-714D-BAC7-8957A4225442}"/>
                  </a:ext>
                </a:extLst>
              </p:cNvPr>
              <p:cNvSpPr>
                <a:spLocks/>
              </p:cNvSpPr>
              <p:nvPr/>
            </p:nvSpPr>
            <p:spPr bwMode="auto">
              <a:xfrm>
                <a:off x="6630296" y="5489285"/>
                <a:ext cx="190077" cy="158185"/>
              </a:xfrm>
              <a:custGeom>
                <a:avLst/>
                <a:gdLst>
                  <a:gd name="T0" fmla="*/ 57 w 63"/>
                  <a:gd name="T1" fmla="*/ 13 h 52"/>
                  <a:gd name="T2" fmla="*/ 57 w 63"/>
                  <a:gd name="T3" fmla="*/ 15 h 52"/>
                  <a:gd name="T4" fmla="*/ 20 w 63"/>
                  <a:gd name="T5" fmla="*/ 52 h 52"/>
                  <a:gd name="T6" fmla="*/ 0 w 63"/>
                  <a:gd name="T7" fmla="*/ 46 h 52"/>
                  <a:gd name="T8" fmla="*/ 3 w 63"/>
                  <a:gd name="T9" fmla="*/ 46 h 52"/>
                  <a:gd name="T10" fmla="*/ 19 w 63"/>
                  <a:gd name="T11" fmla="*/ 40 h 52"/>
                  <a:gd name="T12" fmla="*/ 7 w 63"/>
                  <a:gd name="T13" fmla="*/ 32 h 52"/>
                  <a:gd name="T14" fmla="*/ 10 w 63"/>
                  <a:gd name="T15" fmla="*/ 32 h 52"/>
                  <a:gd name="T16" fmla="*/ 13 w 63"/>
                  <a:gd name="T17" fmla="*/ 31 h 52"/>
                  <a:gd name="T18" fmla="*/ 3 w 63"/>
                  <a:gd name="T19" fmla="*/ 19 h 52"/>
                  <a:gd name="T20" fmla="*/ 3 w 63"/>
                  <a:gd name="T21" fmla="*/ 19 h 52"/>
                  <a:gd name="T22" fmla="*/ 9 w 63"/>
                  <a:gd name="T23" fmla="*/ 20 h 52"/>
                  <a:gd name="T24" fmla="*/ 3 w 63"/>
                  <a:gd name="T25" fmla="*/ 10 h 52"/>
                  <a:gd name="T26" fmla="*/ 5 w 63"/>
                  <a:gd name="T27" fmla="*/ 2 h 52"/>
                  <a:gd name="T28" fmla="*/ 31 w 63"/>
                  <a:gd name="T29" fmla="*/ 16 h 52"/>
                  <a:gd name="T30" fmla="*/ 31 w 63"/>
                  <a:gd name="T31" fmla="*/ 14 h 52"/>
                  <a:gd name="T32" fmla="*/ 44 w 63"/>
                  <a:gd name="T33" fmla="*/ 0 h 52"/>
                  <a:gd name="T34" fmla="*/ 53 w 63"/>
                  <a:gd name="T35" fmla="*/ 4 h 52"/>
                  <a:gd name="T36" fmla="*/ 61 w 63"/>
                  <a:gd name="T37" fmla="*/ 0 h 52"/>
                  <a:gd name="T38" fmla="*/ 56 w 63"/>
                  <a:gd name="T39" fmla="*/ 8 h 52"/>
                  <a:gd name="T40" fmla="*/ 63 w 63"/>
                  <a:gd name="T41" fmla="*/ 6 h 52"/>
                  <a:gd name="T42" fmla="*/ 57 w 63"/>
                  <a:gd name="T43" fmla="*/ 1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3" h="52">
                    <a:moveTo>
                      <a:pt x="57" y="13"/>
                    </a:moveTo>
                    <a:cubicBezTo>
                      <a:pt x="57" y="14"/>
                      <a:pt x="57" y="14"/>
                      <a:pt x="57" y="15"/>
                    </a:cubicBezTo>
                    <a:cubicBezTo>
                      <a:pt x="57" y="32"/>
                      <a:pt x="44" y="52"/>
                      <a:pt x="20" y="52"/>
                    </a:cubicBezTo>
                    <a:cubicBezTo>
                      <a:pt x="13" y="52"/>
                      <a:pt x="6" y="50"/>
                      <a:pt x="0" y="46"/>
                    </a:cubicBezTo>
                    <a:cubicBezTo>
                      <a:pt x="1" y="46"/>
                      <a:pt x="2" y="46"/>
                      <a:pt x="3" y="46"/>
                    </a:cubicBezTo>
                    <a:cubicBezTo>
                      <a:pt x="9" y="46"/>
                      <a:pt x="15" y="44"/>
                      <a:pt x="19" y="40"/>
                    </a:cubicBezTo>
                    <a:cubicBezTo>
                      <a:pt x="14" y="40"/>
                      <a:pt x="9" y="37"/>
                      <a:pt x="7" y="32"/>
                    </a:cubicBezTo>
                    <a:cubicBezTo>
                      <a:pt x="8" y="32"/>
                      <a:pt x="9" y="32"/>
                      <a:pt x="10" y="32"/>
                    </a:cubicBezTo>
                    <a:cubicBezTo>
                      <a:pt x="11" y="32"/>
                      <a:pt x="12" y="32"/>
                      <a:pt x="13" y="31"/>
                    </a:cubicBezTo>
                    <a:cubicBezTo>
                      <a:pt x="7" y="30"/>
                      <a:pt x="3" y="25"/>
                      <a:pt x="3" y="19"/>
                    </a:cubicBezTo>
                    <a:cubicBezTo>
                      <a:pt x="3" y="19"/>
                      <a:pt x="3" y="19"/>
                      <a:pt x="3" y="19"/>
                    </a:cubicBezTo>
                    <a:cubicBezTo>
                      <a:pt x="5" y="19"/>
                      <a:pt x="7" y="20"/>
                      <a:pt x="9" y="20"/>
                    </a:cubicBezTo>
                    <a:cubicBezTo>
                      <a:pt x="5" y="18"/>
                      <a:pt x="3" y="14"/>
                      <a:pt x="3" y="10"/>
                    </a:cubicBezTo>
                    <a:cubicBezTo>
                      <a:pt x="3" y="6"/>
                      <a:pt x="4" y="4"/>
                      <a:pt x="5" y="2"/>
                    </a:cubicBezTo>
                    <a:cubicBezTo>
                      <a:pt x="11" y="11"/>
                      <a:pt x="20" y="16"/>
                      <a:pt x="31" y="16"/>
                    </a:cubicBezTo>
                    <a:cubicBezTo>
                      <a:pt x="31" y="14"/>
                      <a:pt x="31" y="14"/>
                      <a:pt x="31" y="14"/>
                    </a:cubicBezTo>
                    <a:cubicBezTo>
                      <a:pt x="31" y="5"/>
                      <a:pt x="37" y="0"/>
                      <a:pt x="44" y="0"/>
                    </a:cubicBezTo>
                    <a:cubicBezTo>
                      <a:pt x="48" y="0"/>
                      <a:pt x="51" y="1"/>
                      <a:pt x="53" y="4"/>
                    </a:cubicBezTo>
                    <a:cubicBezTo>
                      <a:pt x="56" y="3"/>
                      <a:pt x="59" y="2"/>
                      <a:pt x="61" y="0"/>
                    </a:cubicBezTo>
                    <a:cubicBezTo>
                      <a:pt x="61" y="4"/>
                      <a:pt x="58" y="6"/>
                      <a:pt x="56" y="8"/>
                    </a:cubicBezTo>
                    <a:cubicBezTo>
                      <a:pt x="58" y="7"/>
                      <a:pt x="61" y="7"/>
                      <a:pt x="63" y="6"/>
                    </a:cubicBezTo>
                    <a:cubicBezTo>
                      <a:pt x="61" y="8"/>
                      <a:pt x="59" y="11"/>
                      <a:pt x="57" y="13"/>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nvGrpSpPr>
            <p:cNvPr id="31" name="Grupo 138">
              <a:extLst>
                <a:ext uri="{FF2B5EF4-FFF2-40B4-BE49-F238E27FC236}">
                  <a16:creationId xmlns:a16="http://schemas.microsoft.com/office/drawing/2014/main" id="{9450E29E-71E9-1F42-9CB2-E48485F9AC2D}"/>
                </a:ext>
              </a:extLst>
            </p:cNvPr>
            <p:cNvGrpSpPr/>
            <p:nvPr/>
          </p:nvGrpSpPr>
          <p:grpSpPr>
            <a:xfrm>
              <a:off x="11918465" y="11388591"/>
              <a:ext cx="569609" cy="569609"/>
              <a:chOff x="5835127" y="5269647"/>
              <a:chExt cx="569609" cy="569609"/>
            </a:xfrm>
          </p:grpSpPr>
          <p:sp>
            <p:nvSpPr>
              <p:cNvPr id="43" name="Elipse 142">
                <a:extLst>
                  <a:ext uri="{FF2B5EF4-FFF2-40B4-BE49-F238E27FC236}">
                    <a16:creationId xmlns:a16="http://schemas.microsoft.com/office/drawing/2014/main" id="{596FA7B3-5752-174D-A2D4-597EAD9551B1}"/>
                  </a:ext>
                </a:extLst>
              </p:cNvPr>
              <p:cNvSpPr/>
              <p:nvPr/>
            </p:nvSpPr>
            <p:spPr>
              <a:xfrm>
                <a:off x="5835127"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grpSp>
            <p:nvGrpSpPr>
              <p:cNvPr id="44" name="Grupo 143">
                <a:extLst>
                  <a:ext uri="{FF2B5EF4-FFF2-40B4-BE49-F238E27FC236}">
                    <a16:creationId xmlns:a16="http://schemas.microsoft.com/office/drawing/2014/main" id="{905B5290-71A9-F84A-9491-3C377DB99BAD}"/>
                  </a:ext>
                </a:extLst>
              </p:cNvPr>
              <p:cNvGrpSpPr/>
              <p:nvPr/>
            </p:nvGrpSpPr>
            <p:grpSpPr>
              <a:xfrm>
                <a:off x="6018164" y="5459936"/>
                <a:ext cx="206602" cy="206602"/>
                <a:chOff x="6018164" y="5459936"/>
                <a:chExt cx="206602" cy="206602"/>
              </a:xfrm>
            </p:grpSpPr>
            <p:sp>
              <p:nvSpPr>
                <p:cNvPr id="45" name="Freeform 8">
                  <a:extLst>
                    <a:ext uri="{FF2B5EF4-FFF2-40B4-BE49-F238E27FC236}">
                      <a16:creationId xmlns:a16="http://schemas.microsoft.com/office/drawing/2014/main" id="{6BB19E56-F12B-BE42-9F5C-EBDFA775455A}"/>
                    </a:ext>
                  </a:extLst>
                </p:cNvPr>
                <p:cNvSpPr>
                  <a:spLocks noEditPoints="1"/>
                </p:cNvSpPr>
                <p:nvPr/>
              </p:nvSpPr>
              <p:spPr bwMode="auto">
                <a:xfrm>
                  <a:off x="6018164" y="5459936"/>
                  <a:ext cx="206602" cy="206602"/>
                </a:xfrm>
                <a:custGeom>
                  <a:avLst/>
                  <a:gdLst/>
                  <a:ahLst/>
                  <a:cxnLst>
                    <a:cxn ang="0">
                      <a:pos x="1031" y="400"/>
                    </a:cxn>
                    <a:cxn ang="0">
                      <a:pos x="809" y="482"/>
                    </a:cxn>
                    <a:cxn ang="0">
                      <a:pos x="622" y="622"/>
                    </a:cxn>
                    <a:cxn ang="0">
                      <a:pos x="482" y="809"/>
                    </a:cxn>
                    <a:cxn ang="0">
                      <a:pos x="400" y="1031"/>
                    </a:cxn>
                    <a:cxn ang="0">
                      <a:pos x="384" y="3135"/>
                    </a:cxn>
                    <a:cxn ang="0">
                      <a:pos x="421" y="3375"/>
                    </a:cxn>
                    <a:cxn ang="0">
                      <a:pos x="522" y="3588"/>
                    </a:cxn>
                    <a:cxn ang="0">
                      <a:pos x="679" y="3759"/>
                    </a:cxn>
                    <a:cxn ang="0">
                      <a:pos x="879" y="3882"/>
                    </a:cxn>
                    <a:cxn ang="0">
                      <a:pos x="1112" y="3941"/>
                    </a:cxn>
                    <a:cxn ang="0">
                      <a:pos x="3217" y="3941"/>
                    </a:cxn>
                    <a:cxn ang="0">
                      <a:pos x="3449" y="3882"/>
                    </a:cxn>
                    <a:cxn ang="0">
                      <a:pos x="3650" y="3759"/>
                    </a:cxn>
                    <a:cxn ang="0">
                      <a:pos x="3807" y="3588"/>
                    </a:cxn>
                    <a:cxn ang="0">
                      <a:pos x="3908" y="3375"/>
                    </a:cxn>
                    <a:cxn ang="0">
                      <a:pos x="3945" y="3135"/>
                    </a:cxn>
                    <a:cxn ang="0">
                      <a:pos x="3929" y="1031"/>
                    </a:cxn>
                    <a:cxn ang="0">
                      <a:pos x="3847" y="809"/>
                    </a:cxn>
                    <a:cxn ang="0">
                      <a:pos x="3707" y="622"/>
                    </a:cxn>
                    <a:cxn ang="0">
                      <a:pos x="3520" y="482"/>
                    </a:cxn>
                    <a:cxn ang="0">
                      <a:pos x="3298" y="400"/>
                    </a:cxn>
                    <a:cxn ang="0">
                      <a:pos x="1194" y="384"/>
                    </a:cxn>
                    <a:cxn ang="0">
                      <a:pos x="3233" y="4"/>
                    </a:cxn>
                    <a:cxn ang="0">
                      <a:pos x="3512" y="61"/>
                    </a:cxn>
                    <a:cxn ang="0">
                      <a:pos x="3763" y="179"/>
                    </a:cxn>
                    <a:cxn ang="0">
                      <a:pos x="3980" y="349"/>
                    </a:cxn>
                    <a:cxn ang="0">
                      <a:pos x="4150" y="566"/>
                    </a:cxn>
                    <a:cxn ang="0">
                      <a:pos x="4268" y="817"/>
                    </a:cxn>
                    <a:cxn ang="0">
                      <a:pos x="4325" y="1096"/>
                    </a:cxn>
                    <a:cxn ang="0">
                      <a:pos x="4325" y="3233"/>
                    </a:cxn>
                    <a:cxn ang="0">
                      <a:pos x="4268" y="3512"/>
                    </a:cxn>
                    <a:cxn ang="0">
                      <a:pos x="4150" y="3763"/>
                    </a:cxn>
                    <a:cxn ang="0">
                      <a:pos x="3980" y="3980"/>
                    </a:cxn>
                    <a:cxn ang="0">
                      <a:pos x="3763" y="4150"/>
                    </a:cxn>
                    <a:cxn ang="0">
                      <a:pos x="3512" y="4268"/>
                    </a:cxn>
                    <a:cxn ang="0">
                      <a:pos x="3233" y="4325"/>
                    </a:cxn>
                    <a:cxn ang="0">
                      <a:pos x="1096" y="4325"/>
                    </a:cxn>
                    <a:cxn ang="0">
                      <a:pos x="817" y="4268"/>
                    </a:cxn>
                    <a:cxn ang="0">
                      <a:pos x="566" y="4150"/>
                    </a:cxn>
                    <a:cxn ang="0">
                      <a:pos x="349" y="3980"/>
                    </a:cxn>
                    <a:cxn ang="0">
                      <a:pos x="179" y="3763"/>
                    </a:cxn>
                    <a:cxn ang="0">
                      <a:pos x="61" y="3512"/>
                    </a:cxn>
                    <a:cxn ang="0">
                      <a:pos x="4" y="3233"/>
                    </a:cxn>
                    <a:cxn ang="0">
                      <a:pos x="4" y="1096"/>
                    </a:cxn>
                    <a:cxn ang="0">
                      <a:pos x="61" y="817"/>
                    </a:cxn>
                    <a:cxn ang="0">
                      <a:pos x="179" y="566"/>
                    </a:cxn>
                    <a:cxn ang="0">
                      <a:pos x="349" y="349"/>
                    </a:cxn>
                    <a:cxn ang="0">
                      <a:pos x="566" y="179"/>
                    </a:cxn>
                    <a:cxn ang="0">
                      <a:pos x="817" y="61"/>
                    </a:cxn>
                    <a:cxn ang="0">
                      <a:pos x="1096" y="4"/>
                    </a:cxn>
                  </a:cxnLst>
                  <a:rect l="0" t="0" r="r" b="b"/>
                  <a:pathLst>
                    <a:path w="4329" h="4329">
                      <a:moveTo>
                        <a:pt x="1194" y="384"/>
                      </a:moveTo>
                      <a:lnTo>
                        <a:pt x="1112" y="388"/>
                      </a:lnTo>
                      <a:lnTo>
                        <a:pt x="1031" y="400"/>
                      </a:lnTo>
                      <a:lnTo>
                        <a:pt x="954" y="421"/>
                      </a:lnTo>
                      <a:lnTo>
                        <a:pt x="879" y="448"/>
                      </a:lnTo>
                      <a:lnTo>
                        <a:pt x="809" y="482"/>
                      </a:lnTo>
                      <a:lnTo>
                        <a:pt x="741" y="522"/>
                      </a:lnTo>
                      <a:lnTo>
                        <a:pt x="679" y="570"/>
                      </a:lnTo>
                      <a:lnTo>
                        <a:pt x="622" y="622"/>
                      </a:lnTo>
                      <a:lnTo>
                        <a:pt x="570" y="679"/>
                      </a:lnTo>
                      <a:lnTo>
                        <a:pt x="522" y="741"/>
                      </a:lnTo>
                      <a:lnTo>
                        <a:pt x="482" y="809"/>
                      </a:lnTo>
                      <a:lnTo>
                        <a:pt x="447" y="880"/>
                      </a:lnTo>
                      <a:lnTo>
                        <a:pt x="421" y="954"/>
                      </a:lnTo>
                      <a:lnTo>
                        <a:pt x="400" y="1031"/>
                      </a:lnTo>
                      <a:lnTo>
                        <a:pt x="388" y="1112"/>
                      </a:lnTo>
                      <a:lnTo>
                        <a:pt x="384" y="1195"/>
                      </a:lnTo>
                      <a:lnTo>
                        <a:pt x="384" y="3135"/>
                      </a:lnTo>
                      <a:lnTo>
                        <a:pt x="388" y="3217"/>
                      </a:lnTo>
                      <a:lnTo>
                        <a:pt x="400" y="3298"/>
                      </a:lnTo>
                      <a:lnTo>
                        <a:pt x="421" y="3375"/>
                      </a:lnTo>
                      <a:lnTo>
                        <a:pt x="447" y="3450"/>
                      </a:lnTo>
                      <a:lnTo>
                        <a:pt x="482" y="3520"/>
                      </a:lnTo>
                      <a:lnTo>
                        <a:pt x="522" y="3588"/>
                      </a:lnTo>
                      <a:lnTo>
                        <a:pt x="570" y="3650"/>
                      </a:lnTo>
                      <a:lnTo>
                        <a:pt x="622" y="3708"/>
                      </a:lnTo>
                      <a:lnTo>
                        <a:pt x="679" y="3759"/>
                      </a:lnTo>
                      <a:lnTo>
                        <a:pt x="741" y="3807"/>
                      </a:lnTo>
                      <a:lnTo>
                        <a:pt x="809" y="3847"/>
                      </a:lnTo>
                      <a:lnTo>
                        <a:pt x="879" y="3882"/>
                      </a:lnTo>
                      <a:lnTo>
                        <a:pt x="954" y="3908"/>
                      </a:lnTo>
                      <a:lnTo>
                        <a:pt x="1031" y="3929"/>
                      </a:lnTo>
                      <a:lnTo>
                        <a:pt x="1112" y="3941"/>
                      </a:lnTo>
                      <a:lnTo>
                        <a:pt x="1194" y="3945"/>
                      </a:lnTo>
                      <a:lnTo>
                        <a:pt x="3134" y="3945"/>
                      </a:lnTo>
                      <a:lnTo>
                        <a:pt x="3217" y="3941"/>
                      </a:lnTo>
                      <a:lnTo>
                        <a:pt x="3298" y="3929"/>
                      </a:lnTo>
                      <a:lnTo>
                        <a:pt x="3375" y="3908"/>
                      </a:lnTo>
                      <a:lnTo>
                        <a:pt x="3449" y="3882"/>
                      </a:lnTo>
                      <a:lnTo>
                        <a:pt x="3520" y="3847"/>
                      </a:lnTo>
                      <a:lnTo>
                        <a:pt x="3588" y="3807"/>
                      </a:lnTo>
                      <a:lnTo>
                        <a:pt x="3650" y="3759"/>
                      </a:lnTo>
                      <a:lnTo>
                        <a:pt x="3707" y="3708"/>
                      </a:lnTo>
                      <a:lnTo>
                        <a:pt x="3759" y="3650"/>
                      </a:lnTo>
                      <a:lnTo>
                        <a:pt x="3807" y="3588"/>
                      </a:lnTo>
                      <a:lnTo>
                        <a:pt x="3847" y="3520"/>
                      </a:lnTo>
                      <a:lnTo>
                        <a:pt x="3881" y="3450"/>
                      </a:lnTo>
                      <a:lnTo>
                        <a:pt x="3908" y="3375"/>
                      </a:lnTo>
                      <a:lnTo>
                        <a:pt x="3929" y="3298"/>
                      </a:lnTo>
                      <a:lnTo>
                        <a:pt x="3941" y="3217"/>
                      </a:lnTo>
                      <a:lnTo>
                        <a:pt x="3945" y="3135"/>
                      </a:lnTo>
                      <a:lnTo>
                        <a:pt x="3945" y="1195"/>
                      </a:lnTo>
                      <a:lnTo>
                        <a:pt x="3941" y="1112"/>
                      </a:lnTo>
                      <a:lnTo>
                        <a:pt x="3929" y="1031"/>
                      </a:lnTo>
                      <a:lnTo>
                        <a:pt x="3908" y="954"/>
                      </a:lnTo>
                      <a:lnTo>
                        <a:pt x="3881" y="880"/>
                      </a:lnTo>
                      <a:lnTo>
                        <a:pt x="3847" y="809"/>
                      </a:lnTo>
                      <a:lnTo>
                        <a:pt x="3807" y="741"/>
                      </a:lnTo>
                      <a:lnTo>
                        <a:pt x="3759" y="679"/>
                      </a:lnTo>
                      <a:lnTo>
                        <a:pt x="3707" y="622"/>
                      </a:lnTo>
                      <a:lnTo>
                        <a:pt x="3650" y="570"/>
                      </a:lnTo>
                      <a:lnTo>
                        <a:pt x="3588" y="522"/>
                      </a:lnTo>
                      <a:lnTo>
                        <a:pt x="3520" y="482"/>
                      </a:lnTo>
                      <a:lnTo>
                        <a:pt x="3449" y="448"/>
                      </a:lnTo>
                      <a:lnTo>
                        <a:pt x="3375" y="421"/>
                      </a:lnTo>
                      <a:lnTo>
                        <a:pt x="3298" y="400"/>
                      </a:lnTo>
                      <a:lnTo>
                        <a:pt x="3217" y="388"/>
                      </a:lnTo>
                      <a:lnTo>
                        <a:pt x="3134" y="384"/>
                      </a:lnTo>
                      <a:lnTo>
                        <a:pt x="1194" y="384"/>
                      </a:lnTo>
                      <a:close/>
                      <a:moveTo>
                        <a:pt x="1194" y="0"/>
                      </a:moveTo>
                      <a:lnTo>
                        <a:pt x="3134" y="0"/>
                      </a:lnTo>
                      <a:lnTo>
                        <a:pt x="3233" y="4"/>
                      </a:lnTo>
                      <a:lnTo>
                        <a:pt x="3328" y="16"/>
                      </a:lnTo>
                      <a:lnTo>
                        <a:pt x="3421" y="34"/>
                      </a:lnTo>
                      <a:lnTo>
                        <a:pt x="3512" y="61"/>
                      </a:lnTo>
                      <a:lnTo>
                        <a:pt x="3600" y="94"/>
                      </a:lnTo>
                      <a:lnTo>
                        <a:pt x="3683" y="133"/>
                      </a:lnTo>
                      <a:lnTo>
                        <a:pt x="3763" y="179"/>
                      </a:lnTo>
                      <a:lnTo>
                        <a:pt x="3840" y="231"/>
                      </a:lnTo>
                      <a:lnTo>
                        <a:pt x="3912" y="288"/>
                      </a:lnTo>
                      <a:lnTo>
                        <a:pt x="3980" y="349"/>
                      </a:lnTo>
                      <a:lnTo>
                        <a:pt x="4041" y="417"/>
                      </a:lnTo>
                      <a:lnTo>
                        <a:pt x="4098" y="489"/>
                      </a:lnTo>
                      <a:lnTo>
                        <a:pt x="4150" y="566"/>
                      </a:lnTo>
                      <a:lnTo>
                        <a:pt x="4196" y="646"/>
                      </a:lnTo>
                      <a:lnTo>
                        <a:pt x="4235" y="729"/>
                      </a:lnTo>
                      <a:lnTo>
                        <a:pt x="4268" y="817"/>
                      </a:lnTo>
                      <a:lnTo>
                        <a:pt x="4295" y="908"/>
                      </a:lnTo>
                      <a:lnTo>
                        <a:pt x="4313" y="1001"/>
                      </a:lnTo>
                      <a:lnTo>
                        <a:pt x="4325" y="1096"/>
                      </a:lnTo>
                      <a:lnTo>
                        <a:pt x="4329" y="1195"/>
                      </a:lnTo>
                      <a:lnTo>
                        <a:pt x="4329" y="3135"/>
                      </a:lnTo>
                      <a:lnTo>
                        <a:pt x="4325" y="3233"/>
                      </a:lnTo>
                      <a:lnTo>
                        <a:pt x="4313" y="3329"/>
                      </a:lnTo>
                      <a:lnTo>
                        <a:pt x="4295" y="3422"/>
                      </a:lnTo>
                      <a:lnTo>
                        <a:pt x="4268" y="3512"/>
                      </a:lnTo>
                      <a:lnTo>
                        <a:pt x="4235" y="3600"/>
                      </a:lnTo>
                      <a:lnTo>
                        <a:pt x="4196" y="3684"/>
                      </a:lnTo>
                      <a:lnTo>
                        <a:pt x="4150" y="3763"/>
                      </a:lnTo>
                      <a:lnTo>
                        <a:pt x="4098" y="3840"/>
                      </a:lnTo>
                      <a:lnTo>
                        <a:pt x="4041" y="3912"/>
                      </a:lnTo>
                      <a:lnTo>
                        <a:pt x="3980" y="3980"/>
                      </a:lnTo>
                      <a:lnTo>
                        <a:pt x="3912" y="4041"/>
                      </a:lnTo>
                      <a:lnTo>
                        <a:pt x="3840" y="4098"/>
                      </a:lnTo>
                      <a:lnTo>
                        <a:pt x="3763" y="4150"/>
                      </a:lnTo>
                      <a:lnTo>
                        <a:pt x="3683" y="4197"/>
                      </a:lnTo>
                      <a:lnTo>
                        <a:pt x="3600" y="4235"/>
                      </a:lnTo>
                      <a:lnTo>
                        <a:pt x="3512" y="4268"/>
                      </a:lnTo>
                      <a:lnTo>
                        <a:pt x="3421" y="4295"/>
                      </a:lnTo>
                      <a:lnTo>
                        <a:pt x="3328" y="4313"/>
                      </a:lnTo>
                      <a:lnTo>
                        <a:pt x="3233" y="4325"/>
                      </a:lnTo>
                      <a:lnTo>
                        <a:pt x="3134" y="4329"/>
                      </a:lnTo>
                      <a:lnTo>
                        <a:pt x="1194" y="4329"/>
                      </a:lnTo>
                      <a:lnTo>
                        <a:pt x="1096" y="4325"/>
                      </a:lnTo>
                      <a:lnTo>
                        <a:pt x="1000" y="4313"/>
                      </a:lnTo>
                      <a:lnTo>
                        <a:pt x="907" y="4295"/>
                      </a:lnTo>
                      <a:lnTo>
                        <a:pt x="817" y="4268"/>
                      </a:lnTo>
                      <a:lnTo>
                        <a:pt x="729" y="4235"/>
                      </a:lnTo>
                      <a:lnTo>
                        <a:pt x="645" y="4197"/>
                      </a:lnTo>
                      <a:lnTo>
                        <a:pt x="566" y="4150"/>
                      </a:lnTo>
                      <a:lnTo>
                        <a:pt x="489" y="4098"/>
                      </a:lnTo>
                      <a:lnTo>
                        <a:pt x="417" y="4041"/>
                      </a:lnTo>
                      <a:lnTo>
                        <a:pt x="349" y="3980"/>
                      </a:lnTo>
                      <a:lnTo>
                        <a:pt x="288" y="3912"/>
                      </a:lnTo>
                      <a:lnTo>
                        <a:pt x="231" y="3840"/>
                      </a:lnTo>
                      <a:lnTo>
                        <a:pt x="179" y="3763"/>
                      </a:lnTo>
                      <a:lnTo>
                        <a:pt x="133" y="3684"/>
                      </a:lnTo>
                      <a:lnTo>
                        <a:pt x="94" y="3600"/>
                      </a:lnTo>
                      <a:lnTo>
                        <a:pt x="61" y="3512"/>
                      </a:lnTo>
                      <a:lnTo>
                        <a:pt x="34" y="3422"/>
                      </a:lnTo>
                      <a:lnTo>
                        <a:pt x="16" y="3329"/>
                      </a:lnTo>
                      <a:lnTo>
                        <a:pt x="4" y="3233"/>
                      </a:lnTo>
                      <a:lnTo>
                        <a:pt x="0" y="3135"/>
                      </a:lnTo>
                      <a:lnTo>
                        <a:pt x="0" y="1195"/>
                      </a:lnTo>
                      <a:lnTo>
                        <a:pt x="4" y="1096"/>
                      </a:lnTo>
                      <a:lnTo>
                        <a:pt x="16" y="1001"/>
                      </a:lnTo>
                      <a:lnTo>
                        <a:pt x="34" y="908"/>
                      </a:lnTo>
                      <a:lnTo>
                        <a:pt x="61" y="817"/>
                      </a:lnTo>
                      <a:lnTo>
                        <a:pt x="94" y="729"/>
                      </a:lnTo>
                      <a:lnTo>
                        <a:pt x="133" y="646"/>
                      </a:lnTo>
                      <a:lnTo>
                        <a:pt x="179" y="566"/>
                      </a:lnTo>
                      <a:lnTo>
                        <a:pt x="231" y="489"/>
                      </a:lnTo>
                      <a:lnTo>
                        <a:pt x="288" y="417"/>
                      </a:lnTo>
                      <a:lnTo>
                        <a:pt x="349" y="349"/>
                      </a:lnTo>
                      <a:lnTo>
                        <a:pt x="417" y="288"/>
                      </a:lnTo>
                      <a:lnTo>
                        <a:pt x="489" y="231"/>
                      </a:lnTo>
                      <a:lnTo>
                        <a:pt x="566" y="179"/>
                      </a:lnTo>
                      <a:lnTo>
                        <a:pt x="645" y="133"/>
                      </a:lnTo>
                      <a:lnTo>
                        <a:pt x="729" y="94"/>
                      </a:lnTo>
                      <a:lnTo>
                        <a:pt x="817" y="61"/>
                      </a:lnTo>
                      <a:lnTo>
                        <a:pt x="907" y="34"/>
                      </a:lnTo>
                      <a:lnTo>
                        <a:pt x="1000" y="16"/>
                      </a:lnTo>
                      <a:lnTo>
                        <a:pt x="1096" y="4"/>
                      </a:lnTo>
                      <a:lnTo>
                        <a:pt x="1194"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46" name="Freeform 9">
                  <a:extLst>
                    <a:ext uri="{FF2B5EF4-FFF2-40B4-BE49-F238E27FC236}">
                      <a16:creationId xmlns:a16="http://schemas.microsoft.com/office/drawing/2014/main" id="{DD50251B-27FB-044A-A0B9-60702FC91D44}"/>
                    </a:ext>
                  </a:extLst>
                </p:cNvPr>
                <p:cNvSpPr>
                  <a:spLocks noEditPoints="1"/>
                </p:cNvSpPr>
                <p:nvPr/>
              </p:nvSpPr>
              <p:spPr bwMode="auto">
                <a:xfrm>
                  <a:off x="6068192" y="5509963"/>
                  <a:ext cx="106547" cy="106547"/>
                </a:xfrm>
                <a:custGeom>
                  <a:avLst/>
                  <a:gdLst/>
                  <a:ahLst/>
                  <a:cxnLst>
                    <a:cxn ang="0">
                      <a:pos x="969" y="398"/>
                    </a:cxn>
                    <a:cxn ang="0">
                      <a:pos x="768" y="473"/>
                    </a:cxn>
                    <a:cxn ang="0">
                      <a:pos x="599" y="598"/>
                    </a:cxn>
                    <a:cxn ang="0">
                      <a:pos x="473" y="767"/>
                    </a:cxn>
                    <a:cxn ang="0">
                      <a:pos x="400" y="967"/>
                    </a:cxn>
                    <a:cxn ang="0">
                      <a:pos x="389" y="1189"/>
                    </a:cxn>
                    <a:cxn ang="0">
                      <a:pos x="443" y="1399"/>
                    </a:cxn>
                    <a:cxn ang="0">
                      <a:pos x="553" y="1580"/>
                    </a:cxn>
                    <a:cxn ang="0">
                      <a:pos x="708" y="1721"/>
                    </a:cxn>
                    <a:cxn ang="0">
                      <a:pos x="900" y="1812"/>
                    </a:cxn>
                    <a:cxn ang="0">
                      <a:pos x="1116" y="1846"/>
                    </a:cxn>
                    <a:cxn ang="0">
                      <a:pos x="1333" y="1812"/>
                    </a:cxn>
                    <a:cxn ang="0">
                      <a:pos x="1524" y="1721"/>
                    </a:cxn>
                    <a:cxn ang="0">
                      <a:pos x="1680" y="1580"/>
                    </a:cxn>
                    <a:cxn ang="0">
                      <a:pos x="1790" y="1399"/>
                    </a:cxn>
                    <a:cxn ang="0">
                      <a:pos x="1843" y="1189"/>
                    </a:cxn>
                    <a:cxn ang="0">
                      <a:pos x="1833" y="967"/>
                    </a:cxn>
                    <a:cxn ang="0">
                      <a:pos x="1760" y="767"/>
                    </a:cxn>
                    <a:cxn ang="0">
                      <a:pos x="1633" y="598"/>
                    </a:cxn>
                    <a:cxn ang="0">
                      <a:pos x="1465" y="473"/>
                    </a:cxn>
                    <a:cxn ang="0">
                      <a:pos x="1264" y="398"/>
                    </a:cxn>
                    <a:cxn ang="0">
                      <a:pos x="1116" y="0"/>
                    </a:cxn>
                    <a:cxn ang="0">
                      <a:pos x="1398" y="36"/>
                    </a:cxn>
                    <a:cxn ang="0">
                      <a:pos x="1653" y="137"/>
                    </a:cxn>
                    <a:cxn ang="0">
                      <a:pos x="1872" y="295"/>
                    </a:cxn>
                    <a:cxn ang="0">
                      <a:pos x="2047" y="501"/>
                    </a:cxn>
                    <a:cxn ang="0">
                      <a:pos x="2169" y="745"/>
                    </a:cxn>
                    <a:cxn ang="0">
                      <a:pos x="2227" y="1019"/>
                    </a:cxn>
                    <a:cxn ang="0">
                      <a:pos x="2215" y="1305"/>
                    </a:cxn>
                    <a:cxn ang="0">
                      <a:pos x="2134" y="1569"/>
                    </a:cxn>
                    <a:cxn ang="0">
                      <a:pos x="1995" y="1802"/>
                    </a:cxn>
                    <a:cxn ang="0">
                      <a:pos x="1803" y="1993"/>
                    </a:cxn>
                    <a:cxn ang="0">
                      <a:pos x="1571" y="2133"/>
                    </a:cxn>
                    <a:cxn ang="0">
                      <a:pos x="1306" y="2214"/>
                    </a:cxn>
                    <a:cxn ang="0">
                      <a:pos x="1021" y="2226"/>
                    </a:cxn>
                    <a:cxn ang="0">
                      <a:pos x="747" y="2167"/>
                    </a:cxn>
                    <a:cxn ang="0">
                      <a:pos x="502" y="2045"/>
                    </a:cxn>
                    <a:cxn ang="0">
                      <a:pos x="296" y="1871"/>
                    </a:cxn>
                    <a:cxn ang="0">
                      <a:pos x="138" y="1652"/>
                    </a:cxn>
                    <a:cxn ang="0">
                      <a:pos x="36" y="1396"/>
                    </a:cxn>
                    <a:cxn ang="0">
                      <a:pos x="0" y="1115"/>
                    </a:cxn>
                    <a:cxn ang="0">
                      <a:pos x="36" y="833"/>
                    </a:cxn>
                    <a:cxn ang="0">
                      <a:pos x="138" y="578"/>
                    </a:cxn>
                    <a:cxn ang="0">
                      <a:pos x="296" y="359"/>
                    </a:cxn>
                    <a:cxn ang="0">
                      <a:pos x="502" y="184"/>
                    </a:cxn>
                    <a:cxn ang="0">
                      <a:pos x="747" y="62"/>
                    </a:cxn>
                    <a:cxn ang="0">
                      <a:pos x="1021" y="4"/>
                    </a:cxn>
                  </a:cxnLst>
                  <a:rect l="0" t="0" r="r" b="b"/>
                  <a:pathLst>
                    <a:path w="2231" h="2230">
                      <a:moveTo>
                        <a:pt x="1116" y="384"/>
                      </a:moveTo>
                      <a:lnTo>
                        <a:pt x="1042" y="388"/>
                      </a:lnTo>
                      <a:lnTo>
                        <a:pt x="969" y="398"/>
                      </a:lnTo>
                      <a:lnTo>
                        <a:pt x="898" y="417"/>
                      </a:lnTo>
                      <a:lnTo>
                        <a:pt x="832" y="441"/>
                      </a:lnTo>
                      <a:lnTo>
                        <a:pt x="768" y="473"/>
                      </a:lnTo>
                      <a:lnTo>
                        <a:pt x="707" y="509"/>
                      </a:lnTo>
                      <a:lnTo>
                        <a:pt x="651" y="551"/>
                      </a:lnTo>
                      <a:lnTo>
                        <a:pt x="599" y="598"/>
                      </a:lnTo>
                      <a:lnTo>
                        <a:pt x="553" y="650"/>
                      </a:lnTo>
                      <a:lnTo>
                        <a:pt x="510" y="707"/>
                      </a:lnTo>
                      <a:lnTo>
                        <a:pt x="473" y="767"/>
                      </a:lnTo>
                      <a:lnTo>
                        <a:pt x="443" y="830"/>
                      </a:lnTo>
                      <a:lnTo>
                        <a:pt x="419" y="898"/>
                      </a:lnTo>
                      <a:lnTo>
                        <a:pt x="400" y="967"/>
                      </a:lnTo>
                      <a:lnTo>
                        <a:pt x="389" y="1040"/>
                      </a:lnTo>
                      <a:lnTo>
                        <a:pt x="386" y="1115"/>
                      </a:lnTo>
                      <a:lnTo>
                        <a:pt x="389" y="1189"/>
                      </a:lnTo>
                      <a:lnTo>
                        <a:pt x="400" y="1262"/>
                      </a:lnTo>
                      <a:lnTo>
                        <a:pt x="419" y="1333"/>
                      </a:lnTo>
                      <a:lnTo>
                        <a:pt x="443" y="1399"/>
                      </a:lnTo>
                      <a:lnTo>
                        <a:pt x="475" y="1463"/>
                      </a:lnTo>
                      <a:lnTo>
                        <a:pt x="510" y="1524"/>
                      </a:lnTo>
                      <a:lnTo>
                        <a:pt x="553" y="1580"/>
                      </a:lnTo>
                      <a:lnTo>
                        <a:pt x="599" y="1632"/>
                      </a:lnTo>
                      <a:lnTo>
                        <a:pt x="651" y="1678"/>
                      </a:lnTo>
                      <a:lnTo>
                        <a:pt x="708" y="1721"/>
                      </a:lnTo>
                      <a:lnTo>
                        <a:pt x="768" y="1758"/>
                      </a:lnTo>
                      <a:lnTo>
                        <a:pt x="832" y="1788"/>
                      </a:lnTo>
                      <a:lnTo>
                        <a:pt x="900" y="1812"/>
                      </a:lnTo>
                      <a:lnTo>
                        <a:pt x="969" y="1831"/>
                      </a:lnTo>
                      <a:lnTo>
                        <a:pt x="1042" y="1842"/>
                      </a:lnTo>
                      <a:lnTo>
                        <a:pt x="1116" y="1846"/>
                      </a:lnTo>
                      <a:lnTo>
                        <a:pt x="1191" y="1842"/>
                      </a:lnTo>
                      <a:lnTo>
                        <a:pt x="1264" y="1831"/>
                      </a:lnTo>
                      <a:lnTo>
                        <a:pt x="1333" y="1812"/>
                      </a:lnTo>
                      <a:lnTo>
                        <a:pt x="1401" y="1788"/>
                      </a:lnTo>
                      <a:lnTo>
                        <a:pt x="1465" y="1758"/>
                      </a:lnTo>
                      <a:lnTo>
                        <a:pt x="1524" y="1721"/>
                      </a:lnTo>
                      <a:lnTo>
                        <a:pt x="1581" y="1678"/>
                      </a:lnTo>
                      <a:lnTo>
                        <a:pt x="1633" y="1632"/>
                      </a:lnTo>
                      <a:lnTo>
                        <a:pt x="1680" y="1580"/>
                      </a:lnTo>
                      <a:lnTo>
                        <a:pt x="1722" y="1524"/>
                      </a:lnTo>
                      <a:lnTo>
                        <a:pt x="1758" y="1463"/>
                      </a:lnTo>
                      <a:lnTo>
                        <a:pt x="1790" y="1399"/>
                      </a:lnTo>
                      <a:lnTo>
                        <a:pt x="1814" y="1333"/>
                      </a:lnTo>
                      <a:lnTo>
                        <a:pt x="1833" y="1262"/>
                      </a:lnTo>
                      <a:lnTo>
                        <a:pt x="1843" y="1189"/>
                      </a:lnTo>
                      <a:lnTo>
                        <a:pt x="1847" y="1115"/>
                      </a:lnTo>
                      <a:lnTo>
                        <a:pt x="1843" y="1040"/>
                      </a:lnTo>
                      <a:lnTo>
                        <a:pt x="1833" y="967"/>
                      </a:lnTo>
                      <a:lnTo>
                        <a:pt x="1814" y="898"/>
                      </a:lnTo>
                      <a:lnTo>
                        <a:pt x="1790" y="830"/>
                      </a:lnTo>
                      <a:lnTo>
                        <a:pt x="1760" y="767"/>
                      </a:lnTo>
                      <a:lnTo>
                        <a:pt x="1722" y="707"/>
                      </a:lnTo>
                      <a:lnTo>
                        <a:pt x="1680" y="650"/>
                      </a:lnTo>
                      <a:lnTo>
                        <a:pt x="1633" y="598"/>
                      </a:lnTo>
                      <a:lnTo>
                        <a:pt x="1581" y="551"/>
                      </a:lnTo>
                      <a:lnTo>
                        <a:pt x="1526" y="509"/>
                      </a:lnTo>
                      <a:lnTo>
                        <a:pt x="1465" y="473"/>
                      </a:lnTo>
                      <a:lnTo>
                        <a:pt x="1401" y="441"/>
                      </a:lnTo>
                      <a:lnTo>
                        <a:pt x="1334" y="417"/>
                      </a:lnTo>
                      <a:lnTo>
                        <a:pt x="1264" y="398"/>
                      </a:lnTo>
                      <a:lnTo>
                        <a:pt x="1191" y="388"/>
                      </a:lnTo>
                      <a:lnTo>
                        <a:pt x="1116" y="384"/>
                      </a:lnTo>
                      <a:close/>
                      <a:moveTo>
                        <a:pt x="1116" y="0"/>
                      </a:moveTo>
                      <a:lnTo>
                        <a:pt x="1212" y="4"/>
                      </a:lnTo>
                      <a:lnTo>
                        <a:pt x="1306" y="16"/>
                      </a:lnTo>
                      <a:lnTo>
                        <a:pt x="1398" y="36"/>
                      </a:lnTo>
                      <a:lnTo>
                        <a:pt x="1486" y="62"/>
                      </a:lnTo>
                      <a:lnTo>
                        <a:pt x="1571" y="97"/>
                      </a:lnTo>
                      <a:lnTo>
                        <a:pt x="1653" y="137"/>
                      </a:lnTo>
                      <a:lnTo>
                        <a:pt x="1730" y="184"/>
                      </a:lnTo>
                      <a:lnTo>
                        <a:pt x="1803" y="236"/>
                      </a:lnTo>
                      <a:lnTo>
                        <a:pt x="1872" y="295"/>
                      </a:lnTo>
                      <a:lnTo>
                        <a:pt x="1936" y="359"/>
                      </a:lnTo>
                      <a:lnTo>
                        <a:pt x="1995" y="428"/>
                      </a:lnTo>
                      <a:lnTo>
                        <a:pt x="2047" y="501"/>
                      </a:lnTo>
                      <a:lnTo>
                        <a:pt x="2094" y="578"/>
                      </a:lnTo>
                      <a:lnTo>
                        <a:pt x="2134" y="660"/>
                      </a:lnTo>
                      <a:lnTo>
                        <a:pt x="2169" y="745"/>
                      </a:lnTo>
                      <a:lnTo>
                        <a:pt x="2195" y="833"/>
                      </a:lnTo>
                      <a:lnTo>
                        <a:pt x="2215" y="925"/>
                      </a:lnTo>
                      <a:lnTo>
                        <a:pt x="2227" y="1019"/>
                      </a:lnTo>
                      <a:lnTo>
                        <a:pt x="2231" y="1115"/>
                      </a:lnTo>
                      <a:lnTo>
                        <a:pt x="2227" y="1210"/>
                      </a:lnTo>
                      <a:lnTo>
                        <a:pt x="2215" y="1305"/>
                      </a:lnTo>
                      <a:lnTo>
                        <a:pt x="2195" y="1396"/>
                      </a:lnTo>
                      <a:lnTo>
                        <a:pt x="2169" y="1484"/>
                      </a:lnTo>
                      <a:lnTo>
                        <a:pt x="2134" y="1569"/>
                      </a:lnTo>
                      <a:lnTo>
                        <a:pt x="2094" y="1652"/>
                      </a:lnTo>
                      <a:lnTo>
                        <a:pt x="2047" y="1729"/>
                      </a:lnTo>
                      <a:lnTo>
                        <a:pt x="1995" y="1802"/>
                      </a:lnTo>
                      <a:lnTo>
                        <a:pt x="1936" y="1871"/>
                      </a:lnTo>
                      <a:lnTo>
                        <a:pt x="1872" y="1935"/>
                      </a:lnTo>
                      <a:lnTo>
                        <a:pt x="1803" y="1993"/>
                      </a:lnTo>
                      <a:lnTo>
                        <a:pt x="1730" y="2045"/>
                      </a:lnTo>
                      <a:lnTo>
                        <a:pt x="1653" y="2093"/>
                      </a:lnTo>
                      <a:lnTo>
                        <a:pt x="1571" y="2133"/>
                      </a:lnTo>
                      <a:lnTo>
                        <a:pt x="1486" y="2167"/>
                      </a:lnTo>
                      <a:lnTo>
                        <a:pt x="1398" y="2194"/>
                      </a:lnTo>
                      <a:lnTo>
                        <a:pt x="1306" y="2214"/>
                      </a:lnTo>
                      <a:lnTo>
                        <a:pt x="1212" y="2226"/>
                      </a:lnTo>
                      <a:lnTo>
                        <a:pt x="1116" y="2230"/>
                      </a:lnTo>
                      <a:lnTo>
                        <a:pt x="1021" y="2226"/>
                      </a:lnTo>
                      <a:lnTo>
                        <a:pt x="926" y="2214"/>
                      </a:lnTo>
                      <a:lnTo>
                        <a:pt x="835" y="2194"/>
                      </a:lnTo>
                      <a:lnTo>
                        <a:pt x="747" y="2167"/>
                      </a:lnTo>
                      <a:lnTo>
                        <a:pt x="662" y="2133"/>
                      </a:lnTo>
                      <a:lnTo>
                        <a:pt x="580" y="2093"/>
                      </a:lnTo>
                      <a:lnTo>
                        <a:pt x="502" y="2045"/>
                      </a:lnTo>
                      <a:lnTo>
                        <a:pt x="429" y="1993"/>
                      </a:lnTo>
                      <a:lnTo>
                        <a:pt x="360" y="1935"/>
                      </a:lnTo>
                      <a:lnTo>
                        <a:pt x="296" y="1871"/>
                      </a:lnTo>
                      <a:lnTo>
                        <a:pt x="238" y="1802"/>
                      </a:lnTo>
                      <a:lnTo>
                        <a:pt x="185" y="1729"/>
                      </a:lnTo>
                      <a:lnTo>
                        <a:pt x="138" y="1652"/>
                      </a:lnTo>
                      <a:lnTo>
                        <a:pt x="97" y="1569"/>
                      </a:lnTo>
                      <a:lnTo>
                        <a:pt x="63" y="1484"/>
                      </a:lnTo>
                      <a:lnTo>
                        <a:pt x="36" y="1396"/>
                      </a:lnTo>
                      <a:lnTo>
                        <a:pt x="16" y="1305"/>
                      </a:lnTo>
                      <a:lnTo>
                        <a:pt x="4" y="1210"/>
                      </a:lnTo>
                      <a:lnTo>
                        <a:pt x="0" y="1115"/>
                      </a:lnTo>
                      <a:lnTo>
                        <a:pt x="4" y="1019"/>
                      </a:lnTo>
                      <a:lnTo>
                        <a:pt x="16" y="925"/>
                      </a:lnTo>
                      <a:lnTo>
                        <a:pt x="36" y="833"/>
                      </a:lnTo>
                      <a:lnTo>
                        <a:pt x="63" y="745"/>
                      </a:lnTo>
                      <a:lnTo>
                        <a:pt x="97" y="660"/>
                      </a:lnTo>
                      <a:lnTo>
                        <a:pt x="138" y="578"/>
                      </a:lnTo>
                      <a:lnTo>
                        <a:pt x="185" y="501"/>
                      </a:lnTo>
                      <a:lnTo>
                        <a:pt x="238" y="428"/>
                      </a:lnTo>
                      <a:lnTo>
                        <a:pt x="296" y="359"/>
                      </a:lnTo>
                      <a:lnTo>
                        <a:pt x="360" y="295"/>
                      </a:lnTo>
                      <a:lnTo>
                        <a:pt x="429" y="236"/>
                      </a:lnTo>
                      <a:lnTo>
                        <a:pt x="502" y="184"/>
                      </a:lnTo>
                      <a:lnTo>
                        <a:pt x="580" y="137"/>
                      </a:lnTo>
                      <a:lnTo>
                        <a:pt x="662" y="97"/>
                      </a:lnTo>
                      <a:lnTo>
                        <a:pt x="747" y="62"/>
                      </a:lnTo>
                      <a:lnTo>
                        <a:pt x="835" y="36"/>
                      </a:lnTo>
                      <a:lnTo>
                        <a:pt x="926" y="16"/>
                      </a:lnTo>
                      <a:lnTo>
                        <a:pt x="1021" y="4"/>
                      </a:lnTo>
                      <a:lnTo>
                        <a:pt x="1116"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47" name="Freeform 10">
                  <a:extLst>
                    <a:ext uri="{FF2B5EF4-FFF2-40B4-BE49-F238E27FC236}">
                      <a16:creationId xmlns:a16="http://schemas.microsoft.com/office/drawing/2014/main" id="{473505DE-ACE9-484D-B3AB-3586FC09790C}"/>
                    </a:ext>
                  </a:extLst>
                </p:cNvPr>
                <p:cNvSpPr>
                  <a:spLocks/>
                </p:cNvSpPr>
                <p:nvPr/>
              </p:nvSpPr>
              <p:spPr bwMode="auto">
                <a:xfrm>
                  <a:off x="6163473" y="5494496"/>
                  <a:ext cx="26923" cy="26923"/>
                </a:xfrm>
                <a:custGeom>
                  <a:avLst/>
                  <a:gdLst/>
                  <a:ahLst/>
                  <a:cxnLst>
                    <a:cxn ang="0">
                      <a:pos x="282" y="0"/>
                    </a:cxn>
                    <a:cxn ang="0">
                      <a:pos x="326" y="4"/>
                    </a:cxn>
                    <a:cxn ang="0">
                      <a:pos x="368" y="14"/>
                    </a:cxn>
                    <a:cxn ang="0">
                      <a:pos x="410" y="30"/>
                    </a:cxn>
                    <a:cxn ang="0">
                      <a:pos x="447" y="54"/>
                    </a:cxn>
                    <a:cxn ang="0">
                      <a:pos x="481" y="82"/>
                    </a:cxn>
                    <a:cxn ang="0">
                      <a:pos x="509" y="117"/>
                    </a:cxn>
                    <a:cxn ang="0">
                      <a:pos x="533" y="154"/>
                    </a:cxn>
                    <a:cxn ang="0">
                      <a:pos x="549" y="195"/>
                    </a:cxn>
                    <a:cxn ang="0">
                      <a:pos x="560" y="238"/>
                    </a:cxn>
                    <a:cxn ang="0">
                      <a:pos x="564" y="282"/>
                    </a:cxn>
                    <a:cxn ang="0">
                      <a:pos x="560" y="325"/>
                    </a:cxn>
                    <a:cxn ang="0">
                      <a:pos x="549" y="369"/>
                    </a:cxn>
                    <a:cxn ang="0">
                      <a:pos x="533" y="409"/>
                    </a:cxn>
                    <a:cxn ang="0">
                      <a:pos x="509" y="448"/>
                    </a:cxn>
                    <a:cxn ang="0">
                      <a:pos x="481" y="481"/>
                    </a:cxn>
                    <a:cxn ang="0">
                      <a:pos x="447" y="510"/>
                    </a:cxn>
                    <a:cxn ang="0">
                      <a:pos x="410" y="533"/>
                    </a:cxn>
                    <a:cxn ang="0">
                      <a:pos x="368" y="550"/>
                    </a:cxn>
                    <a:cxn ang="0">
                      <a:pos x="326" y="559"/>
                    </a:cxn>
                    <a:cxn ang="0">
                      <a:pos x="282" y="563"/>
                    </a:cxn>
                    <a:cxn ang="0">
                      <a:pos x="245" y="561"/>
                    </a:cxn>
                    <a:cxn ang="0">
                      <a:pos x="209" y="554"/>
                    </a:cxn>
                    <a:cxn ang="0">
                      <a:pos x="174" y="542"/>
                    </a:cxn>
                    <a:cxn ang="0">
                      <a:pos x="141" y="526"/>
                    </a:cxn>
                    <a:cxn ang="0">
                      <a:pos x="111" y="505"/>
                    </a:cxn>
                    <a:cxn ang="0">
                      <a:pos x="83" y="481"/>
                    </a:cxn>
                    <a:cxn ang="0">
                      <a:pos x="59" y="453"/>
                    </a:cxn>
                    <a:cxn ang="0">
                      <a:pos x="38" y="422"/>
                    </a:cxn>
                    <a:cxn ang="0">
                      <a:pos x="22" y="389"/>
                    </a:cxn>
                    <a:cxn ang="0">
                      <a:pos x="10" y="355"/>
                    </a:cxn>
                    <a:cxn ang="0">
                      <a:pos x="3" y="319"/>
                    </a:cxn>
                    <a:cxn ang="0">
                      <a:pos x="0" y="282"/>
                    </a:cxn>
                    <a:cxn ang="0">
                      <a:pos x="4" y="238"/>
                    </a:cxn>
                    <a:cxn ang="0">
                      <a:pos x="14" y="195"/>
                    </a:cxn>
                    <a:cxn ang="0">
                      <a:pos x="31" y="154"/>
                    </a:cxn>
                    <a:cxn ang="0">
                      <a:pos x="54" y="117"/>
                    </a:cxn>
                    <a:cxn ang="0">
                      <a:pos x="83" y="82"/>
                    </a:cxn>
                    <a:cxn ang="0">
                      <a:pos x="116" y="54"/>
                    </a:cxn>
                    <a:cxn ang="0">
                      <a:pos x="155" y="30"/>
                    </a:cxn>
                    <a:cxn ang="0">
                      <a:pos x="194" y="14"/>
                    </a:cxn>
                    <a:cxn ang="0">
                      <a:pos x="238" y="4"/>
                    </a:cxn>
                    <a:cxn ang="0">
                      <a:pos x="282" y="0"/>
                    </a:cxn>
                  </a:cxnLst>
                  <a:rect l="0" t="0" r="r" b="b"/>
                  <a:pathLst>
                    <a:path w="564" h="563">
                      <a:moveTo>
                        <a:pt x="282" y="0"/>
                      </a:moveTo>
                      <a:lnTo>
                        <a:pt x="326" y="4"/>
                      </a:lnTo>
                      <a:lnTo>
                        <a:pt x="368" y="14"/>
                      </a:lnTo>
                      <a:lnTo>
                        <a:pt x="410" y="30"/>
                      </a:lnTo>
                      <a:lnTo>
                        <a:pt x="447" y="54"/>
                      </a:lnTo>
                      <a:lnTo>
                        <a:pt x="481" y="82"/>
                      </a:lnTo>
                      <a:lnTo>
                        <a:pt x="509" y="117"/>
                      </a:lnTo>
                      <a:lnTo>
                        <a:pt x="533" y="154"/>
                      </a:lnTo>
                      <a:lnTo>
                        <a:pt x="549" y="195"/>
                      </a:lnTo>
                      <a:lnTo>
                        <a:pt x="560" y="238"/>
                      </a:lnTo>
                      <a:lnTo>
                        <a:pt x="564" y="282"/>
                      </a:lnTo>
                      <a:lnTo>
                        <a:pt x="560" y="325"/>
                      </a:lnTo>
                      <a:lnTo>
                        <a:pt x="549" y="369"/>
                      </a:lnTo>
                      <a:lnTo>
                        <a:pt x="533" y="409"/>
                      </a:lnTo>
                      <a:lnTo>
                        <a:pt x="509" y="448"/>
                      </a:lnTo>
                      <a:lnTo>
                        <a:pt x="481" y="481"/>
                      </a:lnTo>
                      <a:lnTo>
                        <a:pt x="447" y="510"/>
                      </a:lnTo>
                      <a:lnTo>
                        <a:pt x="410" y="533"/>
                      </a:lnTo>
                      <a:lnTo>
                        <a:pt x="368" y="550"/>
                      </a:lnTo>
                      <a:lnTo>
                        <a:pt x="326" y="559"/>
                      </a:lnTo>
                      <a:lnTo>
                        <a:pt x="282" y="563"/>
                      </a:lnTo>
                      <a:lnTo>
                        <a:pt x="245" y="561"/>
                      </a:lnTo>
                      <a:lnTo>
                        <a:pt x="209" y="554"/>
                      </a:lnTo>
                      <a:lnTo>
                        <a:pt x="174" y="542"/>
                      </a:lnTo>
                      <a:lnTo>
                        <a:pt x="141" y="526"/>
                      </a:lnTo>
                      <a:lnTo>
                        <a:pt x="111" y="505"/>
                      </a:lnTo>
                      <a:lnTo>
                        <a:pt x="83" y="481"/>
                      </a:lnTo>
                      <a:lnTo>
                        <a:pt x="59" y="453"/>
                      </a:lnTo>
                      <a:lnTo>
                        <a:pt x="38" y="422"/>
                      </a:lnTo>
                      <a:lnTo>
                        <a:pt x="22" y="389"/>
                      </a:lnTo>
                      <a:lnTo>
                        <a:pt x="10" y="355"/>
                      </a:lnTo>
                      <a:lnTo>
                        <a:pt x="3" y="319"/>
                      </a:lnTo>
                      <a:lnTo>
                        <a:pt x="0" y="282"/>
                      </a:lnTo>
                      <a:lnTo>
                        <a:pt x="4" y="238"/>
                      </a:lnTo>
                      <a:lnTo>
                        <a:pt x="14" y="195"/>
                      </a:lnTo>
                      <a:lnTo>
                        <a:pt x="31" y="154"/>
                      </a:lnTo>
                      <a:lnTo>
                        <a:pt x="54" y="117"/>
                      </a:lnTo>
                      <a:lnTo>
                        <a:pt x="83" y="82"/>
                      </a:lnTo>
                      <a:lnTo>
                        <a:pt x="116" y="54"/>
                      </a:lnTo>
                      <a:lnTo>
                        <a:pt x="155" y="30"/>
                      </a:lnTo>
                      <a:lnTo>
                        <a:pt x="194" y="14"/>
                      </a:lnTo>
                      <a:lnTo>
                        <a:pt x="238" y="4"/>
                      </a:lnTo>
                      <a:lnTo>
                        <a:pt x="282"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grpSp>
          <p:nvGrpSpPr>
            <p:cNvPr id="34" name="Grupo 139">
              <a:extLst>
                <a:ext uri="{FF2B5EF4-FFF2-40B4-BE49-F238E27FC236}">
                  <a16:creationId xmlns:a16="http://schemas.microsoft.com/office/drawing/2014/main" id="{6FF5DC8A-C0FF-A641-96A8-5668D2132818}"/>
                </a:ext>
              </a:extLst>
            </p:cNvPr>
            <p:cNvGrpSpPr/>
            <p:nvPr/>
          </p:nvGrpSpPr>
          <p:grpSpPr>
            <a:xfrm>
              <a:off x="11231679" y="11388591"/>
              <a:ext cx="569609" cy="569609"/>
              <a:chOff x="5237549" y="5269647"/>
              <a:chExt cx="569609" cy="569609"/>
            </a:xfrm>
          </p:grpSpPr>
          <p:sp>
            <p:nvSpPr>
              <p:cNvPr id="41" name="Elipse 140">
                <a:extLst>
                  <a:ext uri="{FF2B5EF4-FFF2-40B4-BE49-F238E27FC236}">
                    <a16:creationId xmlns:a16="http://schemas.microsoft.com/office/drawing/2014/main" id="{F9D07B7C-5228-9B4F-9C17-867562028AFF}"/>
                  </a:ext>
                </a:extLst>
              </p:cNvPr>
              <p:cNvSpPr/>
              <p:nvPr/>
            </p:nvSpPr>
            <p:spPr>
              <a:xfrm>
                <a:off x="5237549"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sp>
            <p:nvSpPr>
              <p:cNvPr id="42" name="Freeform 18">
                <a:extLst>
                  <a:ext uri="{FF2B5EF4-FFF2-40B4-BE49-F238E27FC236}">
                    <a16:creationId xmlns:a16="http://schemas.microsoft.com/office/drawing/2014/main" id="{F0E41D3F-0F04-0D40-8FBE-C72B6D58BE36}"/>
                  </a:ext>
                </a:extLst>
              </p:cNvPr>
              <p:cNvSpPr>
                <a:spLocks/>
              </p:cNvSpPr>
              <p:nvPr/>
            </p:nvSpPr>
            <p:spPr bwMode="auto">
              <a:xfrm>
                <a:off x="5470839" y="5454641"/>
                <a:ext cx="103031" cy="199622"/>
              </a:xfrm>
              <a:custGeom>
                <a:avLst/>
                <a:gdLst>
                  <a:gd name="T0" fmla="*/ 27 w 27"/>
                  <a:gd name="T1" fmla="*/ 8 h 52"/>
                  <a:gd name="T2" fmla="*/ 22 w 27"/>
                  <a:gd name="T3" fmla="*/ 8 h 52"/>
                  <a:gd name="T4" fmla="*/ 18 w 27"/>
                  <a:gd name="T5" fmla="*/ 13 h 52"/>
                  <a:gd name="T6" fmla="*/ 18 w 27"/>
                  <a:gd name="T7" fmla="*/ 19 h 52"/>
                  <a:gd name="T8" fmla="*/ 27 w 27"/>
                  <a:gd name="T9" fmla="*/ 19 h 52"/>
                  <a:gd name="T10" fmla="*/ 25 w 27"/>
                  <a:gd name="T11" fmla="*/ 28 h 52"/>
                  <a:gd name="T12" fmla="*/ 18 w 27"/>
                  <a:gd name="T13" fmla="*/ 28 h 52"/>
                  <a:gd name="T14" fmla="*/ 18 w 27"/>
                  <a:gd name="T15" fmla="*/ 52 h 52"/>
                  <a:gd name="T16" fmla="*/ 8 w 27"/>
                  <a:gd name="T17" fmla="*/ 52 h 52"/>
                  <a:gd name="T18" fmla="*/ 8 w 27"/>
                  <a:gd name="T19" fmla="*/ 28 h 52"/>
                  <a:gd name="T20" fmla="*/ 0 w 27"/>
                  <a:gd name="T21" fmla="*/ 28 h 52"/>
                  <a:gd name="T22" fmla="*/ 0 w 27"/>
                  <a:gd name="T23" fmla="*/ 19 h 52"/>
                  <a:gd name="T24" fmla="*/ 8 w 27"/>
                  <a:gd name="T25" fmla="*/ 19 h 52"/>
                  <a:gd name="T26" fmla="*/ 8 w 27"/>
                  <a:gd name="T27" fmla="*/ 12 h 52"/>
                  <a:gd name="T28" fmla="*/ 20 w 27"/>
                  <a:gd name="T29" fmla="*/ 0 h 52"/>
                  <a:gd name="T30" fmla="*/ 27 w 27"/>
                  <a:gd name="T31" fmla="*/ 0 h 52"/>
                  <a:gd name="T32" fmla="*/ 27 w 27"/>
                  <a:gd name="T33" fmla="*/ 8 h 52"/>
                  <a:gd name="T34" fmla="*/ 27 w 27"/>
                  <a:gd name="T35"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 h="52">
                    <a:moveTo>
                      <a:pt x="27" y="8"/>
                    </a:moveTo>
                    <a:cubicBezTo>
                      <a:pt x="22" y="8"/>
                      <a:pt x="22" y="8"/>
                      <a:pt x="22" y="8"/>
                    </a:cubicBezTo>
                    <a:cubicBezTo>
                      <a:pt x="18" y="8"/>
                      <a:pt x="18" y="11"/>
                      <a:pt x="18" y="13"/>
                    </a:cubicBezTo>
                    <a:cubicBezTo>
                      <a:pt x="18" y="19"/>
                      <a:pt x="18" y="19"/>
                      <a:pt x="18" y="19"/>
                    </a:cubicBezTo>
                    <a:cubicBezTo>
                      <a:pt x="27" y="19"/>
                      <a:pt x="27" y="19"/>
                      <a:pt x="27" y="19"/>
                    </a:cubicBezTo>
                    <a:cubicBezTo>
                      <a:pt x="25" y="28"/>
                      <a:pt x="25" y="28"/>
                      <a:pt x="25" y="28"/>
                    </a:cubicBezTo>
                    <a:cubicBezTo>
                      <a:pt x="18" y="28"/>
                      <a:pt x="18" y="28"/>
                      <a:pt x="18" y="28"/>
                    </a:cubicBezTo>
                    <a:cubicBezTo>
                      <a:pt x="18" y="52"/>
                      <a:pt x="18" y="52"/>
                      <a:pt x="18" y="52"/>
                    </a:cubicBezTo>
                    <a:cubicBezTo>
                      <a:pt x="8" y="52"/>
                      <a:pt x="8" y="52"/>
                      <a:pt x="8" y="52"/>
                    </a:cubicBezTo>
                    <a:cubicBezTo>
                      <a:pt x="8" y="28"/>
                      <a:pt x="8" y="28"/>
                      <a:pt x="8" y="28"/>
                    </a:cubicBezTo>
                    <a:cubicBezTo>
                      <a:pt x="0" y="28"/>
                      <a:pt x="0" y="28"/>
                      <a:pt x="0" y="28"/>
                    </a:cubicBezTo>
                    <a:cubicBezTo>
                      <a:pt x="0" y="19"/>
                      <a:pt x="0" y="19"/>
                      <a:pt x="0" y="19"/>
                    </a:cubicBezTo>
                    <a:cubicBezTo>
                      <a:pt x="8" y="19"/>
                      <a:pt x="8" y="19"/>
                      <a:pt x="8" y="19"/>
                    </a:cubicBezTo>
                    <a:cubicBezTo>
                      <a:pt x="8" y="12"/>
                      <a:pt x="8" y="12"/>
                      <a:pt x="8" y="12"/>
                    </a:cubicBezTo>
                    <a:cubicBezTo>
                      <a:pt x="8" y="4"/>
                      <a:pt x="13" y="0"/>
                      <a:pt x="20" y="0"/>
                    </a:cubicBezTo>
                    <a:cubicBezTo>
                      <a:pt x="23" y="0"/>
                      <a:pt x="26" y="0"/>
                      <a:pt x="27" y="0"/>
                    </a:cubicBezTo>
                    <a:cubicBezTo>
                      <a:pt x="27" y="8"/>
                      <a:pt x="27" y="8"/>
                      <a:pt x="27" y="8"/>
                    </a:cubicBezTo>
                    <a:cubicBezTo>
                      <a:pt x="27" y="8"/>
                      <a:pt x="27" y="8"/>
                      <a:pt x="27" y="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nvGrpSpPr>
            <p:cNvPr id="35" name="Group 34">
              <a:extLst>
                <a:ext uri="{FF2B5EF4-FFF2-40B4-BE49-F238E27FC236}">
                  <a16:creationId xmlns:a16="http://schemas.microsoft.com/office/drawing/2014/main" id="{0BDDBD52-E7BB-D04C-A17B-4235D4D40FC1}"/>
                </a:ext>
              </a:extLst>
            </p:cNvPr>
            <p:cNvGrpSpPr/>
            <p:nvPr userDrawn="1"/>
          </p:nvGrpSpPr>
          <p:grpSpPr>
            <a:xfrm>
              <a:off x="13259197" y="11388591"/>
              <a:ext cx="569609" cy="569609"/>
              <a:chOff x="13259197" y="11388591"/>
              <a:chExt cx="569609" cy="569609"/>
            </a:xfrm>
          </p:grpSpPr>
          <p:sp>
            <p:nvSpPr>
              <p:cNvPr id="36" name="Elipse 147">
                <a:extLst>
                  <a:ext uri="{FF2B5EF4-FFF2-40B4-BE49-F238E27FC236}">
                    <a16:creationId xmlns:a16="http://schemas.microsoft.com/office/drawing/2014/main" id="{3183E814-EE8A-AD46-BD2E-4F45B1EDB5F1}"/>
                  </a:ext>
                </a:extLst>
              </p:cNvPr>
              <p:cNvSpPr/>
              <p:nvPr/>
            </p:nvSpPr>
            <p:spPr>
              <a:xfrm>
                <a:off x="13259197" y="11388591"/>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b="0">
                  <a:latin typeface="Century Gothic" panose="020B0502020202020204" pitchFamily="34" charset="0"/>
                </a:endParaRPr>
              </a:p>
            </p:txBody>
          </p:sp>
          <p:grpSp>
            <p:nvGrpSpPr>
              <p:cNvPr id="37" name="Group 36">
                <a:extLst>
                  <a:ext uri="{FF2B5EF4-FFF2-40B4-BE49-F238E27FC236}">
                    <a16:creationId xmlns:a16="http://schemas.microsoft.com/office/drawing/2014/main" id="{12D9298F-C1E3-5842-9FD1-7C52C0D96F82}"/>
                  </a:ext>
                </a:extLst>
              </p:cNvPr>
              <p:cNvGrpSpPr/>
              <p:nvPr userDrawn="1"/>
            </p:nvGrpSpPr>
            <p:grpSpPr>
              <a:xfrm>
                <a:off x="13441519" y="11573870"/>
                <a:ext cx="217778" cy="204965"/>
                <a:chOff x="13441519" y="11573870"/>
                <a:chExt cx="217778" cy="204965"/>
              </a:xfrm>
              <a:solidFill>
                <a:schemeClr val="accent3"/>
              </a:solidFill>
            </p:grpSpPr>
            <p:sp>
              <p:nvSpPr>
                <p:cNvPr id="38" name="Freeform 37">
                  <a:extLst>
                    <a:ext uri="{FF2B5EF4-FFF2-40B4-BE49-F238E27FC236}">
                      <a16:creationId xmlns:a16="http://schemas.microsoft.com/office/drawing/2014/main" id="{ECD3F54A-A908-7E43-B456-D34EA022A5D5}"/>
                    </a:ext>
                  </a:extLst>
                </p:cNvPr>
                <p:cNvSpPr/>
                <p:nvPr userDrawn="1"/>
              </p:nvSpPr>
              <p:spPr>
                <a:xfrm>
                  <a:off x="13441519" y="11573870"/>
                  <a:ext cx="51045" cy="51306"/>
                </a:xfrm>
                <a:custGeom>
                  <a:avLst/>
                  <a:gdLst>
                    <a:gd name="connsiteX0" fmla="*/ 25522 w 51045"/>
                    <a:gd name="connsiteY0" fmla="*/ 0 h 51306"/>
                    <a:gd name="connsiteX1" fmla="*/ 51045 w 51045"/>
                    <a:gd name="connsiteY1" fmla="*/ 25653 h 51306"/>
                    <a:gd name="connsiteX2" fmla="*/ 25522 w 51045"/>
                    <a:gd name="connsiteY2" fmla="*/ 51306 h 51306"/>
                    <a:gd name="connsiteX3" fmla="*/ 0 w 51045"/>
                    <a:gd name="connsiteY3" fmla="*/ 25653 h 51306"/>
                    <a:gd name="connsiteX4" fmla="*/ 25522 w 51045"/>
                    <a:gd name="connsiteY4" fmla="*/ 0 h 51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45" h="51306">
                      <a:moveTo>
                        <a:pt x="25522" y="0"/>
                      </a:moveTo>
                      <a:cubicBezTo>
                        <a:pt x="39615" y="0"/>
                        <a:pt x="51045" y="11482"/>
                        <a:pt x="51045" y="25653"/>
                      </a:cubicBezTo>
                      <a:cubicBezTo>
                        <a:pt x="51045" y="39824"/>
                        <a:pt x="39615" y="51306"/>
                        <a:pt x="25522" y="51306"/>
                      </a:cubicBezTo>
                      <a:cubicBezTo>
                        <a:pt x="11430" y="51306"/>
                        <a:pt x="0" y="39824"/>
                        <a:pt x="0" y="25653"/>
                      </a:cubicBezTo>
                      <a:cubicBezTo>
                        <a:pt x="0" y="11482"/>
                        <a:pt x="11430" y="0"/>
                        <a:pt x="2552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sp>
              <p:nvSpPr>
                <p:cNvPr id="39" name="Freeform 38">
                  <a:extLst>
                    <a:ext uri="{FF2B5EF4-FFF2-40B4-BE49-F238E27FC236}">
                      <a16:creationId xmlns:a16="http://schemas.microsoft.com/office/drawing/2014/main" id="{C676CC60-12AF-9541-A529-33E2A2C04A5C}"/>
                    </a:ext>
                  </a:extLst>
                </p:cNvPr>
                <p:cNvSpPr/>
                <p:nvPr userDrawn="1"/>
              </p:nvSpPr>
              <p:spPr>
                <a:xfrm>
                  <a:off x="13441519" y="11637729"/>
                  <a:ext cx="51045" cy="141106"/>
                </a:xfrm>
                <a:custGeom>
                  <a:avLst/>
                  <a:gdLst>
                    <a:gd name="connsiteX0" fmla="*/ 0 w 51045"/>
                    <a:gd name="connsiteY0" fmla="*/ 0 h 141106"/>
                    <a:gd name="connsiteX1" fmla="*/ 51045 w 51045"/>
                    <a:gd name="connsiteY1" fmla="*/ 0 h 141106"/>
                    <a:gd name="connsiteX2" fmla="*/ 51045 w 51045"/>
                    <a:gd name="connsiteY2" fmla="*/ 141106 h 141106"/>
                    <a:gd name="connsiteX3" fmla="*/ 0 w 51045"/>
                    <a:gd name="connsiteY3" fmla="*/ 141106 h 141106"/>
                    <a:gd name="connsiteX4" fmla="*/ 0 w 51045"/>
                    <a:gd name="connsiteY4" fmla="*/ 0 h 141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45" h="141106">
                      <a:moveTo>
                        <a:pt x="0" y="0"/>
                      </a:moveTo>
                      <a:lnTo>
                        <a:pt x="51045" y="0"/>
                      </a:lnTo>
                      <a:lnTo>
                        <a:pt x="51045" y="141106"/>
                      </a:lnTo>
                      <a:lnTo>
                        <a:pt x="0" y="141106"/>
                      </a:lnTo>
                      <a:cubicBezTo>
                        <a:pt x="0" y="141106"/>
                        <a:pt x="0" y="0"/>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sp>
              <p:nvSpPr>
                <p:cNvPr id="40" name="Freeform 39">
                  <a:extLst>
                    <a:ext uri="{FF2B5EF4-FFF2-40B4-BE49-F238E27FC236}">
                      <a16:creationId xmlns:a16="http://schemas.microsoft.com/office/drawing/2014/main" id="{B483B303-CCF5-B845-A78F-90B033833D19}"/>
                    </a:ext>
                  </a:extLst>
                </p:cNvPr>
                <p:cNvSpPr/>
                <p:nvPr userDrawn="1"/>
              </p:nvSpPr>
              <p:spPr>
                <a:xfrm>
                  <a:off x="13518373" y="11637729"/>
                  <a:ext cx="140924" cy="141106"/>
                </a:xfrm>
                <a:custGeom>
                  <a:avLst/>
                  <a:gdLst>
                    <a:gd name="connsiteX0" fmla="*/ 94263 w 140924"/>
                    <a:gd name="connsiteY0" fmla="*/ 0 h 141106"/>
                    <a:gd name="connsiteX1" fmla="*/ 140924 w 140924"/>
                    <a:gd name="connsiteY1" fmla="*/ 64251 h 141106"/>
                    <a:gd name="connsiteX2" fmla="*/ 140924 w 140924"/>
                    <a:gd name="connsiteY2" fmla="*/ 141106 h 141106"/>
                    <a:gd name="connsiteX3" fmla="*/ 89696 w 140924"/>
                    <a:gd name="connsiteY3" fmla="*/ 141106 h 141106"/>
                    <a:gd name="connsiteX4" fmla="*/ 89696 w 140924"/>
                    <a:gd name="connsiteY4" fmla="*/ 64251 h 141106"/>
                    <a:gd name="connsiteX5" fmla="*/ 73020 w 140924"/>
                    <a:gd name="connsiteY5" fmla="*/ 38441 h 141106"/>
                    <a:gd name="connsiteX6" fmla="*/ 51255 w 140924"/>
                    <a:gd name="connsiteY6" fmla="*/ 64251 h 141106"/>
                    <a:gd name="connsiteX7" fmla="*/ 51255 w 140924"/>
                    <a:gd name="connsiteY7" fmla="*/ 141106 h 141106"/>
                    <a:gd name="connsiteX8" fmla="*/ 0 w 140924"/>
                    <a:gd name="connsiteY8" fmla="*/ 141106 h 141106"/>
                    <a:gd name="connsiteX9" fmla="*/ 0 w 140924"/>
                    <a:gd name="connsiteY9" fmla="*/ 183 h 141106"/>
                    <a:gd name="connsiteX10" fmla="*/ 51255 w 140924"/>
                    <a:gd name="connsiteY10" fmla="*/ 183 h 141106"/>
                    <a:gd name="connsiteX11" fmla="*/ 51203 w 140924"/>
                    <a:gd name="connsiteY11" fmla="*/ 22861 h 141106"/>
                    <a:gd name="connsiteX12" fmla="*/ 94263 w 140924"/>
                    <a:gd name="connsiteY12" fmla="*/ 0 h 141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924" h="141106">
                      <a:moveTo>
                        <a:pt x="94263" y="0"/>
                      </a:moveTo>
                      <a:cubicBezTo>
                        <a:pt x="123491" y="0"/>
                        <a:pt x="140924" y="24140"/>
                        <a:pt x="140924" y="64251"/>
                      </a:cubicBezTo>
                      <a:lnTo>
                        <a:pt x="140924" y="141106"/>
                      </a:lnTo>
                      <a:lnTo>
                        <a:pt x="89696" y="141106"/>
                      </a:lnTo>
                      <a:lnTo>
                        <a:pt x="89696" y="64251"/>
                      </a:lnTo>
                      <a:cubicBezTo>
                        <a:pt x="89696" y="49897"/>
                        <a:pt x="85285" y="38441"/>
                        <a:pt x="73020" y="38441"/>
                      </a:cubicBezTo>
                      <a:cubicBezTo>
                        <a:pt x="51255" y="38441"/>
                        <a:pt x="51255" y="64251"/>
                        <a:pt x="51255" y="64251"/>
                      </a:cubicBezTo>
                      <a:lnTo>
                        <a:pt x="51255" y="141106"/>
                      </a:lnTo>
                      <a:lnTo>
                        <a:pt x="0" y="141106"/>
                      </a:lnTo>
                      <a:lnTo>
                        <a:pt x="0" y="183"/>
                      </a:lnTo>
                      <a:lnTo>
                        <a:pt x="51255" y="183"/>
                      </a:lnTo>
                      <a:lnTo>
                        <a:pt x="51203" y="22861"/>
                      </a:lnTo>
                      <a:cubicBezTo>
                        <a:pt x="51203" y="22861"/>
                        <a:pt x="56291" y="0"/>
                        <a:pt x="9426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grpSp>
        </p:grpSp>
      </p:grpSp>
      <p:sp>
        <p:nvSpPr>
          <p:cNvPr id="52" name="CuadroTexto 1">
            <a:extLst>
              <a:ext uri="{FF2B5EF4-FFF2-40B4-BE49-F238E27FC236}">
                <a16:creationId xmlns:a16="http://schemas.microsoft.com/office/drawing/2014/main" id="{108FC3AF-10D9-DD43-A915-21547E01A25C}"/>
              </a:ext>
            </a:extLst>
          </p:cNvPr>
          <p:cNvSpPr txBox="1"/>
          <p:nvPr userDrawn="1"/>
        </p:nvSpPr>
        <p:spPr>
          <a:xfrm>
            <a:off x="2552784" y="1217140"/>
            <a:ext cx="7086428" cy="769441"/>
          </a:xfrm>
          <a:prstGeom prst="rect">
            <a:avLst/>
          </a:prstGeom>
          <a:noFill/>
        </p:spPr>
        <p:txBody>
          <a:bodyPr wrap="square" rtlCol="0">
            <a:spAutoFit/>
          </a:bodyPr>
          <a:lstStyle/>
          <a:p>
            <a:pPr algn="ctr"/>
            <a:r>
              <a:rPr lang="en-US" sz="4400" b="1">
                <a:solidFill>
                  <a:schemeClr val="bg1"/>
                </a:solidFill>
                <a:latin typeface="Century Gothic" panose="020B0502020202020204" pitchFamily="34" charset="0"/>
              </a:rPr>
              <a:t>MUCHAS GRACIAS</a:t>
            </a:r>
            <a:endParaRPr lang="es-ES_tradnl" sz="4400" b="1">
              <a:solidFill>
                <a:schemeClr val="bg1"/>
              </a:solidFill>
              <a:latin typeface="Century Gothic" panose="020B0502020202020204" pitchFamily="34" charset="0"/>
            </a:endParaRPr>
          </a:p>
        </p:txBody>
      </p:sp>
      <p:sp>
        <p:nvSpPr>
          <p:cNvPr id="60" name="CuadroTexto 23">
            <a:extLst>
              <a:ext uri="{FF2B5EF4-FFF2-40B4-BE49-F238E27FC236}">
                <a16:creationId xmlns:a16="http://schemas.microsoft.com/office/drawing/2014/main" id="{F0B28C2D-E6BB-5642-8997-A7B20995DC43}"/>
              </a:ext>
            </a:extLst>
          </p:cNvPr>
          <p:cNvSpPr txBox="1"/>
          <p:nvPr userDrawn="1"/>
        </p:nvSpPr>
        <p:spPr>
          <a:xfrm>
            <a:off x="2552784" y="2365703"/>
            <a:ext cx="7086428" cy="338554"/>
          </a:xfrm>
          <a:prstGeom prst="rect">
            <a:avLst/>
          </a:prstGeom>
          <a:noFill/>
        </p:spPr>
        <p:txBody>
          <a:bodyPr wrap="square" rtlCol="0">
            <a:spAutoFit/>
          </a:bodyPr>
          <a:lstStyle/>
          <a:p>
            <a:pPr lvl="0" algn="ctr"/>
            <a:r>
              <a:rPr lang="en-US" sz="1600" b="1">
                <a:solidFill>
                  <a:schemeClr val="accent1"/>
                </a:solidFill>
                <a:latin typeface="Century Gothic" panose="020B0502020202020204" pitchFamily="34" charset="0"/>
              </a:rPr>
              <a:t>NUESTRO PRINCIPIO DE CIUDADANÍA CMI</a:t>
            </a:r>
          </a:p>
        </p:txBody>
      </p:sp>
    </p:spTree>
    <p:extLst>
      <p:ext uri="{BB962C8B-B14F-4D97-AF65-F5344CB8AC3E}">
        <p14:creationId xmlns:p14="http://schemas.microsoft.com/office/powerpoint/2010/main" val="368070485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ierre 04 Principio de Ciudadania CMI">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6C70025F-B8DF-544E-94C7-6C0CAFDE5133}"/>
              </a:ext>
            </a:extLst>
          </p:cNvPr>
          <p:cNvGrpSpPr/>
          <p:nvPr userDrawn="1"/>
        </p:nvGrpSpPr>
        <p:grpSpPr>
          <a:xfrm>
            <a:off x="-1" y="0"/>
            <a:ext cx="12192001" cy="6860867"/>
            <a:chOff x="-2" y="0"/>
            <a:chExt cx="24382415" cy="13721733"/>
          </a:xfrm>
        </p:grpSpPr>
        <p:sp>
          <p:nvSpPr>
            <p:cNvPr id="54" name="Google Shape;386;p2">
              <a:extLst>
                <a:ext uri="{FF2B5EF4-FFF2-40B4-BE49-F238E27FC236}">
                  <a16:creationId xmlns:a16="http://schemas.microsoft.com/office/drawing/2014/main" id="{30E8CF00-68B8-F541-A852-5BED104E3989}"/>
                </a:ext>
              </a:extLst>
            </p:cNvPr>
            <p:cNvSpPr/>
            <p:nvPr userDrawn="1"/>
          </p:nvSpPr>
          <p:spPr>
            <a:xfrm>
              <a:off x="-1" y="0"/>
              <a:ext cx="24382414" cy="13721733"/>
            </a:xfrm>
            <a:prstGeom prst="rect">
              <a:avLst/>
            </a:prstGeom>
            <a:solidFill>
              <a:schemeClr val="tx1"/>
            </a:solidFill>
            <a:ln>
              <a:noFill/>
            </a:ln>
          </p:spPr>
          <p:txBody>
            <a:bodyPr spcFirstLastPara="1" wrap="square" lIns="68569" tIns="68569" rIns="68569" bIns="68569" anchor="ctr" anchorCtr="0">
              <a:noAutofit/>
            </a:bodyPr>
            <a:lstStyle/>
            <a:p>
              <a:pPr>
                <a:buSzPts val="1400"/>
              </a:pPr>
              <a:endParaRPr sz="900">
                <a:latin typeface="Century Gothic" panose="020B0502020202020204" pitchFamily="34" charset="0"/>
              </a:endParaRPr>
            </a:p>
          </p:txBody>
        </p:sp>
        <p:pic>
          <p:nvPicPr>
            <p:cNvPr id="55" name="Gráfico 29">
              <a:extLst>
                <a:ext uri="{FF2B5EF4-FFF2-40B4-BE49-F238E27FC236}">
                  <a16:creationId xmlns:a16="http://schemas.microsoft.com/office/drawing/2014/main" id="{D11DA377-9D63-444D-B4FF-946515175129}"/>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9806" r="6022" b="12613"/>
            <a:stretch/>
          </p:blipFill>
          <p:spPr>
            <a:xfrm flipH="1">
              <a:off x="-2" y="1216"/>
              <a:ext cx="24382413" cy="13716000"/>
            </a:xfrm>
            <a:prstGeom prst="rect">
              <a:avLst/>
            </a:prstGeom>
          </p:spPr>
        </p:pic>
        <p:sp>
          <p:nvSpPr>
            <p:cNvPr id="56" name="AutoShape 5">
              <a:extLst>
                <a:ext uri="{FF2B5EF4-FFF2-40B4-BE49-F238E27FC236}">
                  <a16:creationId xmlns:a16="http://schemas.microsoft.com/office/drawing/2014/main" id="{C708017B-2757-CA40-BE5E-14A85353506F}"/>
                </a:ext>
              </a:extLst>
            </p:cNvPr>
            <p:cNvSpPr>
              <a:spLocks noChangeAspect="1" noChangeArrowheads="1" noTextEdit="1"/>
            </p:cNvSpPr>
            <p:nvPr userDrawn="1"/>
          </p:nvSpPr>
          <p:spPr bwMode="auto">
            <a:xfrm>
              <a:off x="12087905" y="11673396"/>
              <a:ext cx="206602" cy="2081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nvGrpSpPr>
            <p:cNvPr id="57" name="Grupo 2">
              <a:extLst>
                <a:ext uri="{FF2B5EF4-FFF2-40B4-BE49-F238E27FC236}">
                  <a16:creationId xmlns:a16="http://schemas.microsoft.com/office/drawing/2014/main" id="{232676FF-EF87-164D-9005-5A511D99AC43}"/>
                </a:ext>
              </a:extLst>
            </p:cNvPr>
            <p:cNvGrpSpPr/>
            <p:nvPr userDrawn="1"/>
          </p:nvGrpSpPr>
          <p:grpSpPr>
            <a:xfrm>
              <a:off x="22272326" y="665312"/>
              <a:ext cx="1168254" cy="1168254"/>
              <a:chOff x="484021" y="1418770"/>
              <a:chExt cx="1506119" cy="1506119"/>
            </a:xfrm>
          </p:grpSpPr>
          <p:sp>
            <p:nvSpPr>
              <p:cNvPr id="58" name="Elipse 3">
                <a:extLst>
                  <a:ext uri="{FF2B5EF4-FFF2-40B4-BE49-F238E27FC236}">
                    <a16:creationId xmlns:a16="http://schemas.microsoft.com/office/drawing/2014/main" id="{1B4D19CB-8B3E-964C-B6CD-F33CA00F9E08}"/>
                  </a:ext>
                </a:extLst>
              </p:cNvPr>
              <p:cNvSpPr/>
              <p:nvPr/>
            </p:nvSpPr>
            <p:spPr>
              <a:xfrm>
                <a:off x="484021" y="1418770"/>
                <a:ext cx="1506119" cy="1506119"/>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pic>
            <p:nvPicPr>
              <p:cNvPr id="59" name="Imagen 4">
                <a:extLst>
                  <a:ext uri="{FF2B5EF4-FFF2-40B4-BE49-F238E27FC236}">
                    <a16:creationId xmlns:a16="http://schemas.microsoft.com/office/drawing/2014/main" id="{706D0711-7B85-8C48-9CE2-000CC010F2C0}"/>
                  </a:ext>
                </a:extLst>
              </p:cNvPr>
              <p:cNvPicPr>
                <a:picLocks noChangeAspect="1"/>
              </p:cNvPicPr>
              <p:nvPr/>
            </p:nvPicPr>
            <p:blipFill>
              <a:blip r:embed="rId3"/>
              <a:srcRect/>
              <a:stretch/>
            </p:blipFill>
            <p:spPr>
              <a:xfrm>
                <a:off x="666625" y="1843741"/>
                <a:ext cx="1140909" cy="619599"/>
              </a:xfrm>
              <a:prstGeom prst="rect">
                <a:avLst/>
              </a:prstGeom>
            </p:spPr>
          </p:pic>
        </p:grpSp>
      </p:grpSp>
      <p:sp>
        <p:nvSpPr>
          <p:cNvPr id="135" name="TextBox 13">
            <a:extLst>
              <a:ext uri="{FF2B5EF4-FFF2-40B4-BE49-F238E27FC236}">
                <a16:creationId xmlns:a16="http://schemas.microsoft.com/office/drawing/2014/main" id="{9054E7DC-18EF-1B47-8098-FD6A054F4CE5}"/>
              </a:ext>
            </a:extLst>
          </p:cNvPr>
          <p:cNvSpPr txBox="1"/>
          <p:nvPr userDrawn="1"/>
        </p:nvSpPr>
        <p:spPr>
          <a:xfrm>
            <a:off x="5186937" y="5373216"/>
            <a:ext cx="1818126" cy="200055"/>
          </a:xfrm>
          <a:prstGeom prst="rect">
            <a:avLst/>
          </a:prstGeom>
          <a:noFill/>
        </p:spPr>
        <p:txBody>
          <a:bodyPr wrap="none" rtlCol="0">
            <a:spAutoFit/>
          </a:bodyPr>
          <a:lstStyle/>
          <a:p>
            <a:pPr algn="ctr"/>
            <a:r>
              <a:rPr lang="en-US" sz="700" b="1" spc="300">
                <a:solidFill>
                  <a:schemeClr val="bg1"/>
                </a:solidFill>
                <a:latin typeface="Century Gothic" panose="020B0502020202020204" pitchFamily="34" charset="0"/>
                <a:ea typeface="Montserrat" charset="0"/>
                <a:cs typeface="Montserrat" charset="0"/>
              </a:rPr>
              <a:t>WWW.SOMOSCMI.COM</a:t>
            </a:r>
          </a:p>
        </p:txBody>
      </p:sp>
      <p:sp>
        <p:nvSpPr>
          <p:cNvPr id="136" name="AutoShape 5">
            <a:extLst>
              <a:ext uri="{FF2B5EF4-FFF2-40B4-BE49-F238E27FC236}">
                <a16:creationId xmlns:a16="http://schemas.microsoft.com/office/drawing/2014/main" id="{87B15690-9B93-9848-AECF-5F57E8FB1758}"/>
              </a:ext>
            </a:extLst>
          </p:cNvPr>
          <p:cNvSpPr>
            <a:spLocks noChangeAspect="1" noChangeArrowheads="1" noTextEdit="1"/>
          </p:cNvSpPr>
          <p:nvPr userDrawn="1"/>
        </p:nvSpPr>
        <p:spPr bwMode="auto">
          <a:xfrm>
            <a:off x="6044346" y="5836698"/>
            <a:ext cx="103308" cy="104060"/>
          </a:xfrm>
          <a:prstGeom prst="rect">
            <a:avLst/>
          </a:prstGeom>
          <a:noFill/>
          <a:ln w="9525">
            <a:noFill/>
            <a:miter lim="800000"/>
            <a:headEnd/>
            <a:tailEnd/>
          </a:ln>
        </p:spPr>
        <p:txBody>
          <a:bodyPr vert="horz" wrap="square" lIns="45720" tIns="22860" rIns="45720" bIns="2286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25" name="Rectángulo redondeado 24">
            <a:extLst>
              <a:ext uri="{FF2B5EF4-FFF2-40B4-BE49-F238E27FC236}">
                <a16:creationId xmlns:a16="http://schemas.microsoft.com/office/drawing/2014/main" id="{CD04E837-CDFC-2546-843E-1532CF3A483B}"/>
              </a:ext>
            </a:extLst>
          </p:cNvPr>
          <p:cNvSpPr/>
          <p:nvPr userDrawn="1"/>
        </p:nvSpPr>
        <p:spPr>
          <a:xfrm>
            <a:off x="2552784" y="2766758"/>
            <a:ext cx="7086428" cy="86409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26" name="CuadroTexto 25">
            <a:extLst>
              <a:ext uri="{FF2B5EF4-FFF2-40B4-BE49-F238E27FC236}">
                <a16:creationId xmlns:a16="http://schemas.microsoft.com/office/drawing/2014/main" id="{D877A1A7-C5BF-C54C-B6C3-79E4A8C19422}"/>
              </a:ext>
            </a:extLst>
          </p:cNvPr>
          <p:cNvSpPr txBox="1"/>
          <p:nvPr userDrawn="1"/>
        </p:nvSpPr>
        <p:spPr>
          <a:xfrm>
            <a:off x="2552783" y="2762688"/>
            <a:ext cx="7086428" cy="864096"/>
          </a:xfrm>
          <a:prstGeom prst="rect">
            <a:avLst/>
          </a:prstGeom>
          <a:noFill/>
        </p:spPr>
        <p:txBody>
          <a:bodyPr wrap="square" rtlCol="0" anchor="ctr">
            <a:noAutofit/>
          </a:bodyPr>
          <a:lstStyle/>
          <a:p>
            <a:pPr algn="ctr"/>
            <a:r>
              <a:rPr lang="es-GT" sz="2200" b="1">
                <a:solidFill>
                  <a:schemeClr val="bg1"/>
                </a:solidFill>
                <a:latin typeface="Century Gothic" panose="020B0502020202020204" pitchFamily="34" charset="0"/>
              </a:rPr>
              <a:t>LA OPORTUNIDAD DE CRECER JUNTOS</a:t>
            </a:r>
          </a:p>
        </p:txBody>
      </p:sp>
      <p:grpSp>
        <p:nvGrpSpPr>
          <p:cNvPr id="5" name="Grupo 4">
            <a:extLst>
              <a:ext uri="{FF2B5EF4-FFF2-40B4-BE49-F238E27FC236}">
                <a16:creationId xmlns:a16="http://schemas.microsoft.com/office/drawing/2014/main" id="{11B49CD5-B4AA-4240-A047-D2F5B361E857}"/>
              </a:ext>
            </a:extLst>
          </p:cNvPr>
          <p:cNvGrpSpPr/>
          <p:nvPr userDrawn="1"/>
        </p:nvGrpSpPr>
        <p:grpSpPr>
          <a:xfrm>
            <a:off x="4014962" y="3923545"/>
            <a:ext cx="4162073" cy="1069658"/>
            <a:chOff x="7968862" y="7847090"/>
            <a:chExt cx="8323604" cy="2139316"/>
          </a:xfrm>
        </p:grpSpPr>
        <p:pic>
          <p:nvPicPr>
            <p:cNvPr id="32" name="Imagen 31">
              <a:extLst>
                <a:ext uri="{FF2B5EF4-FFF2-40B4-BE49-F238E27FC236}">
                  <a16:creationId xmlns:a16="http://schemas.microsoft.com/office/drawing/2014/main" id="{281ECE9C-9E4C-2D40-AB03-307CB7C44FD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r="42889"/>
            <a:stretch/>
          </p:blipFill>
          <p:spPr>
            <a:xfrm>
              <a:off x="7968862" y="7847090"/>
              <a:ext cx="4822829" cy="2139316"/>
            </a:xfrm>
            <a:prstGeom prst="rect">
              <a:avLst/>
            </a:prstGeom>
          </p:spPr>
        </p:pic>
        <p:pic>
          <p:nvPicPr>
            <p:cNvPr id="130" name="Imagen 129">
              <a:hlinkClick r:id="" action="ppaction://noaction"/>
              <a:extLst>
                <a:ext uri="{FF2B5EF4-FFF2-40B4-BE49-F238E27FC236}">
                  <a16:creationId xmlns:a16="http://schemas.microsoft.com/office/drawing/2014/main" id="{404D586B-2341-6F44-BCD4-3BBBBF22B525}"/>
                </a:ext>
              </a:extLst>
            </p:cNvPr>
            <p:cNvPicPr>
              <a:picLocks noChangeAspect="1"/>
            </p:cNvPicPr>
            <p:nvPr userDrawn="1"/>
          </p:nvPicPr>
          <p:blipFill rotWithShape="1">
            <a:blip r:embed="rId5"/>
            <a:srcRect l="48072" t="15350" r="6586" b="30401"/>
            <a:stretch/>
          </p:blipFill>
          <p:spPr>
            <a:xfrm>
              <a:off x="12839277" y="8055510"/>
              <a:ext cx="3453189" cy="1755878"/>
            </a:xfrm>
            <a:prstGeom prst="rect">
              <a:avLst/>
            </a:prstGeom>
          </p:spPr>
        </p:pic>
      </p:grpSp>
      <p:grpSp>
        <p:nvGrpSpPr>
          <p:cNvPr id="28" name="Group 27">
            <a:extLst>
              <a:ext uri="{FF2B5EF4-FFF2-40B4-BE49-F238E27FC236}">
                <a16:creationId xmlns:a16="http://schemas.microsoft.com/office/drawing/2014/main" id="{CEA5D5C8-F1DA-2A4A-AA3A-865B13E26117}"/>
              </a:ext>
            </a:extLst>
          </p:cNvPr>
          <p:cNvGrpSpPr/>
          <p:nvPr userDrawn="1"/>
        </p:nvGrpSpPr>
        <p:grpSpPr>
          <a:xfrm>
            <a:off x="5446676" y="5694296"/>
            <a:ext cx="1298648" cy="284805"/>
            <a:chOff x="11231679" y="11388591"/>
            <a:chExt cx="2597127" cy="569609"/>
          </a:xfrm>
        </p:grpSpPr>
        <p:grpSp>
          <p:nvGrpSpPr>
            <p:cNvPr id="29" name="Grupo 137">
              <a:extLst>
                <a:ext uri="{FF2B5EF4-FFF2-40B4-BE49-F238E27FC236}">
                  <a16:creationId xmlns:a16="http://schemas.microsoft.com/office/drawing/2014/main" id="{37F4BA36-0743-E24C-90AC-9430C31D479C}"/>
                </a:ext>
              </a:extLst>
            </p:cNvPr>
            <p:cNvGrpSpPr/>
            <p:nvPr/>
          </p:nvGrpSpPr>
          <p:grpSpPr>
            <a:xfrm>
              <a:off x="12579747" y="11388591"/>
              <a:ext cx="569609" cy="569609"/>
              <a:chOff x="6419730" y="5269647"/>
              <a:chExt cx="569609" cy="569609"/>
            </a:xfrm>
          </p:grpSpPr>
          <p:sp>
            <p:nvSpPr>
              <p:cNvPr id="48" name="Elipse 147">
                <a:extLst>
                  <a:ext uri="{FF2B5EF4-FFF2-40B4-BE49-F238E27FC236}">
                    <a16:creationId xmlns:a16="http://schemas.microsoft.com/office/drawing/2014/main" id="{1C2965C8-7964-4444-B1F6-3721060C9DE7}"/>
                  </a:ext>
                </a:extLst>
              </p:cNvPr>
              <p:cNvSpPr/>
              <p:nvPr/>
            </p:nvSpPr>
            <p:spPr>
              <a:xfrm>
                <a:off x="6419730"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sp>
            <p:nvSpPr>
              <p:cNvPr id="49" name="Freeform 14">
                <a:extLst>
                  <a:ext uri="{FF2B5EF4-FFF2-40B4-BE49-F238E27FC236}">
                    <a16:creationId xmlns:a16="http://schemas.microsoft.com/office/drawing/2014/main" id="{74168F4F-2C64-FE40-9C90-D04DEB9498A5}"/>
                  </a:ext>
                </a:extLst>
              </p:cNvPr>
              <p:cNvSpPr>
                <a:spLocks/>
              </p:cNvSpPr>
              <p:nvPr/>
            </p:nvSpPr>
            <p:spPr bwMode="auto">
              <a:xfrm>
                <a:off x="6630296" y="5489285"/>
                <a:ext cx="190077" cy="158185"/>
              </a:xfrm>
              <a:custGeom>
                <a:avLst/>
                <a:gdLst>
                  <a:gd name="T0" fmla="*/ 57 w 63"/>
                  <a:gd name="T1" fmla="*/ 13 h 52"/>
                  <a:gd name="T2" fmla="*/ 57 w 63"/>
                  <a:gd name="T3" fmla="*/ 15 h 52"/>
                  <a:gd name="T4" fmla="*/ 20 w 63"/>
                  <a:gd name="T5" fmla="*/ 52 h 52"/>
                  <a:gd name="T6" fmla="*/ 0 w 63"/>
                  <a:gd name="T7" fmla="*/ 46 h 52"/>
                  <a:gd name="T8" fmla="*/ 3 w 63"/>
                  <a:gd name="T9" fmla="*/ 46 h 52"/>
                  <a:gd name="T10" fmla="*/ 19 w 63"/>
                  <a:gd name="T11" fmla="*/ 40 h 52"/>
                  <a:gd name="T12" fmla="*/ 7 w 63"/>
                  <a:gd name="T13" fmla="*/ 32 h 52"/>
                  <a:gd name="T14" fmla="*/ 10 w 63"/>
                  <a:gd name="T15" fmla="*/ 32 h 52"/>
                  <a:gd name="T16" fmla="*/ 13 w 63"/>
                  <a:gd name="T17" fmla="*/ 31 h 52"/>
                  <a:gd name="T18" fmla="*/ 3 w 63"/>
                  <a:gd name="T19" fmla="*/ 19 h 52"/>
                  <a:gd name="T20" fmla="*/ 3 w 63"/>
                  <a:gd name="T21" fmla="*/ 19 h 52"/>
                  <a:gd name="T22" fmla="*/ 9 w 63"/>
                  <a:gd name="T23" fmla="*/ 20 h 52"/>
                  <a:gd name="T24" fmla="*/ 3 w 63"/>
                  <a:gd name="T25" fmla="*/ 10 h 52"/>
                  <a:gd name="T26" fmla="*/ 5 w 63"/>
                  <a:gd name="T27" fmla="*/ 2 h 52"/>
                  <a:gd name="T28" fmla="*/ 31 w 63"/>
                  <a:gd name="T29" fmla="*/ 16 h 52"/>
                  <a:gd name="T30" fmla="*/ 31 w 63"/>
                  <a:gd name="T31" fmla="*/ 14 h 52"/>
                  <a:gd name="T32" fmla="*/ 44 w 63"/>
                  <a:gd name="T33" fmla="*/ 0 h 52"/>
                  <a:gd name="T34" fmla="*/ 53 w 63"/>
                  <a:gd name="T35" fmla="*/ 4 h 52"/>
                  <a:gd name="T36" fmla="*/ 61 w 63"/>
                  <a:gd name="T37" fmla="*/ 0 h 52"/>
                  <a:gd name="T38" fmla="*/ 56 w 63"/>
                  <a:gd name="T39" fmla="*/ 8 h 52"/>
                  <a:gd name="T40" fmla="*/ 63 w 63"/>
                  <a:gd name="T41" fmla="*/ 6 h 52"/>
                  <a:gd name="T42" fmla="*/ 57 w 63"/>
                  <a:gd name="T43" fmla="*/ 1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3" h="52">
                    <a:moveTo>
                      <a:pt x="57" y="13"/>
                    </a:moveTo>
                    <a:cubicBezTo>
                      <a:pt x="57" y="14"/>
                      <a:pt x="57" y="14"/>
                      <a:pt x="57" y="15"/>
                    </a:cubicBezTo>
                    <a:cubicBezTo>
                      <a:pt x="57" y="32"/>
                      <a:pt x="44" y="52"/>
                      <a:pt x="20" y="52"/>
                    </a:cubicBezTo>
                    <a:cubicBezTo>
                      <a:pt x="13" y="52"/>
                      <a:pt x="6" y="50"/>
                      <a:pt x="0" y="46"/>
                    </a:cubicBezTo>
                    <a:cubicBezTo>
                      <a:pt x="1" y="46"/>
                      <a:pt x="2" y="46"/>
                      <a:pt x="3" y="46"/>
                    </a:cubicBezTo>
                    <a:cubicBezTo>
                      <a:pt x="9" y="46"/>
                      <a:pt x="15" y="44"/>
                      <a:pt x="19" y="40"/>
                    </a:cubicBezTo>
                    <a:cubicBezTo>
                      <a:pt x="14" y="40"/>
                      <a:pt x="9" y="37"/>
                      <a:pt x="7" y="32"/>
                    </a:cubicBezTo>
                    <a:cubicBezTo>
                      <a:pt x="8" y="32"/>
                      <a:pt x="9" y="32"/>
                      <a:pt x="10" y="32"/>
                    </a:cubicBezTo>
                    <a:cubicBezTo>
                      <a:pt x="11" y="32"/>
                      <a:pt x="12" y="32"/>
                      <a:pt x="13" y="31"/>
                    </a:cubicBezTo>
                    <a:cubicBezTo>
                      <a:pt x="7" y="30"/>
                      <a:pt x="3" y="25"/>
                      <a:pt x="3" y="19"/>
                    </a:cubicBezTo>
                    <a:cubicBezTo>
                      <a:pt x="3" y="19"/>
                      <a:pt x="3" y="19"/>
                      <a:pt x="3" y="19"/>
                    </a:cubicBezTo>
                    <a:cubicBezTo>
                      <a:pt x="5" y="19"/>
                      <a:pt x="7" y="20"/>
                      <a:pt x="9" y="20"/>
                    </a:cubicBezTo>
                    <a:cubicBezTo>
                      <a:pt x="5" y="18"/>
                      <a:pt x="3" y="14"/>
                      <a:pt x="3" y="10"/>
                    </a:cubicBezTo>
                    <a:cubicBezTo>
                      <a:pt x="3" y="6"/>
                      <a:pt x="4" y="4"/>
                      <a:pt x="5" y="2"/>
                    </a:cubicBezTo>
                    <a:cubicBezTo>
                      <a:pt x="11" y="11"/>
                      <a:pt x="20" y="16"/>
                      <a:pt x="31" y="16"/>
                    </a:cubicBezTo>
                    <a:cubicBezTo>
                      <a:pt x="31" y="14"/>
                      <a:pt x="31" y="14"/>
                      <a:pt x="31" y="14"/>
                    </a:cubicBezTo>
                    <a:cubicBezTo>
                      <a:pt x="31" y="5"/>
                      <a:pt x="37" y="0"/>
                      <a:pt x="44" y="0"/>
                    </a:cubicBezTo>
                    <a:cubicBezTo>
                      <a:pt x="48" y="0"/>
                      <a:pt x="51" y="1"/>
                      <a:pt x="53" y="4"/>
                    </a:cubicBezTo>
                    <a:cubicBezTo>
                      <a:pt x="56" y="3"/>
                      <a:pt x="59" y="2"/>
                      <a:pt x="61" y="0"/>
                    </a:cubicBezTo>
                    <a:cubicBezTo>
                      <a:pt x="61" y="4"/>
                      <a:pt x="58" y="6"/>
                      <a:pt x="56" y="8"/>
                    </a:cubicBezTo>
                    <a:cubicBezTo>
                      <a:pt x="58" y="7"/>
                      <a:pt x="61" y="7"/>
                      <a:pt x="63" y="6"/>
                    </a:cubicBezTo>
                    <a:cubicBezTo>
                      <a:pt x="61" y="8"/>
                      <a:pt x="59" y="11"/>
                      <a:pt x="57" y="13"/>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nvGrpSpPr>
            <p:cNvPr id="31" name="Grupo 138">
              <a:extLst>
                <a:ext uri="{FF2B5EF4-FFF2-40B4-BE49-F238E27FC236}">
                  <a16:creationId xmlns:a16="http://schemas.microsoft.com/office/drawing/2014/main" id="{343BA720-1C1D-6149-B48A-D4714595E345}"/>
                </a:ext>
              </a:extLst>
            </p:cNvPr>
            <p:cNvGrpSpPr/>
            <p:nvPr/>
          </p:nvGrpSpPr>
          <p:grpSpPr>
            <a:xfrm>
              <a:off x="11918465" y="11388591"/>
              <a:ext cx="569609" cy="569609"/>
              <a:chOff x="5835127" y="5269647"/>
              <a:chExt cx="569609" cy="569609"/>
            </a:xfrm>
          </p:grpSpPr>
          <p:sp>
            <p:nvSpPr>
              <p:cNvPr id="43" name="Elipse 142">
                <a:extLst>
                  <a:ext uri="{FF2B5EF4-FFF2-40B4-BE49-F238E27FC236}">
                    <a16:creationId xmlns:a16="http://schemas.microsoft.com/office/drawing/2014/main" id="{81F51B73-9C27-A643-A63B-89C16D55A595}"/>
                  </a:ext>
                </a:extLst>
              </p:cNvPr>
              <p:cNvSpPr/>
              <p:nvPr/>
            </p:nvSpPr>
            <p:spPr>
              <a:xfrm>
                <a:off x="5835127"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grpSp>
            <p:nvGrpSpPr>
              <p:cNvPr id="44" name="Grupo 143">
                <a:extLst>
                  <a:ext uri="{FF2B5EF4-FFF2-40B4-BE49-F238E27FC236}">
                    <a16:creationId xmlns:a16="http://schemas.microsoft.com/office/drawing/2014/main" id="{40517D2B-24C4-BA43-9D32-B64C91473FF6}"/>
                  </a:ext>
                </a:extLst>
              </p:cNvPr>
              <p:cNvGrpSpPr/>
              <p:nvPr/>
            </p:nvGrpSpPr>
            <p:grpSpPr>
              <a:xfrm>
                <a:off x="6018164" y="5459936"/>
                <a:ext cx="206602" cy="206602"/>
                <a:chOff x="6018164" y="5459936"/>
                <a:chExt cx="206602" cy="206602"/>
              </a:xfrm>
            </p:grpSpPr>
            <p:sp>
              <p:nvSpPr>
                <p:cNvPr id="45" name="Freeform 8">
                  <a:extLst>
                    <a:ext uri="{FF2B5EF4-FFF2-40B4-BE49-F238E27FC236}">
                      <a16:creationId xmlns:a16="http://schemas.microsoft.com/office/drawing/2014/main" id="{A31F3891-8B14-1946-AF8C-0D49560DEECE}"/>
                    </a:ext>
                  </a:extLst>
                </p:cNvPr>
                <p:cNvSpPr>
                  <a:spLocks noEditPoints="1"/>
                </p:cNvSpPr>
                <p:nvPr/>
              </p:nvSpPr>
              <p:spPr bwMode="auto">
                <a:xfrm>
                  <a:off x="6018164" y="5459936"/>
                  <a:ext cx="206602" cy="206602"/>
                </a:xfrm>
                <a:custGeom>
                  <a:avLst/>
                  <a:gdLst/>
                  <a:ahLst/>
                  <a:cxnLst>
                    <a:cxn ang="0">
                      <a:pos x="1031" y="400"/>
                    </a:cxn>
                    <a:cxn ang="0">
                      <a:pos x="809" y="482"/>
                    </a:cxn>
                    <a:cxn ang="0">
                      <a:pos x="622" y="622"/>
                    </a:cxn>
                    <a:cxn ang="0">
                      <a:pos x="482" y="809"/>
                    </a:cxn>
                    <a:cxn ang="0">
                      <a:pos x="400" y="1031"/>
                    </a:cxn>
                    <a:cxn ang="0">
                      <a:pos x="384" y="3135"/>
                    </a:cxn>
                    <a:cxn ang="0">
                      <a:pos x="421" y="3375"/>
                    </a:cxn>
                    <a:cxn ang="0">
                      <a:pos x="522" y="3588"/>
                    </a:cxn>
                    <a:cxn ang="0">
                      <a:pos x="679" y="3759"/>
                    </a:cxn>
                    <a:cxn ang="0">
                      <a:pos x="879" y="3882"/>
                    </a:cxn>
                    <a:cxn ang="0">
                      <a:pos x="1112" y="3941"/>
                    </a:cxn>
                    <a:cxn ang="0">
                      <a:pos x="3217" y="3941"/>
                    </a:cxn>
                    <a:cxn ang="0">
                      <a:pos x="3449" y="3882"/>
                    </a:cxn>
                    <a:cxn ang="0">
                      <a:pos x="3650" y="3759"/>
                    </a:cxn>
                    <a:cxn ang="0">
                      <a:pos x="3807" y="3588"/>
                    </a:cxn>
                    <a:cxn ang="0">
                      <a:pos x="3908" y="3375"/>
                    </a:cxn>
                    <a:cxn ang="0">
                      <a:pos x="3945" y="3135"/>
                    </a:cxn>
                    <a:cxn ang="0">
                      <a:pos x="3929" y="1031"/>
                    </a:cxn>
                    <a:cxn ang="0">
                      <a:pos x="3847" y="809"/>
                    </a:cxn>
                    <a:cxn ang="0">
                      <a:pos x="3707" y="622"/>
                    </a:cxn>
                    <a:cxn ang="0">
                      <a:pos x="3520" y="482"/>
                    </a:cxn>
                    <a:cxn ang="0">
                      <a:pos x="3298" y="400"/>
                    </a:cxn>
                    <a:cxn ang="0">
                      <a:pos x="1194" y="384"/>
                    </a:cxn>
                    <a:cxn ang="0">
                      <a:pos x="3233" y="4"/>
                    </a:cxn>
                    <a:cxn ang="0">
                      <a:pos x="3512" y="61"/>
                    </a:cxn>
                    <a:cxn ang="0">
                      <a:pos x="3763" y="179"/>
                    </a:cxn>
                    <a:cxn ang="0">
                      <a:pos x="3980" y="349"/>
                    </a:cxn>
                    <a:cxn ang="0">
                      <a:pos x="4150" y="566"/>
                    </a:cxn>
                    <a:cxn ang="0">
                      <a:pos x="4268" y="817"/>
                    </a:cxn>
                    <a:cxn ang="0">
                      <a:pos x="4325" y="1096"/>
                    </a:cxn>
                    <a:cxn ang="0">
                      <a:pos x="4325" y="3233"/>
                    </a:cxn>
                    <a:cxn ang="0">
                      <a:pos x="4268" y="3512"/>
                    </a:cxn>
                    <a:cxn ang="0">
                      <a:pos x="4150" y="3763"/>
                    </a:cxn>
                    <a:cxn ang="0">
                      <a:pos x="3980" y="3980"/>
                    </a:cxn>
                    <a:cxn ang="0">
                      <a:pos x="3763" y="4150"/>
                    </a:cxn>
                    <a:cxn ang="0">
                      <a:pos x="3512" y="4268"/>
                    </a:cxn>
                    <a:cxn ang="0">
                      <a:pos x="3233" y="4325"/>
                    </a:cxn>
                    <a:cxn ang="0">
                      <a:pos x="1096" y="4325"/>
                    </a:cxn>
                    <a:cxn ang="0">
                      <a:pos x="817" y="4268"/>
                    </a:cxn>
                    <a:cxn ang="0">
                      <a:pos x="566" y="4150"/>
                    </a:cxn>
                    <a:cxn ang="0">
                      <a:pos x="349" y="3980"/>
                    </a:cxn>
                    <a:cxn ang="0">
                      <a:pos x="179" y="3763"/>
                    </a:cxn>
                    <a:cxn ang="0">
                      <a:pos x="61" y="3512"/>
                    </a:cxn>
                    <a:cxn ang="0">
                      <a:pos x="4" y="3233"/>
                    </a:cxn>
                    <a:cxn ang="0">
                      <a:pos x="4" y="1096"/>
                    </a:cxn>
                    <a:cxn ang="0">
                      <a:pos x="61" y="817"/>
                    </a:cxn>
                    <a:cxn ang="0">
                      <a:pos x="179" y="566"/>
                    </a:cxn>
                    <a:cxn ang="0">
                      <a:pos x="349" y="349"/>
                    </a:cxn>
                    <a:cxn ang="0">
                      <a:pos x="566" y="179"/>
                    </a:cxn>
                    <a:cxn ang="0">
                      <a:pos x="817" y="61"/>
                    </a:cxn>
                    <a:cxn ang="0">
                      <a:pos x="1096" y="4"/>
                    </a:cxn>
                  </a:cxnLst>
                  <a:rect l="0" t="0" r="r" b="b"/>
                  <a:pathLst>
                    <a:path w="4329" h="4329">
                      <a:moveTo>
                        <a:pt x="1194" y="384"/>
                      </a:moveTo>
                      <a:lnTo>
                        <a:pt x="1112" y="388"/>
                      </a:lnTo>
                      <a:lnTo>
                        <a:pt x="1031" y="400"/>
                      </a:lnTo>
                      <a:lnTo>
                        <a:pt x="954" y="421"/>
                      </a:lnTo>
                      <a:lnTo>
                        <a:pt x="879" y="448"/>
                      </a:lnTo>
                      <a:lnTo>
                        <a:pt x="809" y="482"/>
                      </a:lnTo>
                      <a:lnTo>
                        <a:pt x="741" y="522"/>
                      </a:lnTo>
                      <a:lnTo>
                        <a:pt x="679" y="570"/>
                      </a:lnTo>
                      <a:lnTo>
                        <a:pt x="622" y="622"/>
                      </a:lnTo>
                      <a:lnTo>
                        <a:pt x="570" y="679"/>
                      </a:lnTo>
                      <a:lnTo>
                        <a:pt x="522" y="741"/>
                      </a:lnTo>
                      <a:lnTo>
                        <a:pt x="482" y="809"/>
                      </a:lnTo>
                      <a:lnTo>
                        <a:pt x="447" y="880"/>
                      </a:lnTo>
                      <a:lnTo>
                        <a:pt x="421" y="954"/>
                      </a:lnTo>
                      <a:lnTo>
                        <a:pt x="400" y="1031"/>
                      </a:lnTo>
                      <a:lnTo>
                        <a:pt x="388" y="1112"/>
                      </a:lnTo>
                      <a:lnTo>
                        <a:pt x="384" y="1195"/>
                      </a:lnTo>
                      <a:lnTo>
                        <a:pt x="384" y="3135"/>
                      </a:lnTo>
                      <a:lnTo>
                        <a:pt x="388" y="3217"/>
                      </a:lnTo>
                      <a:lnTo>
                        <a:pt x="400" y="3298"/>
                      </a:lnTo>
                      <a:lnTo>
                        <a:pt x="421" y="3375"/>
                      </a:lnTo>
                      <a:lnTo>
                        <a:pt x="447" y="3450"/>
                      </a:lnTo>
                      <a:lnTo>
                        <a:pt x="482" y="3520"/>
                      </a:lnTo>
                      <a:lnTo>
                        <a:pt x="522" y="3588"/>
                      </a:lnTo>
                      <a:lnTo>
                        <a:pt x="570" y="3650"/>
                      </a:lnTo>
                      <a:lnTo>
                        <a:pt x="622" y="3708"/>
                      </a:lnTo>
                      <a:lnTo>
                        <a:pt x="679" y="3759"/>
                      </a:lnTo>
                      <a:lnTo>
                        <a:pt x="741" y="3807"/>
                      </a:lnTo>
                      <a:lnTo>
                        <a:pt x="809" y="3847"/>
                      </a:lnTo>
                      <a:lnTo>
                        <a:pt x="879" y="3882"/>
                      </a:lnTo>
                      <a:lnTo>
                        <a:pt x="954" y="3908"/>
                      </a:lnTo>
                      <a:lnTo>
                        <a:pt x="1031" y="3929"/>
                      </a:lnTo>
                      <a:lnTo>
                        <a:pt x="1112" y="3941"/>
                      </a:lnTo>
                      <a:lnTo>
                        <a:pt x="1194" y="3945"/>
                      </a:lnTo>
                      <a:lnTo>
                        <a:pt x="3134" y="3945"/>
                      </a:lnTo>
                      <a:lnTo>
                        <a:pt x="3217" y="3941"/>
                      </a:lnTo>
                      <a:lnTo>
                        <a:pt x="3298" y="3929"/>
                      </a:lnTo>
                      <a:lnTo>
                        <a:pt x="3375" y="3908"/>
                      </a:lnTo>
                      <a:lnTo>
                        <a:pt x="3449" y="3882"/>
                      </a:lnTo>
                      <a:lnTo>
                        <a:pt x="3520" y="3847"/>
                      </a:lnTo>
                      <a:lnTo>
                        <a:pt x="3588" y="3807"/>
                      </a:lnTo>
                      <a:lnTo>
                        <a:pt x="3650" y="3759"/>
                      </a:lnTo>
                      <a:lnTo>
                        <a:pt x="3707" y="3708"/>
                      </a:lnTo>
                      <a:lnTo>
                        <a:pt x="3759" y="3650"/>
                      </a:lnTo>
                      <a:lnTo>
                        <a:pt x="3807" y="3588"/>
                      </a:lnTo>
                      <a:lnTo>
                        <a:pt x="3847" y="3520"/>
                      </a:lnTo>
                      <a:lnTo>
                        <a:pt x="3881" y="3450"/>
                      </a:lnTo>
                      <a:lnTo>
                        <a:pt x="3908" y="3375"/>
                      </a:lnTo>
                      <a:lnTo>
                        <a:pt x="3929" y="3298"/>
                      </a:lnTo>
                      <a:lnTo>
                        <a:pt x="3941" y="3217"/>
                      </a:lnTo>
                      <a:lnTo>
                        <a:pt x="3945" y="3135"/>
                      </a:lnTo>
                      <a:lnTo>
                        <a:pt x="3945" y="1195"/>
                      </a:lnTo>
                      <a:lnTo>
                        <a:pt x="3941" y="1112"/>
                      </a:lnTo>
                      <a:lnTo>
                        <a:pt x="3929" y="1031"/>
                      </a:lnTo>
                      <a:lnTo>
                        <a:pt x="3908" y="954"/>
                      </a:lnTo>
                      <a:lnTo>
                        <a:pt x="3881" y="880"/>
                      </a:lnTo>
                      <a:lnTo>
                        <a:pt x="3847" y="809"/>
                      </a:lnTo>
                      <a:lnTo>
                        <a:pt x="3807" y="741"/>
                      </a:lnTo>
                      <a:lnTo>
                        <a:pt x="3759" y="679"/>
                      </a:lnTo>
                      <a:lnTo>
                        <a:pt x="3707" y="622"/>
                      </a:lnTo>
                      <a:lnTo>
                        <a:pt x="3650" y="570"/>
                      </a:lnTo>
                      <a:lnTo>
                        <a:pt x="3588" y="522"/>
                      </a:lnTo>
                      <a:lnTo>
                        <a:pt x="3520" y="482"/>
                      </a:lnTo>
                      <a:lnTo>
                        <a:pt x="3449" y="448"/>
                      </a:lnTo>
                      <a:lnTo>
                        <a:pt x="3375" y="421"/>
                      </a:lnTo>
                      <a:lnTo>
                        <a:pt x="3298" y="400"/>
                      </a:lnTo>
                      <a:lnTo>
                        <a:pt x="3217" y="388"/>
                      </a:lnTo>
                      <a:lnTo>
                        <a:pt x="3134" y="384"/>
                      </a:lnTo>
                      <a:lnTo>
                        <a:pt x="1194" y="384"/>
                      </a:lnTo>
                      <a:close/>
                      <a:moveTo>
                        <a:pt x="1194" y="0"/>
                      </a:moveTo>
                      <a:lnTo>
                        <a:pt x="3134" y="0"/>
                      </a:lnTo>
                      <a:lnTo>
                        <a:pt x="3233" y="4"/>
                      </a:lnTo>
                      <a:lnTo>
                        <a:pt x="3328" y="16"/>
                      </a:lnTo>
                      <a:lnTo>
                        <a:pt x="3421" y="34"/>
                      </a:lnTo>
                      <a:lnTo>
                        <a:pt x="3512" y="61"/>
                      </a:lnTo>
                      <a:lnTo>
                        <a:pt x="3600" y="94"/>
                      </a:lnTo>
                      <a:lnTo>
                        <a:pt x="3683" y="133"/>
                      </a:lnTo>
                      <a:lnTo>
                        <a:pt x="3763" y="179"/>
                      </a:lnTo>
                      <a:lnTo>
                        <a:pt x="3840" y="231"/>
                      </a:lnTo>
                      <a:lnTo>
                        <a:pt x="3912" y="288"/>
                      </a:lnTo>
                      <a:lnTo>
                        <a:pt x="3980" y="349"/>
                      </a:lnTo>
                      <a:lnTo>
                        <a:pt x="4041" y="417"/>
                      </a:lnTo>
                      <a:lnTo>
                        <a:pt x="4098" y="489"/>
                      </a:lnTo>
                      <a:lnTo>
                        <a:pt x="4150" y="566"/>
                      </a:lnTo>
                      <a:lnTo>
                        <a:pt x="4196" y="646"/>
                      </a:lnTo>
                      <a:lnTo>
                        <a:pt x="4235" y="729"/>
                      </a:lnTo>
                      <a:lnTo>
                        <a:pt x="4268" y="817"/>
                      </a:lnTo>
                      <a:lnTo>
                        <a:pt x="4295" y="908"/>
                      </a:lnTo>
                      <a:lnTo>
                        <a:pt x="4313" y="1001"/>
                      </a:lnTo>
                      <a:lnTo>
                        <a:pt x="4325" y="1096"/>
                      </a:lnTo>
                      <a:lnTo>
                        <a:pt x="4329" y="1195"/>
                      </a:lnTo>
                      <a:lnTo>
                        <a:pt x="4329" y="3135"/>
                      </a:lnTo>
                      <a:lnTo>
                        <a:pt x="4325" y="3233"/>
                      </a:lnTo>
                      <a:lnTo>
                        <a:pt x="4313" y="3329"/>
                      </a:lnTo>
                      <a:lnTo>
                        <a:pt x="4295" y="3422"/>
                      </a:lnTo>
                      <a:lnTo>
                        <a:pt x="4268" y="3512"/>
                      </a:lnTo>
                      <a:lnTo>
                        <a:pt x="4235" y="3600"/>
                      </a:lnTo>
                      <a:lnTo>
                        <a:pt x="4196" y="3684"/>
                      </a:lnTo>
                      <a:lnTo>
                        <a:pt x="4150" y="3763"/>
                      </a:lnTo>
                      <a:lnTo>
                        <a:pt x="4098" y="3840"/>
                      </a:lnTo>
                      <a:lnTo>
                        <a:pt x="4041" y="3912"/>
                      </a:lnTo>
                      <a:lnTo>
                        <a:pt x="3980" y="3980"/>
                      </a:lnTo>
                      <a:lnTo>
                        <a:pt x="3912" y="4041"/>
                      </a:lnTo>
                      <a:lnTo>
                        <a:pt x="3840" y="4098"/>
                      </a:lnTo>
                      <a:lnTo>
                        <a:pt x="3763" y="4150"/>
                      </a:lnTo>
                      <a:lnTo>
                        <a:pt x="3683" y="4197"/>
                      </a:lnTo>
                      <a:lnTo>
                        <a:pt x="3600" y="4235"/>
                      </a:lnTo>
                      <a:lnTo>
                        <a:pt x="3512" y="4268"/>
                      </a:lnTo>
                      <a:lnTo>
                        <a:pt x="3421" y="4295"/>
                      </a:lnTo>
                      <a:lnTo>
                        <a:pt x="3328" y="4313"/>
                      </a:lnTo>
                      <a:lnTo>
                        <a:pt x="3233" y="4325"/>
                      </a:lnTo>
                      <a:lnTo>
                        <a:pt x="3134" y="4329"/>
                      </a:lnTo>
                      <a:lnTo>
                        <a:pt x="1194" y="4329"/>
                      </a:lnTo>
                      <a:lnTo>
                        <a:pt x="1096" y="4325"/>
                      </a:lnTo>
                      <a:lnTo>
                        <a:pt x="1000" y="4313"/>
                      </a:lnTo>
                      <a:lnTo>
                        <a:pt x="907" y="4295"/>
                      </a:lnTo>
                      <a:lnTo>
                        <a:pt x="817" y="4268"/>
                      </a:lnTo>
                      <a:lnTo>
                        <a:pt x="729" y="4235"/>
                      </a:lnTo>
                      <a:lnTo>
                        <a:pt x="645" y="4197"/>
                      </a:lnTo>
                      <a:lnTo>
                        <a:pt x="566" y="4150"/>
                      </a:lnTo>
                      <a:lnTo>
                        <a:pt x="489" y="4098"/>
                      </a:lnTo>
                      <a:lnTo>
                        <a:pt x="417" y="4041"/>
                      </a:lnTo>
                      <a:lnTo>
                        <a:pt x="349" y="3980"/>
                      </a:lnTo>
                      <a:lnTo>
                        <a:pt x="288" y="3912"/>
                      </a:lnTo>
                      <a:lnTo>
                        <a:pt x="231" y="3840"/>
                      </a:lnTo>
                      <a:lnTo>
                        <a:pt x="179" y="3763"/>
                      </a:lnTo>
                      <a:lnTo>
                        <a:pt x="133" y="3684"/>
                      </a:lnTo>
                      <a:lnTo>
                        <a:pt x="94" y="3600"/>
                      </a:lnTo>
                      <a:lnTo>
                        <a:pt x="61" y="3512"/>
                      </a:lnTo>
                      <a:lnTo>
                        <a:pt x="34" y="3422"/>
                      </a:lnTo>
                      <a:lnTo>
                        <a:pt x="16" y="3329"/>
                      </a:lnTo>
                      <a:lnTo>
                        <a:pt x="4" y="3233"/>
                      </a:lnTo>
                      <a:lnTo>
                        <a:pt x="0" y="3135"/>
                      </a:lnTo>
                      <a:lnTo>
                        <a:pt x="0" y="1195"/>
                      </a:lnTo>
                      <a:lnTo>
                        <a:pt x="4" y="1096"/>
                      </a:lnTo>
                      <a:lnTo>
                        <a:pt x="16" y="1001"/>
                      </a:lnTo>
                      <a:lnTo>
                        <a:pt x="34" y="908"/>
                      </a:lnTo>
                      <a:lnTo>
                        <a:pt x="61" y="817"/>
                      </a:lnTo>
                      <a:lnTo>
                        <a:pt x="94" y="729"/>
                      </a:lnTo>
                      <a:lnTo>
                        <a:pt x="133" y="646"/>
                      </a:lnTo>
                      <a:lnTo>
                        <a:pt x="179" y="566"/>
                      </a:lnTo>
                      <a:lnTo>
                        <a:pt x="231" y="489"/>
                      </a:lnTo>
                      <a:lnTo>
                        <a:pt x="288" y="417"/>
                      </a:lnTo>
                      <a:lnTo>
                        <a:pt x="349" y="349"/>
                      </a:lnTo>
                      <a:lnTo>
                        <a:pt x="417" y="288"/>
                      </a:lnTo>
                      <a:lnTo>
                        <a:pt x="489" y="231"/>
                      </a:lnTo>
                      <a:lnTo>
                        <a:pt x="566" y="179"/>
                      </a:lnTo>
                      <a:lnTo>
                        <a:pt x="645" y="133"/>
                      </a:lnTo>
                      <a:lnTo>
                        <a:pt x="729" y="94"/>
                      </a:lnTo>
                      <a:lnTo>
                        <a:pt x="817" y="61"/>
                      </a:lnTo>
                      <a:lnTo>
                        <a:pt x="907" y="34"/>
                      </a:lnTo>
                      <a:lnTo>
                        <a:pt x="1000" y="16"/>
                      </a:lnTo>
                      <a:lnTo>
                        <a:pt x="1096" y="4"/>
                      </a:lnTo>
                      <a:lnTo>
                        <a:pt x="1194"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46" name="Freeform 9">
                  <a:extLst>
                    <a:ext uri="{FF2B5EF4-FFF2-40B4-BE49-F238E27FC236}">
                      <a16:creationId xmlns:a16="http://schemas.microsoft.com/office/drawing/2014/main" id="{C6A64B72-1EDA-2246-B8CE-CA6A023448C4}"/>
                    </a:ext>
                  </a:extLst>
                </p:cNvPr>
                <p:cNvSpPr>
                  <a:spLocks noEditPoints="1"/>
                </p:cNvSpPr>
                <p:nvPr/>
              </p:nvSpPr>
              <p:spPr bwMode="auto">
                <a:xfrm>
                  <a:off x="6068192" y="5509963"/>
                  <a:ext cx="106547" cy="106547"/>
                </a:xfrm>
                <a:custGeom>
                  <a:avLst/>
                  <a:gdLst/>
                  <a:ahLst/>
                  <a:cxnLst>
                    <a:cxn ang="0">
                      <a:pos x="969" y="398"/>
                    </a:cxn>
                    <a:cxn ang="0">
                      <a:pos x="768" y="473"/>
                    </a:cxn>
                    <a:cxn ang="0">
                      <a:pos x="599" y="598"/>
                    </a:cxn>
                    <a:cxn ang="0">
                      <a:pos x="473" y="767"/>
                    </a:cxn>
                    <a:cxn ang="0">
                      <a:pos x="400" y="967"/>
                    </a:cxn>
                    <a:cxn ang="0">
                      <a:pos x="389" y="1189"/>
                    </a:cxn>
                    <a:cxn ang="0">
                      <a:pos x="443" y="1399"/>
                    </a:cxn>
                    <a:cxn ang="0">
                      <a:pos x="553" y="1580"/>
                    </a:cxn>
                    <a:cxn ang="0">
                      <a:pos x="708" y="1721"/>
                    </a:cxn>
                    <a:cxn ang="0">
                      <a:pos x="900" y="1812"/>
                    </a:cxn>
                    <a:cxn ang="0">
                      <a:pos x="1116" y="1846"/>
                    </a:cxn>
                    <a:cxn ang="0">
                      <a:pos x="1333" y="1812"/>
                    </a:cxn>
                    <a:cxn ang="0">
                      <a:pos x="1524" y="1721"/>
                    </a:cxn>
                    <a:cxn ang="0">
                      <a:pos x="1680" y="1580"/>
                    </a:cxn>
                    <a:cxn ang="0">
                      <a:pos x="1790" y="1399"/>
                    </a:cxn>
                    <a:cxn ang="0">
                      <a:pos x="1843" y="1189"/>
                    </a:cxn>
                    <a:cxn ang="0">
                      <a:pos x="1833" y="967"/>
                    </a:cxn>
                    <a:cxn ang="0">
                      <a:pos x="1760" y="767"/>
                    </a:cxn>
                    <a:cxn ang="0">
                      <a:pos x="1633" y="598"/>
                    </a:cxn>
                    <a:cxn ang="0">
                      <a:pos x="1465" y="473"/>
                    </a:cxn>
                    <a:cxn ang="0">
                      <a:pos x="1264" y="398"/>
                    </a:cxn>
                    <a:cxn ang="0">
                      <a:pos x="1116" y="0"/>
                    </a:cxn>
                    <a:cxn ang="0">
                      <a:pos x="1398" y="36"/>
                    </a:cxn>
                    <a:cxn ang="0">
                      <a:pos x="1653" y="137"/>
                    </a:cxn>
                    <a:cxn ang="0">
                      <a:pos x="1872" y="295"/>
                    </a:cxn>
                    <a:cxn ang="0">
                      <a:pos x="2047" y="501"/>
                    </a:cxn>
                    <a:cxn ang="0">
                      <a:pos x="2169" y="745"/>
                    </a:cxn>
                    <a:cxn ang="0">
                      <a:pos x="2227" y="1019"/>
                    </a:cxn>
                    <a:cxn ang="0">
                      <a:pos x="2215" y="1305"/>
                    </a:cxn>
                    <a:cxn ang="0">
                      <a:pos x="2134" y="1569"/>
                    </a:cxn>
                    <a:cxn ang="0">
                      <a:pos x="1995" y="1802"/>
                    </a:cxn>
                    <a:cxn ang="0">
                      <a:pos x="1803" y="1993"/>
                    </a:cxn>
                    <a:cxn ang="0">
                      <a:pos x="1571" y="2133"/>
                    </a:cxn>
                    <a:cxn ang="0">
                      <a:pos x="1306" y="2214"/>
                    </a:cxn>
                    <a:cxn ang="0">
                      <a:pos x="1021" y="2226"/>
                    </a:cxn>
                    <a:cxn ang="0">
                      <a:pos x="747" y="2167"/>
                    </a:cxn>
                    <a:cxn ang="0">
                      <a:pos x="502" y="2045"/>
                    </a:cxn>
                    <a:cxn ang="0">
                      <a:pos x="296" y="1871"/>
                    </a:cxn>
                    <a:cxn ang="0">
                      <a:pos x="138" y="1652"/>
                    </a:cxn>
                    <a:cxn ang="0">
                      <a:pos x="36" y="1396"/>
                    </a:cxn>
                    <a:cxn ang="0">
                      <a:pos x="0" y="1115"/>
                    </a:cxn>
                    <a:cxn ang="0">
                      <a:pos x="36" y="833"/>
                    </a:cxn>
                    <a:cxn ang="0">
                      <a:pos x="138" y="578"/>
                    </a:cxn>
                    <a:cxn ang="0">
                      <a:pos x="296" y="359"/>
                    </a:cxn>
                    <a:cxn ang="0">
                      <a:pos x="502" y="184"/>
                    </a:cxn>
                    <a:cxn ang="0">
                      <a:pos x="747" y="62"/>
                    </a:cxn>
                    <a:cxn ang="0">
                      <a:pos x="1021" y="4"/>
                    </a:cxn>
                  </a:cxnLst>
                  <a:rect l="0" t="0" r="r" b="b"/>
                  <a:pathLst>
                    <a:path w="2231" h="2230">
                      <a:moveTo>
                        <a:pt x="1116" y="384"/>
                      </a:moveTo>
                      <a:lnTo>
                        <a:pt x="1042" y="388"/>
                      </a:lnTo>
                      <a:lnTo>
                        <a:pt x="969" y="398"/>
                      </a:lnTo>
                      <a:lnTo>
                        <a:pt x="898" y="417"/>
                      </a:lnTo>
                      <a:lnTo>
                        <a:pt x="832" y="441"/>
                      </a:lnTo>
                      <a:lnTo>
                        <a:pt x="768" y="473"/>
                      </a:lnTo>
                      <a:lnTo>
                        <a:pt x="707" y="509"/>
                      </a:lnTo>
                      <a:lnTo>
                        <a:pt x="651" y="551"/>
                      </a:lnTo>
                      <a:lnTo>
                        <a:pt x="599" y="598"/>
                      </a:lnTo>
                      <a:lnTo>
                        <a:pt x="553" y="650"/>
                      </a:lnTo>
                      <a:lnTo>
                        <a:pt x="510" y="707"/>
                      </a:lnTo>
                      <a:lnTo>
                        <a:pt x="473" y="767"/>
                      </a:lnTo>
                      <a:lnTo>
                        <a:pt x="443" y="830"/>
                      </a:lnTo>
                      <a:lnTo>
                        <a:pt x="419" y="898"/>
                      </a:lnTo>
                      <a:lnTo>
                        <a:pt x="400" y="967"/>
                      </a:lnTo>
                      <a:lnTo>
                        <a:pt x="389" y="1040"/>
                      </a:lnTo>
                      <a:lnTo>
                        <a:pt x="386" y="1115"/>
                      </a:lnTo>
                      <a:lnTo>
                        <a:pt x="389" y="1189"/>
                      </a:lnTo>
                      <a:lnTo>
                        <a:pt x="400" y="1262"/>
                      </a:lnTo>
                      <a:lnTo>
                        <a:pt x="419" y="1333"/>
                      </a:lnTo>
                      <a:lnTo>
                        <a:pt x="443" y="1399"/>
                      </a:lnTo>
                      <a:lnTo>
                        <a:pt x="475" y="1463"/>
                      </a:lnTo>
                      <a:lnTo>
                        <a:pt x="510" y="1524"/>
                      </a:lnTo>
                      <a:lnTo>
                        <a:pt x="553" y="1580"/>
                      </a:lnTo>
                      <a:lnTo>
                        <a:pt x="599" y="1632"/>
                      </a:lnTo>
                      <a:lnTo>
                        <a:pt x="651" y="1678"/>
                      </a:lnTo>
                      <a:lnTo>
                        <a:pt x="708" y="1721"/>
                      </a:lnTo>
                      <a:lnTo>
                        <a:pt x="768" y="1758"/>
                      </a:lnTo>
                      <a:lnTo>
                        <a:pt x="832" y="1788"/>
                      </a:lnTo>
                      <a:lnTo>
                        <a:pt x="900" y="1812"/>
                      </a:lnTo>
                      <a:lnTo>
                        <a:pt x="969" y="1831"/>
                      </a:lnTo>
                      <a:lnTo>
                        <a:pt x="1042" y="1842"/>
                      </a:lnTo>
                      <a:lnTo>
                        <a:pt x="1116" y="1846"/>
                      </a:lnTo>
                      <a:lnTo>
                        <a:pt x="1191" y="1842"/>
                      </a:lnTo>
                      <a:lnTo>
                        <a:pt x="1264" y="1831"/>
                      </a:lnTo>
                      <a:lnTo>
                        <a:pt x="1333" y="1812"/>
                      </a:lnTo>
                      <a:lnTo>
                        <a:pt x="1401" y="1788"/>
                      </a:lnTo>
                      <a:lnTo>
                        <a:pt x="1465" y="1758"/>
                      </a:lnTo>
                      <a:lnTo>
                        <a:pt x="1524" y="1721"/>
                      </a:lnTo>
                      <a:lnTo>
                        <a:pt x="1581" y="1678"/>
                      </a:lnTo>
                      <a:lnTo>
                        <a:pt x="1633" y="1632"/>
                      </a:lnTo>
                      <a:lnTo>
                        <a:pt x="1680" y="1580"/>
                      </a:lnTo>
                      <a:lnTo>
                        <a:pt x="1722" y="1524"/>
                      </a:lnTo>
                      <a:lnTo>
                        <a:pt x="1758" y="1463"/>
                      </a:lnTo>
                      <a:lnTo>
                        <a:pt x="1790" y="1399"/>
                      </a:lnTo>
                      <a:lnTo>
                        <a:pt x="1814" y="1333"/>
                      </a:lnTo>
                      <a:lnTo>
                        <a:pt x="1833" y="1262"/>
                      </a:lnTo>
                      <a:lnTo>
                        <a:pt x="1843" y="1189"/>
                      </a:lnTo>
                      <a:lnTo>
                        <a:pt x="1847" y="1115"/>
                      </a:lnTo>
                      <a:lnTo>
                        <a:pt x="1843" y="1040"/>
                      </a:lnTo>
                      <a:lnTo>
                        <a:pt x="1833" y="967"/>
                      </a:lnTo>
                      <a:lnTo>
                        <a:pt x="1814" y="898"/>
                      </a:lnTo>
                      <a:lnTo>
                        <a:pt x="1790" y="830"/>
                      </a:lnTo>
                      <a:lnTo>
                        <a:pt x="1760" y="767"/>
                      </a:lnTo>
                      <a:lnTo>
                        <a:pt x="1722" y="707"/>
                      </a:lnTo>
                      <a:lnTo>
                        <a:pt x="1680" y="650"/>
                      </a:lnTo>
                      <a:lnTo>
                        <a:pt x="1633" y="598"/>
                      </a:lnTo>
                      <a:lnTo>
                        <a:pt x="1581" y="551"/>
                      </a:lnTo>
                      <a:lnTo>
                        <a:pt x="1526" y="509"/>
                      </a:lnTo>
                      <a:lnTo>
                        <a:pt x="1465" y="473"/>
                      </a:lnTo>
                      <a:lnTo>
                        <a:pt x="1401" y="441"/>
                      </a:lnTo>
                      <a:lnTo>
                        <a:pt x="1334" y="417"/>
                      </a:lnTo>
                      <a:lnTo>
                        <a:pt x="1264" y="398"/>
                      </a:lnTo>
                      <a:lnTo>
                        <a:pt x="1191" y="388"/>
                      </a:lnTo>
                      <a:lnTo>
                        <a:pt x="1116" y="384"/>
                      </a:lnTo>
                      <a:close/>
                      <a:moveTo>
                        <a:pt x="1116" y="0"/>
                      </a:moveTo>
                      <a:lnTo>
                        <a:pt x="1212" y="4"/>
                      </a:lnTo>
                      <a:lnTo>
                        <a:pt x="1306" y="16"/>
                      </a:lnTo>
                      <a:lnTo>
                        <a:pt x="1398" y="36"/>
                      </a:lnTo>
                      <a:lnTo>
                        <a:pt x="1486" y="62"/>
                      </a:lnTo>
                      <a:lnTo>
                        <a:pt x="1571" y="97"/>
                      </a:lnTo>
                      <a:lnTo>
                        <a:pt x="1653" y="137"/>
                      </a:lnTo>
                      <a:lnTo>
                        <a:pt x="1730" y="184"/>
                      </a:lnTo>
                      <a:lnTo>
                        <a:pt x="1803" y="236"/>
                      </a:lnTo>
                      <a:lnTo>
                        <a:pt x="1872" y="295"/>
                      </a:lnTo>
                      <a:lnTo>
                        <a:pt x="1936" y="359"/>
                      </a:lnTo>
                      <a:lnTo>
                        <a:pt x="1995" y="428"/>
                      </a:lnTo>
                      <a:lnTo>
                        <a:pt x="2047" y="501"/>
                      </a:lnTo>
                      <a:lnTo>
                        <a:pt x="2094" y="578"/>
                      </a:lnTo>
                      <a:lnTo>
                        <a:pt x="2134" y="660"/>
                      </a:lnTo>
                      <a:lnTo>
                        <a:pt x="2169" y="745"/>
                      </a:lnTo>
                      <a:lnTo>
                        <a:pt x="2195" y="833"/>
                      </a:lnTo>
                      <a:lnTo>
                        <a:pt x="2215" y="925"/>
                      </a:lnTo>
                      <a:lnTo>
                        <a:pt x="2227" y="1019"/>
                      </a:lnTo>
                      <a:lnTo>
                        <a:pt x="2231" y="1115"/>
                      </a:lnTo>
                      <a:lnTo>
                        <a:pt x="2227" y="1210"/>
                      </a:lnTo>
                      <a:lnTo>
                        <a:pt x="2215" y="1305"/>
                      </a:lnTo>
                      <a:lnTo>
                        <a:pt x="2195" y="1396"/>
                      </a:lnTo>
                      <a:lnTo>
                        <a:pt x="2169" y="1484"/>
                      </a:lnTo>
                      <a:lnTo>
                        <a:pt x="2134" y="1569"/>
                      </a:lnTo>
                      <a:lnTo>
                        <a:pt x="2094" y="1652"/>
                      </a:lnTo>
                      <a:lnTo>
                        <a:pt x="2047" y="1729"/>
                      </a:lnTo>
                      <a:lnTo>
                        <a:pt x="1995" y="1802"/>
                      </a:lnTo>
                      <a:lnTo>
                        <a:pt x="1936" y="1871"/>
                      </a:lnTo>
                      <a:lnTo>
                        <a:pt x="1872" y="1935"/>
                      </a:lnTo>
                      <a:lnTo>
                        <a:pt x="1803" y="1993"/>
                      </a:lnTo>
                      <a:lnTo>
                        <a:pt x="1730" y="2045"/>
                      </a:lnTo>
                      <a:lnTo>
                        <a:pt x="1653" y="2093"/>
                      </a:lnTo>
                      <a:lnTo>
                        <a:pt x="1571" y="2133"/>
                      </a:lnTo>
                      <a:lnTo>
                        <a:pt x="1486" y="2167"/>
                      </a:lnTo>
                      <a:lnTo>
                        <a:pt x="1398" y="2194"/>
                      </a:lnTo>
                      <a:lnTo>
                        <a:pt x="1306" y="2214"/>
                      </a:lnTo>
                      <a:lnTo>
                        <a:pt x="1212" y="2226"/>
                      </a:lnTo>
                      <a:lnTo>
                        <a:pt x="1116" y="2230"/>
                      </a:lnTo>
                      <a:lnTo>
                        <a:pt x="1021" y="2226"/>
                      </a:lnTo>
                      <a:lnTo>
                        <a:pt x="926" y="2214"/>
                      </a:lnTo>
                      <a:lnTo>
                        <a:pt x="835" y="2194"/>
                      </a:lnTo>
                      <a:lnTo>
                        <a:pt x="747" y="2167"/>
                      </a:lnTo>
                      <a:lnTo>
                        <a:pt x="662" y="2133"/>
                      </a:lnTo>
                      <a:lnTo>
                        <a:pt x="580" y="2093"/>
                      </a:lnTo>
                      <a:lnTo>
                        <a:pt x="502" y="2045"/>
                      </a:lnTo>
                      <a:lnTo>
                        <a:pt x="429" y="1993"/>
                      </a:lnTo>
                      <a:lnTo>
                        <a:pt x="360" y="1935"/>
                      </a:lnTo>
                      <a:lnTo>
                        <a:pt x="296" y="1871"/>
                      </a:lnTo>
                      <a:lnTo>
                        <a:pt x="238" y="1802"/>
                      </a:lnTo>
                      <a:lnTo>
                        <a:pt x="185" y="1729"/>
                      </a:lnTo>
                      <a:lnTo>
                        <a:pt x="138" y="1652"/>
                      </a:lnTo>
                      <a:lnTo>
                        <a:pt x="97" y="1569"/>
                      </a:lnTo>
                      <a:lnTo>
                        <a:pt x="63" y="1484"/>
                      </a:lnTo>
                      <a:lnTo>
                        <a:pt x="36" y="1396"/>
                      </a:lnTo>
                      <a:lnTo>
                        <a:pt x="16" y="1305"/>
                      </a:lnTo>
                      <a:lnTo>
                        <a:pt x="4" y="1210"/>
                      </a:lnTo>
                      <a:lnTo>
                        <a:pt x="0" y="1115"/>
                      </a:lnTo>
                      <a:lnTo>
                        <a:pt x="4" y="1019"/>
                      </a:lnTo>
                      <a:lnTo>
                        <a:pt x="16" y="925"/>
                      </a:lnTo>
                      <a:lnTo>
                        <a:pt x="36" y="833"/>
                      </a:lnTo>
                      <a:lnTo>
                        <a:pt x="63" y="745"/>
                      </a:lnTo>
                      <a:lnTo>
                        <a:pt x="97" y="660"/>
                      </a:lnTo>
                      <a:lnTo>
                        <a:pt x="138" y="578"/>
                      </a:lnTo>
                      <a:lnTo>
                        <a:pt x="185" y="501"/>
                      </a:lnTo>
                      <a:lnTo>
                        <a:pt x="238" y="428"/>
                      </a:lnTo>
                      <a:lnTo>
                        <a:pt x="296" y="359"/>
                      </a:lnTo>
                      <a:lnTo>
                        <a:pt x="360" y="295"/>
                      </a:lnTo>
                      <a:lnTo>
                        <a:pt x="429" y="236"/>
                      </a:lnTo>
                      <a:lnTo>
                        <a:pt x="502" y="184"/>
                      </a:lnTo>
                      <a:lnTo>
                        <a:pt x="580" y="137"/>
                      </a:lnTo>
                      <a:lnTo>
                        <a:pt x="662" y="97"/>
                      </a:lnTo>
                      <a:lnTo>
                        <a:pt x="747" y="62"/>
                      </a:lnTo>
                      <a:lnTo>
                        <a:pt x="835" y="36"/>
                      </a:lnTo>
                      <a:lnTo>
                        <a:pt x="926" y="16"/>
                      </a:lnTo>
                      <a:lnTo>
                        <a:pt x="1021" y="4"/>
                      </a:lnTo>
                      <a:lnTo>
                        <a:pt x="1116"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47" name="Freeform 10">
                  <a:extLst>
                    <a:ext uri="{FF2B5EF4-FFF2-40B4-BE49-F238E27FC236}">
                      <a16:creationId xmlns:a16="http://schemas.microsoft.com/office/drawing/2014/main" id="{BCC3C99A-A552-0040-ACBE-BBEDC0555D9F}"/>
                    </a:ext>
                  </a:extLst>
                </p:cNvPr>
                <p:cNvSpPr>
                  <a:spLocks/>
                </p:cNvSpPr>
                <p:nvPr/>
              </p:nvSpPr>
              <p:spPr bwMode="auto">
                <a:xfrm>
                  <a:off x="6163473" y="5494496"/>
                  <a:ext cx="26923" cy="26923"/>
                </a:xfrm>
                <a:custGeom>
                  <a:avLst/>
                  <a:gdLst/>
                  <a:ahLst/>
                  <a:cxnLst>
                    <a:cxn ang="0">
                      <a:pos x="282" y="0"/>
                    </a:cxn>
                    <a:cxn ang="0">
                      <a:pos x="326" y="4"/>
                    </a:cxn>
                    <a:cxn ang="0">
                      <a:pos x="368" y="14"/>
                    </a:cxn>
                    <a:cxn ang="0">
                      <a:pos x="410" y="30"/>
                    </a:cxn>
                    <a:cxn ang="0">
                      <a:pos x="447" y="54"/>
                    </a:cxn>
                    <a:cxn ang="0">
                      <a:pos x="481" y="82"/>
                    </a:cxn>
                    <a:cxn ang="0">
                      <a:pos x="509" y="117"/>
                    </a:cxn>
                    <a:cxn ang="0">
                      <a:pos x="533" y="154"/>
                    </a:cxn>
                    <a:cxn ang="0">
                      <a:pos x="549" y="195"/>
                    </a:cxn>
                    <a:cxn ang="0">
                      <a:pos x="560" y="238"/>
                    </a:cxn>
                    <a:cxn ang="0">
                      <a:pos x="564" y="282"/>
                    </a:cxn>
                    <a:cxn ang="0">
                      <a:pos x="560" y="325"/>
                    </a:cxn>
                    <a:cxn ang="0">
                      <a:pos x="549" y="369"/>
                    </a:cxn>
                    <a:cxn ang="0">
                      <a:pos x="533" y="409"/>
                    </a:cxn>
                    <a:cxn ang="0">
                      <a:pos x="509" y="448"/>
                    </a:cxn>
                    <a:cxn ang="0">
                      <a:pos x="481" y="481"/>
                    </a:cxn>
                    <a:cxn ang="0">
                      <a:pos x="447" y="510"/>
                    </a:cxn>
                    <a:cxn ang="0">
                      <a:pos x="410" y="533"/>
                    </a:cxn>
                    <a:cxn ang="0">
                      <a:pos x="368" y="550"/>
                    </a:cxn>
                    <a:cxn ang="0">
                      <a:pos x="326" y="559"/>
                    </a:cxn>
                    <a:cxn ang="0">
                      <a:pos x="282" y="563"/>
                    </a:cxn>
                    <a:cxn ang="0">
                      <a:pos x="245" y="561"/>
                    </a:cxn>
                    <a:cxn ang="0">
                      <a:pos x="209" y="554"/>
                    </a:cxn>
                    <a:cxn ang="0">
                      <a:pos x="174" y="542"/>
                    </a:cxn>
                    <a:cxn ang="0">
                      <a:pos x="141" y="526"/>
                    </a:cxn>
                    <a:cxn ang="0">
                      <a:pos x="111" y="505"/>
                    </a:cxn>
                    <a:cxn ang="0">
                      <a:pos x="83" y="481"/>
                    </a:cxn>
                    <a:cxn ang="0">
                      <a:pos x="59" y="453"/>
                    </a:cxn>
                    <a:cxn ang="0">
                      <a:pos x="38" y="422"/>
                    </a:cxn>
                    <a:cxn ang="0">
                      <a:pos x="22" y="389"/>
                    </a:cxn>
                    <a:cxn ang="0">
                      <a:pos x="10" y="355"/>
                    </a:cxn>
                    <a:cxn ang="0">
                      <a:pos x="3" y="319"/>
                    </a:cxn>
                    <a:cxn ang="0">
                      <a:pos x="0" y="282"/>
                    </a:cxn>
                    <a:cxn ang="0">
                      <a:pos x="4" y="238"/>
                    </a:cxn>
                    <a:cxn ang="0">
                      <a:pos x="14" y="195"/>
                    </a:cxn>
                    <a:cxn ang="0">
                      <a:pos x="31" y="154"/>
                    </a:cxn>
                    <a:cxn ang="0">
                      <a:pos x="54" y="117"/>
                    </a:cxn>
                    <a:cxn ang="0">
                      <a:pos x="83" y="82"/>
                    </a:cxn>
                    <a:cxn ang="0">
                      <a:pos x="116" y="54"/>
                    </a:cxn>
                    <a:cxn ang="0">
                      <a:pos x="155" y="30"/>
                    </a:cxn>
                    <a:cxn ang="0">
                      <a:pos x="194" y="14"/>
                    </a:cxn>
                    <a:cxn ang="0">
                      <a:pos x="238" y="4"/>
                    </a:cxn>
                    <a:cxn ang="0">
                      <a:pos x="282" y="0"/>
                    </a:cxn>
                  </a:cxnLst>
                  <a:rect l="0" t="0" r="r" b="b"/>
                  <a:pathLst>
                    <a:path w="564" h="563">
                      <a:moveTo>
                        <a:pt x="282" y="0"/>
                      </a:moveTo>
                      <a:lnTo>
                        <a:pt x="326" y="4"/>
                      </a:lnTo>
                      <a:lnTo>
                        <a:pt x="368" y="14"/>
                      </a:lnTo>
                      <a:lnTo>
                        <a:pt x="410" y="30"/>
                      </a:lnTo>
                      <a:lnTo>
                        <a:pt x="447" y="54"/>
                      </a:lnTo>
                      <a:lnTo>
                        <a:pt x="481" y="82"/>
                      </a:lnTo>
                      <a:lnTo>
                        <a:pt x="509" y="117"/>
                      </a:lnTo>
                      <a:lnTo>
                        <a:pt x="533" y="154"/>
                      </a:lnTo>
                      <a:lnTo>
                        <a:pt x="549" y="195"/>
                      </a:lnTo>
                      <a:lnTo>
                        <a:pt x="560" y="238"/>
                      </a:lnTo>
                      <a:lnTo>
                        <a:pt x="564" y="282"/>
                      </a:lnTo>
                      <a:lnTo>
                        <a:pt x="560" y="325"/>
                      </a:lnTo>
                      <a:lnTo>
                        <a:pt x="549" y="369"/>
                      </a:lnTo>
                      <a:lnTo>
                        <a:pt x="533" y="409"/>
                      </a:lnTo>
                      <a:lnTo>
                        <a:pt x="509" y="448"/>
                      </a:lnTo>
                      <a:lnTo>
                        <a:pt x="481" y="481"/>
                      </a:lnTo>
                      <a:lnTo>
                        <a:pt x="447" y="510"/>
                      </a:lnTo>
                      <a:lnTo>
                        <a:pt x="410" y="533"/>
                      </a:lnTo>
                      <a:lnTo>
                        <a:pt x="368" y="550"/>
                      </a:lnTo>
                      <a:lnTo>
                        <a:pt x="326" y="559"/>
                      </a:lnTo>
                      <a:lnTo>
                        <a:pt x="282" y="563"/>
                      </a:lnTo>
                      <a:lnTo>
                        <a:pt x="245" y="561"/>
                      </a:lnTo>
                      <a:lnTo>
                        <a:pt x="209" y="554"/>
                      </a:lnTo>
                      <a:lnTo>
                        <a:pt x="174" y="542"/>
                      </a:lnTo>
                      <a:lnTo>
                        <a:pt x="141" y="526"/>
                      </a:lnTo>
                      <a:lnTo>
                        <a:pt x="111" y="505"/>
                      </a:lnTo>
                      <a:lnTo>
                        <a:pt x="83" y="481"/>
                      </a:lnTo>
                      <a:lnTo>
                        <a:pt x="59" y="453"/>
                      </a:lnTo>
                      <a:lnTo>
                        <a:pt x="38" y="422"/>
                      </a:lnTo>
                      <a:lnTo>
                        <a:pt x="22" y="389"/>
                      </a:lnTo>
                      <a:lnTo>
                        <a:pt x="10" y="355"/>
                      </a:lnTo>
                      <a:lnTo>
                        <a:pt x="3" y="319"/>
                      </a:lnTo>
                      <a:lnTo>
                        <a:pt x="0" y="282"/>
                      </a:lnTo>
                      <a:lnTo>
                        <a:pt x="4" y="238"/>
                      </a:lnTo>
                      <a:lnTo>
                        <a:pt x="14" y="195"/>
                      </a:lnTo>
                      <a:lnTo>
                        <a:pt x="31" y="154"/>
                      </a:lnTo>
                      <a:lnTo>
                        <a:pt x="54" y="117"/>
                      </a:lnTo>
                      <a:lnTo>
                        <a:pt x="83" y="82"/>
                      </a:lnTo>
                      <a:lnTo>
                        <a:pt x="116" y="54"/>
                      </a:lnTo>
                      <a:lnTo>
                        <a:pt x="155" y="30"/>
                      </a:lnTo>
                      <a:lnTo>
                        <a:pt x="194" y="14"/>
                      </a:lnTo>
                      <a:lnTo>
                        <a:pt x="238" y="4"/>
                      </a:lnTo>
                      <a:lnTo>
                        <a:pt x="282"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grpSp>
          <p:nvGrpSpPr>
            <p:cNvPr id="34" name="Grupo 139">
              <a:extLst>
                <a:ext uri="{FF2B5EF4-FFF2-40B4-BE49-F238E27FC236}">
                  <a16:creationId xmlns:a16="http://schemas.microsoft.com/office/drawing/2014/main" id="{FAB40B22-295B-1E4E-ADE3-94ED94C80C98}"/>
                </a:ext>
              </a:extLst>
            </p:cNvPr>
            <p:cNvGrpSpPr/>
            <p:nvPr/>
          </p:nvGrpSpPr>
          <p:grpSpPr>
            <a:xfrm>
              <a:off x="11231679" y="11388591"/>
              <a:ext cx="569609" cy="569609"/>
              <a:chOff x="5237549" y="5269647"/>
              <a:chExt cx="569609" cy="569609"/>
            </a:xfrm>
          </p:grpSpPr>
          <p:sp>
            <p:nvSpPr>
              <p:cNvPr id="41" name="Elipse 140">
                <a:extLst>
                  <a:ext uri="{FF2B5EF4-FFF2-40B4-BE49-F238E27FC236}">
                    <a16:creationId xmlns:a16="http://schemas.microsoft.com/office/drawing/2014/main" id="{69D54158-FA37-C04C-B2F5-052A414C62BE}"/>
                  </a:ext>
                </a:extLst>
              </p:cNvPr>
              <p:cNvSpPr/>
              <p:nvPr/>
            </p:nvSpPr>
            <p:spPr>
              <a:xfrm>
                <a:off x="5237549"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sp>
            <p:nvSpPr>
              <p:cNvPr id="42" name="Freeform 18">
                <a:extLst>
                  <a:ext uri="{FF2B5EF4-FFF2-40B4-BE49-F238E27FC236}">
                    <a16:creationId xmlns:a16="http://schemas.microsoft.com/office/drawing/2014/main" id="{9A9FBA94-99B2-174B-9764-63CDFE474602}"/>
                  </a:ext>
                </a:extLst>
              </p:cNvPr>
              <p:cNvSpPr>
                <a:spLocks/>
              </p:cNvSpPr>
              <p:nvPr/>
            </p:nvSpPr>
            <p:spPr bwMode="auto">
              <a:xfrm>
                <a:off x="5470839" y="5454641"/>
                <a:ext cx="103031" cy="199622"/>
              </a:xfrm>
              <a:custGeom>
                <a:avLst/>
                <a:gdLst>
                  <a:gd name="T0" fmla="*/ 27 w 27"/>
                  <a:gd name="T1" fmla="*/ 8 h 52"/>
                  <a:gd name="T2" fmla="*/ 22 w 27"/>
                  <a:gd name="T3" fmla="*/ 8 h 52"/>
                  <a:gd name="T4" fmla="*/ 18 w 27"/>
                  <a:gd name="T5" fmla="*/ 13 h 52"/>
                  <a:gd name="T6" fmla="*/ 18 w 27"/>
                  <a:gd name="T7" fmla="*/ 19 h 52"/>
                  <a:gd name="T8" fmla="*/ 27 w 27"/>
                  <a:gd name="T9" fmla="*/ 19 h 52"/>
                  <a:gd name="T10" fmla="*/ 25 w 27"/>
                  <a:gd name="T11" fmla="*/ 28 h 52"/>
                  <a:gd name="T12" fmla="*/ 18 w 27"/>
                  <a:gd name="T13" fmla="*/ 28 h 52"/>
                  <a:gd name="T14" fmla="*/ 18 w 27"/>
                  <a:gd name="T15" fmla="*/ 52 h 52"/>
                  <a:gd name="T16" fmla="*/ 8 w 27"/>
                  <a:gd name="T17" fmla="*/ 52 h 52"/>
                  <a:gd name="T18" fmla="*/ 8 w 27"/>
                  <a:gd name="T19" fmla="*/ 28 h 52"/>
                  <a:gd name="T20" fmla="*/ 0 w 27"/>
                  <a:gd name="T21" fmla="*/ 28 h 52"/>
                  <a:gd name="T22" fmla="*/ 0 w 27"/>
                  <a:gd name="T23" fmla="*/ 19 h 52"/>
                  <a:gd name="T24" fmla="*/ 8 w 27"/>
                  <a:gd name="T25" fmla="*/ 19 h 52"/>
                  <a:gd name="T26" fmla="*/ 8 w 27"/>
                  <a:gd name="T27" fmla="*/ 12 h 52"/>
                  <a:gd name="T28" fmla="*/ 20 w 27"/>
                  <a:gd name="T29" fmla="*/ 0 h 52"/>
                  <a:gd name="T30" fmla="*/ 27 w 27"/>
                  <a:gd name="T31" fmla="*/ 0 h 52"/>
                  <a:gd name="T32" fmla="*/ 27 w 27"/>
                  <a:gd name="T33" fmla="*/ 8 h 52"/>
                  <a:gd name="T34" fmla="*/ 27 w 27"/>
                  <a:gd name="T35"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 h="52">
                    <a:moveTo>
                      <a:pt x="27" y="8"/>
                    </a:moveTo>
                    <a:cubicBezTo>
                      <a:pt x="22" y="8"/>
                      <a:pt x="22" y="8"/>
                      <a:pt x="22" y="8"/>
                    </a:cubicBezTo>
                    <a:cubicBezTo>
                      <a:pt x="18" y="8"/>
                      <a:pt x="18" y="11"/>
                      <a:pt x="18" y="13"/>
                    </a:cubicBezTo>
                    <a:cubicBezTo>
                      <a:pt x="18" y="19"/>
                      <a:pt x="18" y="19"/>
                      <a:pt x="18" y="19"/>
                    </a:cubicBezTo>
                    <a:cubicBezTo>
                      <a:pt x="27" y="19"/>
                      <a:pt x="27" y="19"/>
                      <a:pt x="27" y="19"/>
                    </a:cubicBezTo>
                    <a:cubicBezTo>
                      <a:pt x="25" y="28"/>
                      <a:pt x="25" y="28"/>
                      <a:pt x="25" y="28"/>
                    </a:cubicBezTo>
                    <a:cubicBezTo>
                      <a:pt x="18" y="28"/>
                      <a:pt x="18" y="28"/>
                      <a:pt x="18" y="28"/>
                    </a:cubicBezTo>
                    <a:cubicBezTo>
                      <a:pt x="18" y="52"/>
                      <a:pt x="18" y="52"/>
                      <a:pt x="18" y="52"/>
                    </a:cubicBezTo>
                    <a:cubicBezTo>
                      <a:pt x="8" y="52"/>
                      <a:pt x="8" y="52"/>
                      <a:pt x="8" y="52"/>
                    </a:cubicBezTo>
                    <a:cubicBezTo>
                      <a:pt x="8" y="28"/>
                      <a:pt x="8" y="28"/>
                      <a:pt x="8" y="28"/>
                    </a:cubicBezTo>
                    <a:cubicBezTo>
                      <a:pt x="0" y="28"/>
                      <a:pt x="0" y="28"/>
                      <a:pt x="0" y="28"/>
                    </a:cubicBezTo>
                    <a:cubicBezTo>
                      <a:pt x="0" y="19"/>
                      <a:pt x="0" y="19"/>
                      <a:pt x="0" y="19"/>
                    </a:cubicBezTo>
                    <a:cubicBezTo>
                      <a:pt x="8" y="19"/>
                      <a:pt x="8" y="19"/>
                      <a:pt x="8" y="19"/>
                    </a:cubicBezTo>
                    <a:cubicBezTo>
                      <a:pt x="8" y="12"/>
                      <a:pt x="8" y="12"/>
                      <a:pt x="8" y="12"/>
                    </a:cubicBezTo>
                    <a:cubicBezTo>
                      <a:pt x="8" y="4"/>
                      <a:pt x="13" y="0"/>
                      <a:pt x="20" y="0"/>
                    </a:cubicBezTo>
                    <a:cubicBezTo>
                      <a:pt x="23" y="0"/>
                      <a:pt x="26" y="0"/>
                      <a:pt x="27" y="0"/>
                    </a:cubicBezTo>
                    <a:cubicBezTo>
                      <a:pt x="27" y="8"/>
                      <a:pt x="27" y="8"/>
                      <a:pt x="27" y="8"/>
                    </a:cubicBezTo>
                    <a:cubicBezTo>
                      <a:pt x="27" y="8"/>
                      <a:pt x="27" y="8"/>
                      <a:pt x="27" y="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nvGrpSpPr>
            <p:cNvPr id="35" name="Group 34">
              <a:extLst>
                <a:ext uri="{FF2B5EF4-FFF2-40B4-BE49-F238E27FC236}">
                  <a16:creationId xmlns:a16="http://schemas.microsoft.com/office/drawing/2014/main" id="{3213A477-0CBD-8F42-89B5-88E35D5E2CAB}"/>
                </a:ext>
              </a:extLst>
            </p:cNvPr>
            <p:cNvGrpSpPr/>
            <p:nvPr userDrawn="1"/>
          </p:nvGrpSpPr>
          <p:grpSpPr>
            <a:xfrm>
              <a:off x="13259197" y="11388591"/>
              <a:ext cx="569609" cy="569609"/>
              <a:chOff x="13259197" y="11388591"/>
              <a:chExt cx="569609" cy="569609"/>
            </a:xfrm>
          </p:grpSpPr>
          <p:sp>
            <p:nvSpPr>
              <p:cNvPr id="36" name="Elipse 147">
                <a:extLst>
                  <a:ext uri="{FF2B5EF4-FFF2-40B4-BE49-F238E27FC236}">
                    <a16:creationId xmlns:a16="http://schemas.microsoft.com/office/drawing/2014/main" id="{40E9F555-71AA-954A-9773-2D3D0795C1D5}"/>
                  </a:ext>
                </a:extLst>
              </p:cNvPr>
              <p:cNvSpPr/>
              <p:nvPr/>
            </p:nvSpPr>
            <p:spPr>
              <a:xfrm>
                <a:off x="13259197" y="11388591"/>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b="0">
                  <a:latin typeface="Century Gothic" panose="020B0502020202020204" pitchFamily="34" charset="0"/>
                </a:endParaRPr>
              </a:p>
            </p:txBody>
          </p:sp>
          <p:grpSp>
            <p:nvGrpSpPr>
              <p:cNvPr id="37" name="Group 36">
                <a:extLst>
                  <a:ext uri="{FF2B5EF4-FFF2-40B4-BE49-F238E27FC236}">
                    <a16:creationId xmlns:a16="http://schemas.microsoft.com/office/drawing/2014/main" id="{586089EB-97DD-3348-BBFA-4B12FA245FB7}"/>
                  </a:ext>
                </a:extLst>
              </p:cNvPr>
              <p:cNvGrpSpPr/>
              <p:nvPr userDrawn="1"/>
            </p:nvGrpSpPr>
            <p:grpSpPr>
              <a:xfrm>
                <a:off x="13441519" y="11573870"/>
                <a:ext cx="217778" cy="204965"/>
                <a:chOff x="13441519" y="11573870"/>
                <a:chExt cx="217778" cy="204965"/>
              </a:xfrm>
              <a:solidFill>
                <a:schemeClr val="accent3"/>
              </a:solidFill>
            </p:grpSpPr>
            <p:sp>
              <p:nvSpPr>
                <p:cNvPr id="38" name="Freeform 37">
                  <a:extLst>
                    <a:ext uri="{FF2B5EF4-FFF2-40B4-BE49-F238E27FC236}">
                      <a16:creationId xmlns:a16="http://schemas.microsoft.com/office/drawing/2014/main" id="{35785D58-C673-2043-BE40-2BFE27D9FB42}"/>
                    </a:ext>
                  </a:extLst>
                </p:cNvPr>
                <p:cNvSpPr/>
                <p:nvPr userDrawn="1"/>
              </p:nvSpPr>
              <p:spPr>
                <a:xfrm>
                  <a:off x="13441519" y="11573870"/>
                  <a:ext cx="51045" cy="51306"/>
                </a:xfrm>
                <a:custGeom>
                  <a:avLst/>
                  <a:gdLst>
                    <a:gd name="connsiteX0" fmla="*/ 25522 w 51045"/>
                    <a:gd name="connsiteY0" fmla="*/ 0 h 51306"/>
                    <a:gd name="connsiteX1" fmla="*/ 51045 w 51045"/>
                    <a:gd name="connsiteY1" fmla="*/ 25653 h 51306"/>
                    <a:gd name="connsiteX2" fmla="*/ 25522 w 51045"/>
                    <a:gd name="connsiteY2" fmla="*/ 51306 h 51306"/>
                    <a:gd name="connsiteX3" fmla="*/ 0 w 51045"/>
                    <a:gd name="connsiteY3" fmla="*/ 25653 h 51306"/>
                    <a:gd name="connsiteX4" fmla="*/ 25522 w 51045"/>
                    <a:gd name="connsiteY4" fmla="*/ 0 h 51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45" h="51306">
                      <a:moveTo>
                        <a:pt x="25522" y="0"/>
                      </a:moveTo>
                      <a:cubicBezTo>
                        <a:pt x="39615" y="0"/>
                        <a:pt x="51045" y="11482"/>
                        <a:pt x="51045" y="25653"/>
                      </a:cubicBezTo>
                      <a:cubicBezTo>
                        <a:pt x="51045" y="39824"/>
                        <a:pt x="39615" y="51306"/>
                        <a:pt x="25522" y="51306"/>
                      </a:cubicBezTo>
                      <a:cubicBezTo>
                        <a:pt x="11430" y="51306"/>
                        <a:pt x="0" y="39824"/>
                        <a:pt x="0" y="25653"/>
                      </a:cubicBezTo>
                      <a:cubicBezTo>
                        <a:pt x="0" y="11482"/>
                        <a:pt x="11430" y="0"/>
                        <a:pt x="2552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sp>
              <p:nvSpPr>
                <p:cNvPr id="39" name="Freeform 38">
                  <a:extLst>
                    <a:ext uri="{FF2B5EF4-FFF2-40B4-BE49-F238E27FC236}">
                      <a16:creationId xmlns:a16="http://schemas.microsoft.com/office/drawing/2014/main" id="{DD9A4604-9A82-414A-B6D4-1246EFFA5FBB}"/>
                    </a:ext>
                  </a:extLst>
                </p:cNvPr>
                <p:cNvSpPr/>
                <p:nvPr userDrawn="1"/>
              </p:nvSpPr>
              <p:spPr>
                <a:xfrm>
                  <a:off x="13441519" y="11637729"/>
                  <a:ext cx="51045" cy="141106"/>
                </a:xfrm>
                <a:custGeom>
                  <a:avLst/>
                  <a:gdLst>
                    <a:gd name="connsiteX0" fmla="*/ 0 w 51045"/>
                    <a:gd name="connsiteY0" fmla="*/ 0 h 141106"/>
                    <a:gd name="connsiteX1" fmla="*/ 51045 w 51045"/>
                    <a:gd name="connsiteY1" fmla="*/ 0 h 141106"/>
                    <a:gd name="connsiteX2" fmla="*/ 51045 w 51045"/>
                    <a:gd name="connsiteY2" fmla="*/ 141106 h 141106"/>
                    <a:gd name="connsiteX3" fmla="*/ 0 w 51045"/>
                    <a:gd name="connsiteY3" fmla="*/ 141106 h 141106"/>
                    <a:gd name="connsiteX4" fmla="*/ 0 w 51045"/>
                    <a:gd name="connsiteY4" fmla="*/ 0 h 141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45" h="141106">
                      <a:moveTo>
                        <a:pt x="0" y="0"/>
                      </a:moveTo>
                      <a:lnTo>
                        <a:pt x="51045" y="0"/>
                      </a:lnTo>
                      <a:lnTo>
                        <a:pt x="51045" y="141106"/>
                      </a:lnTo>
                      <a:lnTo>
                        <a:pt x="0" y="141106"/>
                      </a:lnTo>
                      <a:cubicBezTo>
                        <a:pt x="0" y="141106"/>
                        <a:pt x="0" y="0"/>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sp>
              <p:nvSpPr>
                <p:cNvPr id="40" name="Freeform 39">
                  <a:extLst>
                    <a:ext uri="{FF2B5EF4-FFF2-40B4-BE49-F238E27FC236}">
                      <a16:creationId xmlns:a16="http://schemas.microsoft.com/office/drawing/2014/main" id="{5819875A-454D-5945-8E1C-0A9F39EB83BE}"/>
                    </a:ext>
                  </a:extLst>
                </p:cNvPr>
                <p:cNvSpPr/>
                <p:nvPr userDrawn="1"/>
              </p:nvSpPr>
              <p:spPr>
                <a:xfrm>
                  <a:off x="13518373" y="11637729"/>
                  <a:ext cx="140924" cy="141106"/>
                </a:xfrm>
                <a:custGeom>
                  <a:avLst/>
                  <a:gdLst>
                    <a:gd name="connsiteX0" fmla="*/ 94263 w 140924"/>
                    <a:gd name="connsiteY0" fmla="*/ 0 h 141106"/>
                    <a:gd name="connsiteX1" fmla="*/ 140924 w 140924"/>
                    <a:gd name="connsiteY1" fmla="*/ 64251 h 141106"/>
                    <a:gd name="connsiteX2" fmla="*/ 140924 w 140924"/>
                    <a:gd name="connsiteY2" fmla="*/ 141106 h 141106"/>
                    <a:gd name="connsiteX3" fmla="*/ 89696 w 140924"/>
                    <a:gd name="connsiteY3" fmla="*/ 141106 h 141106"/>
                    <a:gd name="connsiteX4" fmla="*/ 89696 w 140924"/>
                    <a:gd name="connsiteY4" fmla="*/ 64251 h 141106"/>
                    <a:gd name="connsiteX5" fmla="*/ 73020 w 140924"/>
                    <a:gd name="connsiteY5" fmla="*/ 38441 h 141106"/>
                    <a:gd name="connsiteX6" fmla="*/ 51255 w 140924"/>
                    <a:gd name="connsiteY6" fmla="*/ 64251 h 141106"/>
                    <a:gd name="connsiteX7" fmla="*/ 51255 w 140924"/>
                    <a:gd name="connsiteY7" fmla="*/ 141106 h 141106"/>
                    <a:gd name="connsiteX8" fmla="*/ 0 w 140924"/>
                    <a:gd name="connsiteY8" fmla="*/ 141106 h 141106"/>
                    <a:gd name="connsiteX9" fmla="*/ 0 w 140924"/>
                    <a:gd name="connsiteY9" fmla="*/ 183 h 141106"/>
                    <a:gd name="connsiteX10" fmla="*/ 51255 w 140924"/>
                    <a:gd name="connsiteY10" fmla="*/ 183 h 141106"/>
                    <a:gd name="connsiteX11" fmla="*/ 51203 w 140924"/>
                    <a:gd name="connsiteY11" fmla="*/ 22861 h 141106"/>
                    <a:gd name="connsiteX12" fmla="*/ 94263 w 140924"/>
                    <a:gd name="connsiteY12" fmla="*/ 0 h 141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924" h="141106">
                      <a:moveTo>
                        <a:pt x="94263" y="0"/>
                      </a:moveTo>
                      <a:cubicBezTo>
                        <a:pt x="123491" y="0"/>
                        <a:pt x="140924" y="24140"/>
                        <a:pt x="140924" y="64251"/>
                      </a:cubicBezTo>
                      <a:lnTo>
                        <a:pt x="140924" y="141106"/>
                      </a:lnTo>
                      <a:lnTo>
                        <a:pt x="89696" y="141106"/>
                      </a:lnTo>
                      <a:lnTo>
                        <a:pt x="89696" y="64251"/>
                      </a:lnTo>
                      <a:cubicBezTo>
                        <a:pt x="89696" y="49897"/>
                        <a:pt x="85285" y="38441"/>
                        <a:pt x="73020" y="38441"/>
                      </a:cubicBezTo>
                      <a:cubicBezTo>
                        <a:pt x="51255" y="38441"/>
                        <a:pt x="51255" y="64251"/>
                        <a:pt x="51255" y="64251"/>
                      </a:cubicBezTo>
                      <a:lnTo>
                        <a:pt x="51255" y="141106"/>
                      </a:lnTo>
                      <a:lnTo>
                        <a:pt x="0" y="141106"/>
                      </a:lnTo>
                      <a:lnTo>
                        <a:pt x="0" y="183"/>
                      </a:lnTo>
                      <a:lnTo>
                        <a:pt x="51255" y="183"/>
                      </a:lnTo>
                      <a:lnTo>
                        <a:pt x="51203" y="22861"/>
                      </a:lnTo>
                      <a:cubicBezTo>
                        <a:pt x="51203" y="22861"/>
                        <a:pt x="56291" y="0"/>
                        <a:pt x="9426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grpSp>
        </p:grpSp>
      </p:grpSp>
      <p:sp>
        <p:nvSpPr>
          <p:cNvPr id="52" name="CuadroTexto 1">
            <a:extLst>
              <a:ext uri="{FF2B5EF4-FFF2-40B4-BE49-F238E27FC236}">
                <a16:creationId xmlns:a16="http://schemas.microsoft.com/office/drawing/2014/main" id="{75043C26-D0B2-F741-885C-2CF1633CCC26}"/>
              </a:ext>
            </a:extLst>
          </p:cNvPr>
          <p:cNvSpPr txBox="1"/>
          <p:nvPr userDrawn="1"/>
        </p:nvSpPr>
        <p:spPr>
          <a:xfrm>
            <a:off x="2552784" y="1217140"/>
            <a:ext cx="7086428" cy="769441"/>
          </a:xfrm>
          <a:prstGeom prst="rect">
            <a:avLst/>
          </a:prstGeom>
          <a:noFill/>
        </p:spPr>
        <p:txBody>
          <a:bodyPr wrap="square" rtlCol="0">
            <a:spAutoFit/>
          </a:bodyPr>
          <a:lstStyle/>
          <a:p>
            <a:pPr algn="ctr"/>
            <a:r>
              <a:rPr lang="en-US" sz="4400" b="1">
                <a:solidFill>
                  <a:schemeClr val="bg1"/>
                </a:solidFill>
                <a:latin typeface="Century Gothic" panose="020B0502020202020204" pitchFamily="34" charset="0"/>
              </a:rPr>
              <a:t>MUCHAS GRACIAS</a:t>
            </a:r>
            <a:endParaRPr lang="es-ES_tradnl" sz="4400" b="1">
              <a:solidFill>
                <a:schemeClr val="bg1"/>
              </a:solidFill>
              <a:latin typeface="Century Gothic" panose="020B0502020202020204" pitchFamily="34" charset="0"/>
            </a:endParaRPr>
          </a:p>
        </p:txBody>
      </p:sp>
      <p:sp>
        <p:nvSpPr>
          <p:cNvPr id="60" name="CuadroTexto 23">
            <a:extLst>
              <a:ext uri="{FF2B5EF4-FFF2-40B4-BE49-F238E27FC236}">
                <a16:creationId xmlns:a16="http://schemas.microsoft.com/office/drawing/2014/main" id="{660391F3-7C11-A046-B2F9-AAA276C9535A}"/>
              </a:ext>
            </a:extLst>
          </p:cNvPr>
          <p:cNvSpPr txBox="1"/>
          <p:nvPr userDrawn="1"/>
        </p:nvSpPr>
        <p:spPr>
          <a:xfrm>
            <a:off x="2552784" y="2365703"/>
            <a:ext cx="7086428" cy="338554"/>
          </a:xfrm>
          <a:prstGeom prst="rect">
            <a:avLst/>
          </a:prstGeom>
          <a:noFill/>
        </p:spPr>
        <p:txBody>
          <a:bodyPr wrap="square" rtlCol="0">
            <a:spAutoFit/>
          </a:bodyPr>
          <a:lstStyle/>
          <a:p>
            <a:pPr lvl="0" algn="ctr"/>
            <a:r>
              <a:rPr lang="en-US" sz="1600" b="1">
                <a:solidFill>
                  <a:schemeClr val="accent1"/>
                </a:solidFill>
                <a:latin typeface="Century Gothic" panose="020B0502020202020204" pitchFamily="34" charset="0"/>
              </a:rPr>
              <a:t>NUESTRO PRINCIPIO DE CIUDADANÍA CMI</a:t>
            </a:r>
          </a:p>
        </p:txBody>
      </p:sp>
    </p:spTree>
    <p:extLst>
      <p:ext uri="{BB962C8B-B14F-4D97-AF65-F5344CB8AC3E}">
        <p14:creationId xmlns:p14="http://schemas.microsoft.com/office/powerpoint/2010/main" val="1456521183"/>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ierre 05 Principio de Ciudadania CMI">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44DCC2B4-86C8-CD45-8E22-DB860DCA62DB}"/>
              </a:ext>
            </a:extLst>
          </p:cNvPr>
          <p:cNvGrpSpPr/>
          <p:nvPr userDrawn="1"/>
        </p:nvGrpSpPr>
        <p:grpSpPr>
          <a:xfrm>
            <a:off x="-1" y="0"/>
            <a:ext cx="12192001" cy="6860867"/>
            <a:chOff x="-2" y="0"/>
            <a:chExt cx="24382415" cy="13721733"/>
          </a:xfrm>
        </p:grpSpPr>
        <p:sp>
          <p:nvSpPr>
            <p:cNvPr id="54" name="Google Shape;386;p2">
              <a:extLst>
                <a:ext uri="{FF2B5EF4-FFF2-40B4-BE49-F238E27FC236}">
                  <a16:creationId xmlns:a16="http://schemas.microsoft.com/office/drawing/2014/main" id="{44F5D7B4-299F-3C4F-9651-05F4A28B7F83}"/>
                </a:ext>
              </a:extLst>
            </p:cNvPr>
            <p:cNvSpPr/>
            <p:nvPr userDrawn="1"/>
          </p:nvSpPr>
          <p:spPr>
            <a:xfrm>
              <a:off x="-1" y="0"/>
              <a:ext cx="24382414" cy="13721733"/>
            </a:xfrm>
            <a:prstGeom prst="rect">
              <a:avLst/>
            </a:prstGeom>
            <a:solidFill>
              <a:schemeClr val="tx1"/>
            </a:solidFill>
            <a:ln>
              <a:noFill/>
            </a:ln>
          </p:spPr>
          <p:txBody>
            <a:bodyPr spcFirstLastPara="1" wrap="square" lIns="68569" tIns="68569" rIns="68569" bIns="68569" anchor="ctr" anchorCtr="0">
              <a:noAutofit/>
            </a:bodyPr>
            <a:lstStyle/>
            <a:p>
              <a:pPr>
                <a:buSzPts val="1400"/>
              </a:pPr>
              <a:endParaRPr sz="900">
                <a:latin typeface="Century Gothic" panose="020B0502020202020204" pitchFamily="34" charset="0"/>
              </a:endParaRPr>
            </a:p>
          </p:txBody>
        </p:sp>
        <p:pic>
          <p:nvPicPr>
            <p:cNvPr id="55" name="Gráfico 29">
              <a:extLst>
                <a:ext uri="{FF2B5EF4-FFF2-40B4-BE49-F238E27FC236}">
                  <a16:creationId xmlns:a16="http://schemas.microsoft.com/office/drawing/2014/main" id="{9E92D3E0-4016-9540-8DA5-D048342F054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9806" r="6022" b="12613"/>
            <a:stretch/>
          </p:blipFill>
          <p:spPr>
            <a:xfrm flipH="1">
              <a:off x="-2" y="1216"/>
              <a:ext cx="24382413" cy="13716000"/>
            </a:xfrm>
            <a:prstGeom prst="rect">
              <a:avLst/>
            </a:prstGeom>
          </p:spPr>
        </p:pic>
        <p:sp>
          <p:nvSpPr>
            <p:cNvPr id="56" name="AutoShape 5">
              <a:extLst>
                <a:ext uri="{FF2B5EF4-FFF2-40B4-BE49-F238E27FC236}">
                  <a16:creationId xmlns:a16="http://schemas.microsoft.com/office/drawing/2014/main" id="{CECFC559-3C2E-C14D-9E05-991E48E6EA27}"/>
                </a:ext>
              </a:extLst>
            </p:cNvPr>
            <p:cNvSpPr>
              <a:spLocks noChangeAspect="1" noChangeArrowheads="1" noTextEdit="1"/>
            </p:cNvSpPr>
            <p:nvPr userDrawn="1"/>
          </p:nvSpPr>
          <p:spPr bwMode="auto">
            <a:xfrm>
              <a:off x="12087905" y="11673396"/>
              <a:ext cx="206602" cy="2081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nvGrpSpPr>
            <p:cNvPr id="57" name="Grupo 2">
              <a:extLst>
                <a:ext uri="{FF2B5EF4-FFF2-40B4-BE49-F238E27FC236}">
                  <a16:creationId xmlns:a16="http://schemas.microsoft.com/office/drawing/2014/main" id="{BBB1A41B-DDC4-DC40-83FE-690B6D9BAC3E}"/>
                </a:ext>
              </a:extLst>
            </p:cNvPr>
            <p:cNvGrpSpPr/>
            <p:nvPr userDrawn="1"/>
          </p:nvGrpSpPr>
          <p:grpSpPr>
            <a:xfrm>
              <a:off x="22272326" y="665312"/>
              <a:ext cx="1168254" cy="1168254"/>
              <a:chOff x="484021" y="1418770"/>
              <a:chExt cx="1506119" cy="1506119"/>
            </a:xfrm>
          </p:grpSpPr>
          <p:sp>
            <p:nvSpPr>
              <p:cNvPr id="58" name="Elipse 3">
                <a:extLst>
                  <a:ext uri="{FF2B5EF4-FFF2-40B4-BE49-F238E27FC236}">
                    <a16:creationId xmlns:a16="http://schemas.microsoft.com/office/drawing/2014/main" id="{24EB9833-6374-EF4D-BC60-D1D0F0665074}"/>
                  </a:ext>
                </a:extLst>
              </p:cNvPr>
              <p:cNvSpPr/>
              <p:nvPr/>
            </p:nvSpPr>
            <p:spPr>
              <a:xfrm>
                <a:off x="484021" y="1418770"/>
                <a:ext cx="1506119" cy="1506119"/>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pic>
            <p:nvPicPr>
              <p:cNvPr id="59" name="Imagen 4">
                <a:extLst>
                  <a:ext uri="{FF2B5EF4-FFF2-40B4-BE49-F238E27FC236}">
                    <a16:creationId xmlns:a16="http://schemas.microsoft.com/office/drawing/2014/main" id="{75A86A3F-2540-4F45-B4ED-7AF3809C39A6}"/>
                  </a:ext>
                </a:extLst>
              </p:cNvPr>
              <p:cNvPicPr>
                <a:picLocks noChangeAspect="1"/>
              </p:cNvPicPr>
              <p:nvPr/>
            </p:nvPicPr>
            <p:blipFill>
              <a:blip r:embed="rId3"/>
              <a:srcRect/>
              <a:stretch/>
            </p:blipFill>
            <p:spPr>
              <a:xfrm>
                <a:off x="666625" y="1843741"/>
                <a:ext cx="1140909" cy="619599"/>
              </a:xfrm>
              <a:prstGeom prst="rect">
                <a:avLst/>
              </a:prstGeom>
            </p:spPr>
          </p:pic>
        </p:grpSp>
      </p:grpSp>
      <p:sp>
        <p:nvSpPr>
          <p:cNvPr id="135" name="TextBox 13">
            <a:extLst>
              <a:ext uri="{FF2B5EF4-FFF2-40B4-BE49-F238E27FC236}">
                <a16:creationId xmlns:a16="http://schemas.microsoft.com/office/drawing/2014/main" id="{9054E7DC-18EF-1B47-8098-FD6A054F4CE5}"/>
              </a:ext>
            </a:extLst>
          </p:cNvPr>
          <p:cNvSpPr txBox="1"/>
          <p:nvPr userDrawn="1"/>
        </p:nvSpPr>
        <p:spPr>
          <a:xfrm>
            <a:off x="5186937" y="5373216"/>
            <a:ext cx="1818126" cy="200055"/>
          </a:xfrm>
          <a:prstGeom prst="rect">
            <a:avLst/>
          </a:prstGeom>
          <a:noFill/>
        </p:spPr>
        <p:txBody>
          <a:bodyPr wrap="none" rtlCol="0">
            <a:spAutoFit/>
          </a:bodyPr>
          <a:lstStyle/>
          <a:p>
            <a:pPr algn="ctr"/>
            <a:r>
              <a:rPr lang="en-US" sz="700" b="1" spc="300">
                <a:solidFill>
                  <a:schemeClr val="bg1"/>
                </a:solidFill>
                <a:latin typeface="Century Gothic" panose="020B0502020202020204" pitchFamily="34" charset="0"/>
                <a:ea typeface="Montserrat" charset="0"/>
                <a:cs typeface="Montserrat" charset="0"/>
              </a:rPr>
              <a:t>WWW.SOMOSCMI.COM</a:t>
            </a:r>
          </a:p>
        </p:txBody>
      </p:sp>
      <p:sp>
        <p:nvSpPr>
          <p:cNvPr id="136" name="AutoShape 5">
            <a:extLst>
              <a:ext uri="{FF2B5EF4-FFF2-40B4-BE49-F238E27FC236}">
                <a16:creationId xmlns:a16="http://schemas.microsoft.com/office/drawing/2014/main" id="{87B15690-9B93-9848-AECF-5F57E8FB1758}"/>
              </a:ext>
            </a:extLst>
          </p:cNvPr>
          <p:cNvSpPr>
            <a:spLocks noChangeAspect="1" noChangeArrowheads="1" noTextEdit="1"/>
          </p:cNvSpPr>
          <p:nvPr userDrawn="1"/>
        </p:nvSpPr>
        <p:spPr bwMode="auto">
          <a:xfrm>
            <a:off x="6044346" y="5836698"/>
            <a:ext cx="103308" cy="104060"/>
          </a:xfrm>
          <a:prstGeom prst="rect">
            <a:avLst/>
          </a:prstGeom>
          <a:noFill/>
          <a:ln w="9525">
            <a:noFill/>
            <a:miter lim="800000"/>
            <a:headEnd/>
            <a:tailEnd/>
          </a:ln>
        </p:spPr>
        <p:txBody>
          <a:bodyPr vert="horz" wrap="square" lIns="45720" tIns="22860" rIns="45720" bIns="2286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25" name="Rectángulo redondeado 24">
            <a:extLst>
              <a:ext uri="{FF2B5EF4-FFF2-40B4-BE49-F238E27FC236}">
                <a16:creationId xmlns:a16="http://schemas.microsoft.com/office/drawing/2014/main" id="{CD04E837-CDFC-2546-843E-1532CF3A483B}"/>
              </a:ext>
            </a:extLst>
          </p:cNvPr>
          <p:cNvSpPr/>
          <p:nvPr userDrawn="1"/>
        </p:nvSpPr>
        <p:spPr>
          <a:xfrm>
            <a:off x="2552784" y="2766758"/>
            <a:ext cx="7086428" cy="86409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26" name="CuadroTexto 25">
            <a:extLst>
              <a:ext uri="{FF2B5EF4-FFF2-40B4-BE49-F238E27FC236}">
                <a16:creationId xmlns:a16="http://schemas.microsoft.com/office/drawing/2014/main" id="{D877A1A7-C5BF-C54C-B6C3-79E4A8C19422}"/>
              </a:ext>
            </a:extLst>
          </p:cNvPr>
          <p:cNvSpPr txBox="1"/>
          <p:nvPr userDrawn="1"/>
        </p:nvSpPr>
        <p:spPr>
          <a:xfrm>
            <a:off x="2552783" y="2762688"/>
            <a:ext cx="7086428" cy="864096"/>
          </a:xfrm>
          <a:prstGeom prst="rect">
            <a:avLst/>
          </a:prstGeom>
          <a:noFill/>
        </p:spPr>
        <p:txBody>
          <a:bodyPr wrap="square" rtlCol="0" anchor="ctr">
            <a:noAutofit/>
          </a:bodyPr>
          <a:lstStyle/>
          <a:p>
            <a:pPr algn="ctr"/>
            <a:r>
              <a:rPr lang="es-GT" sz="2200" b="1">
                <a:solidFill>
                  <a:schemeClr val="bg1"/>
                </a:solidFill>
                <a:latin typeface="Century Gothic" panose="020B0502020202020204" pitchFamily="34" charset="0"/>
              </a:rPr>
              <a:t>PASIÓN POR EL CLIENTE CON CALIDAD</a:t>
            </a:r>
          </a:p>
          <a:p>
            <a:pPr algn="ctr"/>
            <a:r>
              <a:rPr lang="es-GT" sz="2200" b="1">
                <a:solidFill>
                  <a:schemeClr val="bg1"/>
                </a:solidFill>
                <a:latin typeface="Century Gothic" panose="020B0502020202020204" pitchFamily="34" charset="0"/>
              </a:rPr>
              <a:t>DE PRODUCTOS Y SOLUCIONES</a:t>
            </a:r>
          </a:p>
        </p:txBody>
      </p:sp>
      <p:grpSp>
        <p:nvGrpSpPr>
          <p:cNvPr id="5" name="Grupo 4">
            <a:extLst>
              <a:ext uri="{FF2B5EF4-FFF2-40B4-BE49-F238E27FC236}">
                <a16:creationId xmlns:a16="http://schemas.microsoft.com/office/drawing/2014/main" id="{11B49CD5-B4AA-4240-A047-D2F5B361E857}"/>
              </a:ext>
            </a:extLst>
          </p:cNvPr>
          <p:cNvGrpSpPr/>
          <p:nvPr userDrawn="1"/>
        </p:nvGrpSpPr>
        <p:grpSpPr>
          <a:xfrm>
            <a:off x="4014962" y="3923545"/>
            <a:ext cx="4162073" cy="1069658"/>
            <a:chOff x="7968862" y="7847090"/>
            <a:chExt cx="8323604" cy="2139316"/>
          </a:xfrm>
        </p:grpSpPr>
        <p:pic>
          <p:nvPicPr>
            <p:cNvPr id="32" name="Imagen 31">
              <a:extLst>
                <a:ext uri="{FF2B5EF4-FFF2-40B4-BE49-F238E27FC236}">
                  <a16:creationId xmlns:a16="http://schemas.microsoft.com/office/drawing/2014/main" id="{281ECE9C-9E4C-2D40-AB03-307CB7C44FD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r="42889"/>
            <a:stretch/>
          </p:blipFill>
          <p:spPr>
            <a:xfrm>
              <a:off x="7968862" y="7847090"/>
              <a:ext cx="4822829" cy="2139316"/>
            </a:xfrm>
            <a:prstGeom prst="rect">
              <a:avLst/>
            </a:prstGeom>
          </p:spPr>
        </p:pic>
        <p:pic>
          <p:nvPicPr>
            <p:cNvPr id="130" name="Imagen 129">
              <a:hlinkClick r:id="" action="ppaction://noaction"/>
              <a:extLst>
                <a:ext uri="{FF2B5EF4-FFF2-40B4-BE49-F238E27FC236}">
                  <a16:creationId xmlns:a16="http://schemas.microsoft.com/office/drawing/2014/main" id="{404D586B-2341-6F44-BCD4-3BBBBF22B525}"/>
                </a:ext>
              </a:extLst>
            </p:cNvPr>
            <p:cNvPicPr>
              <a:picLocks noChangeAspect="1"/>
            </p:cNvPicPr>
            <p:nvPr userDrawn="1"/>
          </p:nvPicPr>
          <p:blipFill rotWithShape="1">
            <a:blip r:embed="rId5"/>
            <a:srcRect l="48072" t="15350" r="6586" b="30401"/>
            <a:stretch/>
          </p:blipFill>
          <p:spPr>
            <a:xfrm>
              <a:off x="12839277" y="8055510"/>
              <a:ext cx="3453189" cy="1755878"/>
            </a:xfrm>
            <a:prstGeom prst="rect">
              <a:avLst/>
            </a:prstGeom>
          </p:spPr>
        </p:pic>
      </p:grpSp>
      <p:grpSp>
        <p:nvGrpSpPr>
          <p:cNvPr id="28" name="Group 27">
            <a:extLst>
              <a:ext uri="{FF2B5EF4-FFF2-40B4-BE49-F238E27FC236}">
                <a16:creationId xmlns:a16="http://schemas.microsoft.com/office/drawing/2014/main" id="{EB2101B8-20B1-8E4D-BEDE-265AE7F4A5DF}"/>
              </a:ext>
            </a:extLst>
          </p:cNvPr>
          <p:cNvGrpSpPr/>
          <p:nvPr userDrawn="1"/>
        </p:nvGrpSpPr>
        <p:grpSpPr>
          <a:xfrm>
            <a:off x="5446676" y="5694296"/>
            <a:ext cx="1298648" cy="284805"/>
            <a:chOff x="11231679" y="11388591"/>
            <a:chExt cx="2597127" cy="569609"/>
          </a:xfrm>
        </p:grpSpPr>
        <p:grpSp>
          <p:nvGrpSpPr>
            <p:cNvPr id="29" name="Grupo 137">
              <a:extLst>
                <a:ext uri="{FF2B5EF4-FFF2-40B4-BE49-F238E27FC236}">
                  <a16:creationId xmlns:a16="http://schemas.microsoft.com/office/drawing/2014/main" id="{4E48B153-71FB-F94C-8438-A26CFCCFEA38}"/>
                </a:ext>
              </a:extLst>
            </p:cNvPr>
            <p:cNvGrpSpPr/>
            <p:nvPr/>
          </p:nvGrpSpPr>
          <p:grpSpPr>
            <a:xfrm>
              <a:off x="12579747" y="11388591"/>
              <a:ext cx="569609" cy="569609"/>
              <a:chOff x="6419730" y="5269647"/>
              <a:chExt cx="569609" cy="569609"/>
            </a:xfrm>
          </p:grpSpPr>
          <p:sp>
            <p:nvSpPr>
              <p:cNvPr id="48" name="Elipse 147">
                <a:extLst>
                  <a:ext uri="{FF2B5EF4-FFF2-40B4-BE49-F238E27FC236}">
                    <a16:creationId xmlns:a16="http://schemas.microsoft.com/office/drawing/2014/main" id="{D9E7AE4E-14F7-8D40-B20B-ECFBF5057B0C}"/>
                  </a:ext>
                </a:extLst>
              </p:cNvPr>
              <p:cNvSpPr/>
              <p:nvPr/>
            </p:nvSpPr>
            <p:spPr>
              <a:xfrm>
                <a:off x="6419730"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sp>
            <p:nvSpPr>
              <p:cNvPr id="49" name="Freeform 14">
                <a:extLst>
                  <a:ext uri="{FF2B5EF4-FFF2-40B4-BE49-F238E27FC236}">
                    <a16:creationId xmlns:a16="http://schemas.microsoft.com/office/drawing/2014/main" id="{76109C26-3417-2347-BD1B-586FD4499DD5}"/>
                  </a:ext>
                </a:extLst>
              </p:cNvPr>
              <p:cNvSpPr>
                <a:spLocks/>
              </p:cNvSpPr>
              <p:nvPr/>
            </p:nvSpPr>
            <p:spPr bwMode="auto">
              <a:xfrm>
                <a:off x="6630296" y="5489285"/>
                <a:ext cx="190077" cy="158185"/>
              </a:xfrm>
              <a:custGeom>
                <a:avLst/>
                <a:gdLst>
                  <a:gd name="T0" fmla="*/ 57 w 63"/>
                  <a:gd name="T1" fmla="*/ 13 h 52"/>
                  <a:gd name="T2" fmla="*/ 57 w 63"/>
                  <a:gd name="T3" fmla="*/ 15 h 52"/>
                  <a:gd name="T4" fmla="*/ 20 w 63"/>
                  <a:gd name="T5" fmla="*/ 52 h 52"/>
                  <a:gd name="T6" fmla="*/ 0 w 63"/>
                  <a:gd name="T7" fmla="*/ 46 h 52"/>
                  <a:gd name="T8" fmla="*/ 3 w 63"/>
                  <a:gd name="T9" fmla="*/ 46 h 52"/>
                  <a:gd name="T10" fmla="*/ 19 w 63"/>
                  <a:gd name="T11" fmla="*/ 40 h 52"/>
                  <a:gd name="T12" fmla="*/ 7 w 63"/>
                  <a:gd name="T13" fmla="*/ 32 h 52"/>
                  <a:gd name="T14" fmla="*/ 10 w 63"/>
                  <a:gd name="T15" fmla="*/ 32 h 52"/>
                  <a:gd name="T16" fmla="*/ 13 w 63"/>
                  <a:gd name="T17" fmla="*/ 31 h 52"/>
                  <a:gd name="T18" fmla="*/ 3 w 63"/>
                  <a:gd name="T19" fmla="*/ 19 h 52"/>
                  <a:gd name="T20" fmla="*/ 3 w 63"/>
                  <a:gd name="T21" fmla="*/ 19 h 52"/>
                  <a:gd name="T22" fmla="*/ 9 w 63"/>
                  <a:gd name="T23" fmla="*/ 20 h 52"/>
                  <a:gd name="T24" fmla="*/ 3 w 63"/>
                  <a:gd name="T25" fmla="*/ 10 h 52"/>
                  <a:gd name="T26" fmla="*/ 5 w 63"/>
                  <a:gd name="T27" fmla="*/ 2 h 52"/>
                  <a:gd name="T28" fmla="*/ 31 w 63"/>
                  <a:gd name="T29" fmla="*/ 16 h 52"/>
                  <a:gd name="T30" fmla="*/ 31 w 63"/>
                  <a:gd name="T31" fmla="*/ 14 h 52"/>
                  <a:gd name="T32" fmla="*/ 44 w 63"/>
                  <a:gd name="T33" fmla="*/ 0 h 52"/>
                  <a:gd name="T34" fmla="*/ 53 w 63"/>
                  <a:gd name="T35" fmla="*/ 4 h 52"/>
                  <a:gd name="T36" fmla="*/ 61 w 63"/>
                  <a:gd name="T37" fmla="*/ 0 h 52"/>
                  <a:gd name="T38" fmla="*/ 56 w 63"/>
                  <a:gd name="T39" fmla="*/ 8 h 52"/>
                  <a:gd name="T40" fmla="*/ 63 w 63"/>
                  <a:gd name="T41" fmla="*/ 6 h 52"/>
                  <a:gd name="T42" fmla="*/ 57 w 63"/>
                  <a:gd name="T43" fmla="*/ 1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3" h="52">
                    <a:moveTo>
                      <a:pt x="57" y="13"/>
                    </a:moveTo>
                    <a:cubicBezTo>
                      <a:pt x="57" y="14"/>
                      <a:pt x="57" y="14"/>
                      <a:pt x="57" y="15"/>
                    </a:cubicBezTo>
                    <a:cubicBezTo>
                      <a:pt x="57" y="32"/>
                      <a:pt x="44" y="52"/>
                      <a:pt x="20" y="52"/>
                    </a:cubicBezTo>
                    <a:cubicBezTo>
                      <a:pt x="13" y="52"/>
                      <a:pt x="6" y="50"/>
                      <a:pt x="0" y="46"/>
                    </a:cubicBezTo>
                    <a:cubicBezTo>
                      <a:pt x="1" y="46"/>
                      <a:pt x="2" y="46"/>
                      <a:pt x="3" y="46"/>
                    </a:cubicBezTo>
                    <a:cubicBezTo>
                      <a:pt x="9" y="46"/>
                      <a:pt x="15" y="44"/>
                      <a:pt x="19" y="40"/>
                    </a:cubicBezTo>
                    <a:cubicBezTo>
                      <a:pt x="14" y="40"/>
                      <a:pt x="9" y="37"/>
                      <a:pt x="7" y="32"/>
                    </a:cubicBezTo>
                    <a:cubicBezTo>
                      <a:pt x="8" y="32"/>
                      <a:pt x="9" y="32"/>
                      <a:pt x="10" y="32"/>
                    </a:cubicBezTo>
                    <a:cubicBezTo>
                      <a:pt x="11" y="32"/>
                      <a:pt x="12" y="32"/>
                      <a:pt x="13" y="31"/>
                    </a:cubicBezTo>
                    <a:cubicBezTo>
                      <a:pt x="7" y="30"/>
                      <a:pt x="3" y="25"/>
                      <a:pt x="3" y="19"/>
                    </a:cubicBezTo>
                    <a:cubicBezTo>
                      <a:pt x="3" y="19"/>
                      <a:pt x="3" y="19"/>
                      <a:pt x="3" y="19"/>
                    </a:cubicBezTo>
                    <a:cubicBezTo>
                      <a:pt x="5" y="19"/>
                      <a:pt x="7" y="20"/>
                      <a:pt x="9" y="20"/>
                    </a:cubicBezTo>
                    <a:cubicBezTo>
                      <a:pt x="5" y="18"/>
                      <a:pt x="3" y="14"/>
                      <a:pt x="3" y="10"/>
                    </a:cubicBezTo>
                    <a:cubicBezTo>
                      <a:pt x="3" y="6"/>
                      <a:pt x="4" y="4"/>
                      <a:pt x="5" y="2"/>
                    </a:cubicBezTo>
                    <a:cubicBezTo>
                      <a:pt x="11" y="11"/>
                      <a:pt x="20" y="16"/>
                      <a:pt x="31" y="16"/>
                    </a:cubicBezTo>
                    <a:cubicBezTo>
                      <a:pt x="31" y="14"/>
                      <a:pt x="31" y="14"/>
                      <a:pt x="31" y="14"/>
                    </a:cubicBezTo>
                    <a:cubicBezTo>
                      <a:pt x="31" y="5"/>
                      <a:pt x="37" y="0"/>
                      <a:pt x="44" y="0"/>
                    </a:cubicBezTo>
                    <a:cubicBezTo>
                      <a:pt x="48" y="0"/>
                      <a:pt x="51" y="1"/>
                      <a:pt x="53" y="4"/>
                    </a:cubicBezTo>
                    <a:cubicBezTo>
                      <a:pt x="56" y="3"/>
                      <a:pt x="59" y="2"/>
                      <a:pt x="61" y="0"/>
                    </a:cubicBezTo>
                    <a:cubicBezTo>
                      <a:pt x="61" y="4"/>
                      <a:pt x="58" y="6"/>
                      <a:pt x="56" y="8"/>
                    </a:cubicBezTo>
                    <a:cubicBezTo>
                      <a:pt x="58" y="7"/>
                      <a:pt x="61" y="7"/>
                      <a:pt x="63" y="6"/>
                    </a:cubicBezTo>
                    <a:cubicBezTo>
                      <a:pt x="61" y="8"/>
                      <a:pt x="59" y="11"/>
                      <a:pt x="57" y="13"/>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nvGrpSpPr>
            <p:cNvPr id="31" name="Grupo 138">
              <a:extLst>
                <a:ext uri="{FF2B5EF4-FFF2-40B4-BE49-F238E27FC236}">
                  <a16:creationId xmlns:a16="http://schemas.microsoft.com/office/drawing/2014/main" id="{EAFC93D0-257D-634C-9C8E-679C7198A0F0}"/>
                </a:ext>
              </a:extLst>
            </p:cNvPr>
            <p:cNvGrpSpPr/>
            <p:nvPr/>
          </p:nvGrpSpPr>
          <p:grpSpPr>
            <a:xfrm>
              <a:off x="11918465" y="11388591"/>
              <a:ext cx="569609" cy="569609"/>
              <a:chOff x="5835127" y="5269647"/>
              <a:chExt cx="569609" cy="569609"/>
            </a:xfrm>
          </p:grpSpPr>
          <p:sp>
            <p:nvSpPr>
              <p:cNvPr id="43" name="Elipse 142">
                <a:extLst>
                  <a:ext uri="{FF2B5EF4-FFF2-40B4-BE49-F238E27FC236}">
                    <a16:creationId xmlns:a16="http://schemas.microsoft.com/office/drawing/2014/main" id="{9B0425E6-FA80-2241-AA13-D3F19F9FCD75}"/>
                  </a:ext>
                </a:extLst>
              </p:cNvPr>
              <p:cNvSpPr/>
              <p:nvPr/>
            </p:nvSpPr>
            <p:spPr>
              <a:xfrm>
                <a:off x="5835127"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grpSp>
            <p:nvGrpSpPr>
              <p:cNvPr id="44" name="Grupo 143">
                <a:extLst>
                  <a:ext uri="{FF2B5EF4-FFF2-40B4-BE49-F238E27FC236}">
                    <a16:creationId xmlns:a16="http://schemas.microsoft.com/office/drawing/2014/main" id="{D9A84399-6A97-644F-ACBA-7023980C94E0}"/>
                  </a:ext>
                </a:extLst>
              </p:cNvPr>
              <p:cNvGrpSpPr/>
              <p:nvPr/>
            </p:nvGrpSpPr>
            <p:grpSpPr>
              <a:xfrm>
                <a:off x="6018164" y="5459936"/>
                <a:ext cx="206602" cy="206602"/>
                <a:chOff x="6018164" y="5459936"/>
                <a:chExt cx="206602" cy="206602"/>
              </a:xfrm>
            </p:grpSpPr>
            <p:sp>
              <p:nvSpPr>
                <p:cNvPr id="45" name="Freeform 8">
                  <a:extLst>
                    <a:ext uri="{FF2B5EF4-FFF2-40B4-BE49-F238E27FC236}">
                      <a16:creationId xmlns:a16="http://schemas.microsoft.com/office/drawing/2014/main" id="{1EFC41B6-8D6C-E748-9AF4-3191507578E3}"/>
                    </a:ext>
                  </a:extLst>
                </p:cNvPr>
                <p:cNvSpPr>
                  <a:spLocks noEditPoints="1"/>
                </p:cNvSpPr>
                <p:nvPr/>
              </p:nvSpPr>
              <p:spPr bwMode="auto">
                <a:xfrm>
                  <a:off x="6018164" y="5459936"/>
                  <a:ext cx="206602" cy="206602"/>
                </a:xfrm>
                <a:custGeom>
                  <a:avLst/>
                  <a:gdLst/>
                  <a:ahLst/>
                  <a:cxnLst>
                    <a:cxn ang="0">
                      <a:pos x="1031" y="400"/>
                    </a:cxn>
                    <a:cxn ang="0">
                      <a:pos x="809" y="482"/>
                    </a:cxn>
                    <a:cxn ang="0">
                      <a:pos x="622" y="622"/>
                    </a:cxn>
                    <a:cxn ang="0">
                      <a:pos x="482" y="809"/>
                    </a:cxn>
                    <a:cxn ang="0">
                      <a:pos x="400" y="1031"/>
                    </a:cxn>
                    <a:cxn ang="0">
                      <a:pos x="384" y="3135"/>
                    </a:cxn>
                    <a:cxn ang="0">
                      <a:pos x="421" y="3375"/>
                    </a:cxn>
                    <a:cxn ang="0">
                      <a:pos x="522" y="3588"/>
                    </a:cxn>
                    <a:cxn ang="0">
                      <a:pos x="679" y="3759"/>
                    </a:cxn>
                    <a:cxn ang="0">
                      <a:pos x="879" y="3882"/>
                    </a:cxn>
                    <a:cxn ang="0">
                      <a:pos x="1112" y="3941"/>
                    </a:cxn>
                    <a:cxn ang="0">
                      <a:pos x="3217" y="3941"/>
                    </a:cxn>
                    <a:cxn ang="0">
                      <a:pos x="3449" y="3882"/>
                    </a:cxn>
                    <a:cxn ang="0">
                      <a:pos x="3650" y="3759"/>
                    </a:cxn>
                    <a:cxn ang="0">
                      <a:pos x="3807" y="3588"/>
                    </a:cxn>
                    <a:cxn ang="0">
                      <a:pos x="3908" y="3375"/>
                    </a:cxn>
                    <a:cxn ang="0">
                      <a:pos x="3945" y="3135"/>
                    </a:cxn>
                    <a:cxn ang="0">
                      <a:pos x="3929" y="1031"/>
                    </a:cxn>
                    <a:cxn ang="0">
                      <a:pos x="3847" y="809"/>
                    </a:cxn>
                    <a:cxn ang="0">
                      <a:pos x="3707" y="622"/>
                    </a:cxn>
                    <a:cxn ang="0">
                      <a:pos x="3520" y="482"/>
                    </a:cxn>
                    <a:cxn ang="0">
                      <a:pos x="3298" y="400"/>
                    </a:cxn>
                    <a:cxn ang="0">
                      <a:pos x="1194" y="384"/>
                    </a:cxn>
                    <a:cxn ang="0">
                      <a:pos x="3233" y="4"/>
                    </a:cxn>
                    <a:cxn ang="0">
                      <a:pos x="3512" y="61"/>
                    </a:cxn>
                    <a:cxn ang="0">
                      <a:pos x="3763" y="179"/>
                    </a:cxn>
                    <a:cxn ang="0">
                      <a:pos x="3980" y="349"/>
                    </a:cxn>
                    <a:cxn ang="0">
                      <a:pos x="4150" y="566"/>
                    </a:cxn>
                    <a:cxn ang="0">
                      <a:pos x="4268" y="817"/>
                    </a:cxn>
                    <a:cxn ang="0">
                      <a:pos x="4325" y="1096"/>
                    </a:cxn>
                    <a:cxn ang="0">
                      <a:pos x="4325" y="3233"/>
                    </a:cxn>
                    <a:cxn ang="0">
                      <a:pos x="4268" y="3512"/>
                    </a:cxn>
                    <a:cxn ang="0">
                      <a:pos x="4150" y="3763"/>
                    </a:cxn>
                    <a:cxn ang="0">
                      <a:pos x="3980" y="3980"/>
                    </a:cxn>
                    <a:cxn ang="0">
                      <a:pos x="3763" y="4150"/>
                    </a:cxn>
                    <a:cxn ang="0">
                      <a:pos x="3512" y="4268"/>
                    </a:cxn>
                    <a:cxn ang="0">
                      <a:pos x="3233" y="4325"/>
                    </a:cxn>
                    <a:cxn ang="0">
                      <a:pos x="1096" y="4325"/>
                    </a:cxn>
                    <a:cxn ang="0">
                      <a:pos x="817" y="4268"/>
                    </a:cxn>
                    <a:cxn ang="0">
                      <a:pos x="566" y="4150"/>
                    </a:cxn>
                    <a:cxn ang="0">
                      <a:pos x="349" y="3980"/>
                    </a:cxn>
                    <a:cxn ang="0">
                      <a:pos x="179" y="3763"/>
                    </a:cxn>
                    <a:cxn ang="0">
                      <a:pos x="61" y="3512"/>
                    </a:cxn>
                    <a:cxn ang="0">
                      <a:pos x="4" y="3233"/>
                    </a:cxn>
                    <a:cxn ang="0">
                      <a:pos x="4" y="1096"/>
                    </a:cxn>
                    <a:cxn ang="0">
                      <a:pos x="61" y="817"/>
                    </a:cxn>
                    <a:cxn ang="0">
                      <a:pos x="179" y="566"/>
                    </a:cxn>
                    <a:cxn ang="0">
                      <a:pos x="349" y="349"/>
                    </a:cxn>
                    <a:cxn ang="0">
                      <a:pos x="566" y="179"/>
                    </a:cxn>
                    <a:cxn ang="0">
                      <a:pos x="817" y="61"/>
                    </a:cxn>
                    <a:cxn ang="0">
                      <a:pos x="1096" y="4"/>
                    </a:cxn>
                  </a:cxnLst>
                  <a:rect l="0" t="0" r="r" b="b"/>
                  <a:pathLst>
                    <a:path w="4329" h="4329">
                      <a:moveTo>
                        <a:pt x="1194" y="384"/>
                      </a:moveTo>
                      <a:lnTo>
                        <a:pt x="1112" y="388"/>
                      </a:lnTo>
                      <a:lnTo>
                        <a:pt x="1031" y="400"/>
                      </a:lnTo>
                      <a:lnTo>
                        <a:pt x="954" y="421"/>
                      </a:lnTo>
                      <a:lnTo>
                        <a:pt x="879" y="448"/>
                      </a:lnTo>
                      <a:lnTo>
                        <a:pt x="809" y="482"/>
                      </a:lnTo>
                      <a:lnTo>
                        <a:pt x="741" y="522"/>
                      </a:lnTo>
                      <a:lnTo>
                        <a:pt x="679" y="570"/>
                      </a:lnTo>
                      <a:lnTo>
                        <a:pt x="622" y="622"/>
                      </a:lnTo>
                      <a:lnTo>
                        <a:pt x="570" y="679"/>
                      </a:lnTo>
                      <a:lnTo>
                        <a:pt x="522" y="741"/>
                      </a:lnTo>
                      <a:lnTo>
                        <a:pt x="482" y="809"/>
                      </a:lnTo>
                      <a:lnTo>
                        <a:pt x="447" y="880"/>
                      </a:lnTo>
                      <a:lnTo>
                        <a:pt x="421" y="954"/>
                      </a:lnTo>
                      <a:lnTo>
                        <a:pt x="400" y="1031"/>
                      </a:lnTo>
                      <a:lnTo>
                        <a:pt x="388" y="1112"/>
                      </a:lnTo>
                      <a:lnTo>
                        <a:pt x="384" y="1195"/>
                      </a:lnTo>
                      <a:lnTo>
                        <a:pt x="384" y="3135"/>
                      </a:lnTo>
                      <a:lnTo>
                        <a:pt x="388" y="3217"/>
                      </a:lnTo>
                      <a:lnTo>
                        <a:pt x="400" y="3298"/>
                      </a:lnTo>
                      <a:lnTo>
                        <a:pt x="421" y="3375"/>
                      </a:lnTo>
                      <a:lnTo>
                        <a:pt x="447" y="3450"/>
                      </a:lnTo>
                      <a:lnTo>
                        <a:pt x="482" y="3520"/>
                      </a:lnTo>
                      <a:lnTo>
                        <a:pt x="522" y="3588"/>
                      </a:lnTo>
                      <a:lnTo>
                        <a:pt x="570" y="3650"/>
                      </a:lnTo>
                      <a:lnTo>
                        <a:pt x="622" y="3708"/>
                      </a:lnTo>
                      <a:lnTo>
                        <a:pt x="679" y="3759"/>
                      </a:lnTo>
                      <a:lnTo>
                        <a:pt x="741" y="3807"/>
                      </a:lnTo>
                      <a:lnTo>
                        <a:pt x="809" y="3847"/>
                      </a:lnTo>
                      <a:lnTo>
                        <a:pt x="879" y="3882"/>
                      </a:lnTo>
                      <a:lnTo>
                        <a:pt x="954" y="3908"/>
                      </a:lnTo>
                      <a:lnTo>
                        <a:pt x="1031" y="3929"/>
                      </a:lnTo>
                      <a:lnTo>
                        <a:pt x="1112" y="3941"/>
                      </a:lnTo>
                      <a:lnTo>
                        <a:pt x="1194" y="3945"/>
                      </a:lnTo>
                      <a:lnTo>
                        <a:pt x="3134" y="3945"/>
                      </a:lnTo>
                      <a:lnTo>
                        <a:pt x="3217" y="3941"/>
                      </a:lnTo>
                      <a:lnTo>
                        <a:pt x="3298" y="3929"/>
                      </a:lnTo>
                      <a:lnTo>
                        <a:pt x="3375" y="3908"/>
                      </a:lnTo>
                      <a:lnTo>
                        <a:pt x="3449" y="3882"/>
                      </a:lnTo>
                      <a:lnTo>
                        <a:pt x="3520" y="3847"/>
                      </a:lnTo>
                      <a:lnTo>
                        <a:pt x="3588" y="3807"/>
                      </a:lnTo>
                      <a:lnTo>
                        <a:pt x="3650" y="3759"/>
                      </a:lnTo>
                      <a:lnTo>
                        <a:pt x="3707" y="3708"/>
                      </a:lnTo>
                      <a:lnTo>
                        <a:pt x="3759" y="3650"/>
                      </a:lnTo>
                      <a:lnTo>
                        <a:pt x="3807" y="3588"/>
                      </a:lnTo>
                      <a:lnTo>
                        <a:pt x="3847" y="3520"/>
                      </a:lnTo>
                      <a:lnTo>
                        <a:pt x="3881" y="3450"/>
                      </a:lnTo>
                      <a:lnTo>
                        <a:pt x="3908" y="3375"/>
                      </a:lnTo>
                      <a:lnTo>
                        <a:pt x="3929" y="3298"/>
                      </a:lnTo>
                      <a:lnTo>
                        <a:pt x="3941" y="3217"/>
                      </a:lnTo>
                      <a:lnTo>
                        <a:pt x="3945" y="3135"/>
                      </a:lnTo>
                      <a:lnTo>
                        <a:pt x="3945" y="1195"/>
                      </a:lnTo>
                      <a:lnTo>
                        <a:pt x="3941" y="1112"/>
                      </a:lnTo>
                      <a:lnTo>
                        <a:pt x="3929" y="1031"/>
                      </a:lnTo>
                      <a:lnTo>
                        <a:pt x="3908" y="954"/>
                      </a:lnTo>
                      <a:lnTo>
                        <a:pt x="3881" y="880"/>
                      </a:lnTo>
                      <a:lnTo>
                        <a:pt x="3847" y="809"/>
                      </a:lnTo>
                      <a:lnTo>
                        <a:pt x="3807" y="741"/>
                      </a:lnTo>
                      <a:lnTo>
                        <a:pt x="3759" y="679"/>
                      </a:lnTo>
                      <a:lnTo>
                        <a:pt x="3707" y="622"/>
                      </a:lnTo>
                      <a:lnTo>
                        <a:pt x="3650" y="570"/>
                      </a:lnTo>
                      <a:lnTo>
                        <a:pt x="3588" y="522"/>
                      </a:lnTo>
                      <a:lnTo>
                        <a:pt x="3520" y="482"/>
                      </a:lnTo>
                      <a:lnTo>
                        <a:pt x="3449" y="448"/>
                      </a:lnTo>
                      <a:lnTo>
                        <a:pt x="3375" y="421"/>
                      </a:lnTo>
                      <a:lnTo>
                        <a:pt x="3298" y="400"/>
                      </a:lnTo>
                      <a:lnTo>
                        <a:pt x="3217" y="388"/>
                      </a:lnTo>
                      <a:lnTo>
                        <a:pt x="3134" y="384"/>
                      </a:lnTo>
                      <a:lnTo>
                        <a:pt x="1194" y="384"/>
                      </a:lnTo>
                      <a:close/>
                      <a:moveTo>
                        <a:pt x="1194" y="0"/>
                      </a:moveTo>
                      <a:lnTo>
                        <a:pt x="3134" y="0"/>
                      </a:lnTo>
                      <a:lnTo>
                        <a:pt x="3233" y="4"/>
                      </a:lnTo>
                      <a:lnTo>
                        <a:pt x="3328" y="16"/>
                      </a:lnTo>
                      <a:lnTo>
                        <a:pt x="3421" y="34"/>
                      </a:lnTo>
                      <a:lnTo>
                        <a:pt x="3512" y="61"/>
                      </a:lnTo>
                      <a:lnTo>
                        <a:pt x="3600" y="94"/>
                      </a:lnTo>
                      <a:lnTo>
                        <a:pt x="3683" y="133"/>
                      </a:lnTo>
                      <a:lnTo>
                        <a:pt x="3763" y="179"/>
                      </a:lnTo>
                      <a:lnTo>
                        <a:pt x="3840" y="231"/>
                      </a:lnTo>
                      <a:lnTo>
                        <a:pt x="3912" y="288"/>
                      </a:lnTo>
                      <a:lnTo>
                        <a:pt x="3980" y="349"/>
                      </a:lnTo>
                      <a:lnTo>
                        <a:pt x="4041" y="417"/>
                      </a:lnTo>
                      <a:lnTo>
                        <a:pt x="4098" y="489"/>
                      </a:lnTo>
                      <a:lnTo>
                        <a:pt x="4150" y="566"/>
                      </a:lnTo>
                      <a:lnTo>
                        <a:pt x="4196" y="646"/>
                      </a:lnTo>
                      <a:lnTo>
                        <a:pt x="4235" y="729"/>
                      </a:lnTo>
                      <a:lnTo>
                        <a:pt x="4268" y="817"/>
                      </a:lnTo>
                      <a:lnTo>
                        <a:pt x="4295" y="908"/>
                      </a:lnTo>
                      <a:lnTo>
                        <a:pt x="4313" y="1001"/>
                      </a:lnTo>
                      <a:lnTo>
                        <a:pt x="4325" y="1096"/>
                      </a:lnTo>
                      <a:lnTo>
                        <a:pt x="4329" y="1195"/>
                      </a:lnTo>
                      <a:lnTo>
                        <a:pt x="4329" y="3135"/>
                      </a:lnTo>
                      <a:lnTo>
                        <a:pt x="4325" y="3233"/>
                      </a:lnTo>
                      <a:lnTo>
                        <a:pt x="4313" y="3329"/>
                      </a:lnTo>
                      <a:lnTo>
                        <a:pt x="4295" y="3422"/>
                      </a:lnTo>
                      <a:lnTo>
                        <a:pt x="4268" y="3512"/>
                      </a:lnTo>
                      <a:lnTo>
                        <a:pt x="4235" y="3600"/>
                      </a:lnTo>
                      <a:lnTo>
                        <a:pt x="4196" y="3684"/>
                      </a:lnTo>
                      <a:lnTo>
                        <a:pt x="4150" y="3763"/>
                      </a:lnTo>
                      <a:lnTo>
                        <a:pt x="4098" y="3840"/>
                      </a:lnTo>
                      <a:lnTo>
                        <a:pt x="4041" y="3912"/>
                      </a:lnTo>
                      <a:lnTo>
                        <a:pt x="3980" y="3980"/>
                      </a:lnTo>
                      <a:lnTo>
                        <a:pt x="3912" y="4041"/>
                      </a:lnTo>
                      <a:lnTo>
                        <a:pt x="3840" y="4098"/>
                      </a:lnTo>
                      <a:lnTo>
                        <a:pt x="3763" y="4150"/>
                      </a:lnTo>
                      <a:lnTo>
                        <a:pt x="3683" y="4197"/>
                      </a:lnTo>
                      <a:lnTo>
                        <a:pt x="3600" y="4235"/>
                      </a:lnTo>
                      <a:lnTo>
                        <a:pt x="3512" y="4268"/>
                      </a:lnTo>
                      <a:lnTo>
                        <a:pt x="3421" y="4295"/>
                      </a:lnTo>
                      <a:lnTo>
                        <a:pt x="3328" y="4313"/>
                      </a:lnTo>
                      <a:lnTo>
                        <a:pt x="3233" y="4325"/>
                      </a:lnTo>
                      <a:lnTo>
                        <a:pt x="3134" y="4329"/>
                      </a:lnTo>
                      <a:lnTo>
                        <a:pt x="1194" y="4329"/>
                      </a:lnTo>
                      <a:lnTo>
                        <a:pt x="1096" y="4325"/>
                      </a:lnTo>
                      <a:lnTo>
                        <a:pt x="1000" y="4313"/>
                      </a:lnTo>
                      <a:lnTo>
                        <a:pt x="907" y="4295"/>
                      </a:lnTo>
                      <a:lnTo>
                        <a:pt x="817" y="4268"/>
                      </a:lnTo>
                      <a:lnTo>
                        <a:pt x="729" y="4235"/>
                      </a:lnTo>
                      <a:lnTo>
                        <a:pt x="645" y="4197"/>
                      </a:lnTo>
                      <a:lnTo>
                        <a:pt x="566" y="4150"/>
                      </a:lnTo>
                      <a:lnTo>
                        <a:pt x="489" y="4098"/>
                      </a:lnTo>
                      <a:lnTo>
                        <a:pt x="417" y="4041"/>
                      </a:lnTo>
                      <a:lnTo>
                        <a:pt x="349" y="3980"/>
                      </a:lnTo>
                      <a:lnTo>
                        <a:pt x="288" y="3912"/>
                      </a:lnTo>
                      <a:lnTo>
                        <a:pt x="231" y="3840"/>
                      </a:lnTo>
                      <a:lnTo>
                        <a:pt x="179" y="3763"/>
                      </a:lnTo>
                      <a:lnTo>
                        <a:pt x="133" y="3684"/>
                      </a:lnTo>
                      <a:lnTo>
                        <a:pt x="94" y="3600"/>
                      </a:lnTo>
                      <a:lnTo>
                        <a:pt x="61" y="3512"/>
                      </a:lnTo>
                      <a:lnTo>
                        <a:pt x="34" y="3422"/>
                      </a:lnTo>
                      <a:lnTo>
                        <a:pt x="16" y="3329"/>
                      </a:lnTo>
                      <a:lnTo>
                        <a:pt x="4" y="3233"/>
                      </a:lnTo>
                      <a:lnTo>
                        <a:pt x="0" y="3135"/>
                      </a:lnTo>
                      <a:lnTo>
                        <a:pt x="0" y="1195"/>
                      </a:lnTo>
                      <a:lnTo>
                        <a:pt x="4" y="1096"/>
                      </a:lnTo>
                      <a:lnTo>
                        <a:pt x="16" y="1001"/>
                      </a:lnTo>
                      <a:lnTo>
                        <a:pt x="34" y="908"/>
                      </a:lnTo>
                      <a:lnTo>
                        <a:pt x="61" y="817"/>
                      </a:lnTo>
                      <a:lnTo>
                        <a:pt x="94" y="729"/>
                      </a:lnTo>
                      <a:lnTo>
                        <a:pt x="133" y="646"/>
                      </a:lnTo>
                      <a:lnTo>
                        <a:pt x="179" y="566"/>
                      </a:lnTo>
                      <a:lnTo>
                        <a:pt x="231" y="489"/>
                      </a:lnTo>
                      <a:lnTo>
                        <a:pt x="288" y="417"/>
                      </a:lnTo>
                      <a:lnTo>
                        <a:pt x="349" y="349"/>
                      </a:lnTo>
                      <a:lnTo>
                        <a:pt x="417" y="288"/>
                      </a:lnTo>
                      <a:lnTo>
                        <a:pt x="489" y="231"/>
                      </a:lnTo>
                      <a:lnTo>
                        <a:pt x="566" y="179"/>
                      </a:lnTo>
                      <a:lnTo>
                        <a:pt x="645" y="133"/>
                      </a:lnTo>
                      <a:lnTo>
                        <a:pt x="729" y="94"/>
                      </a:lnTo>
                      <a:lnTo>
                        <a:pt x="817" y="61"/>
                      </a:lnTo>
                      <a:lnTo>
                        <a:pt x="907" y="34"/>
                      </a:lnTo>
                      <a:lnTo>
                        <a:pt x="1000" y="16"/>
                      </a:lnTo>
                      <a:lnTo>
                        <a:pt x="1096" y="4"/>
                      </a:lnTo>
                      <a:lnTo>
                        <a:pt x="1194"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46" name="Freeform 9">
                  <a:extLst>
                    <a:ext uri="{FF2B5EF4-FFF2-40B4-BE49-F238E27FC236}">
                      <a16:creationId xmlns:a16="http://schemas.microsoft.com/office/drawing/2014/main" id="{2074B699-E2AC-124F-80A1-E3EFD0A7B655}"/>
                    </a:ext>
                  </a:extLst>
                </p:cNvPr>
                <p:cNvSpPr>
                  <a:spLocks noEditPoints="1"/>
                </p:cNvSpPr>
                <p:nvPr/>
              </p:nvSpPr>
              <p:spPr bwMode="auto">
                <a:xfrm>
                  <a:off x="6068192" y="5509963"/>
                  <a:ext cx="106547" cy="106547"/>
                </a:xfrm>
                <a:custGeom>
                  <a:avLst/>
                  <a:gdLst/>
                  <a:ahLst/>
                  <a:cxnLst>
                    <a:cxn ang="0">
                      <a:pos x="969" y="398"/>
                    </a:cxn>
                    <a:cxn ang="0">
                      <a:pos x="768" y="473"/>
                    </a:cxn>
                    <a:cxn ang="0">
                      <a:pos x="599" y="598"/>
                    </a:cxn>
                    <a:cxn ang="0">
                      <a:pos x="473" y="767"/>
                    </a:cxn>
                    <a:cxn ang="0">
                      <a:pos x="400" y="967"/>
                    </a:cxn>
                    <a:cxn ang="0">
                      <a:pos x="389" y="1189"/>
                    </a:cxn>
                    <a:cxn ang="0">
                      <a:pos x="443" y="1399"/>
                    </a:cxn>
                    <a:cxn ang="0">
                      <a:pos x="553" y="1580"/>
                    </a:cxn>
                    <a:cxn ang="0">
                      <a:pos x="708" y="1721"/>
                    </a:cxn>
                    <a:cxn ang="0">
                      <a:pos x="900" y="1812"/>
                    </a:cxn>
                    <a:cxn ang="0">
                      <a:pos x="1116" y="1846"/>
                    </a:cxn>
                    <a:cxn ang="0">
                      <a:pos x="1333" y="1812"/>
                    </a:cxn>
                    <a:cxn ang="0">
                      <a:pos x="1524" y="1721"/>
                    </a:cxn>
                    <a:cxn ang="0">
                      <a:pos x="1680" y="1580"/>
                    </a:cxn>
                    <a:cxn ang="0">
                      <a:pos x="1790" y="1399"/>
                    </a:cxn>
                    <a:cxn ang="0">
                      <a:pos x="1843" y="1189"/>
                    </a:cxn>
                    <a:cxn ang="0">
                      <a:pos x="1833" y="967"/>
                    </a:cxn>
                    <a:cxn ang="0">
                      <a:pos x="1760" y="767"/>
                    </a:cxn>
                    <a:cxn ang="0">
                      <a:pos x="1633" y="598"/>
                    </a:cxn>
                    <a:cxn ang="0">
                      <a:pos x="1465" y="473"/>
                    </a:cxn>
                    <a:cxn ang="0">
                      <a:pos x="1264" y="398"/>
                    </a:cxn>
                    <a:cxn ang="0">
                      <a:pos x="1116" y="0"/>
                    </a:cxn>
                    <a:cxn ang="0">
                      <a:pos x="1398" y="36"/>
                    </a:cxn>
                    <a:cxn ang="0">
                      <a:pos x="1653" y="137"/>
                    </a:cxn>
                    <a:cxn ang="0">
                      <a:pos x="1872" y="295"/>
                    </a:cxn>
                    <a:cxn ang="0">
                      <a:pos x="2047" y="501"/>
                    </a:cxn>
                    <a:cxn ang="0">
                      <a:pos x="2169" y="745"/>
                    </a:cxn>
                    <a:cxn ang="0">
                      <a:pos x="2227" y="1019"/>
                    </a:cxn>
                    <a:cxn ang="0">
                      <a:pos x="2215" y="1305"/>
                    </a:cxn>
                    <a:cxn ang="0">
                      <a:pos x="2134" y="1569"/>
                    </a:cxn>
                    <a:cxn ang="0">
                      <a:pos x="1995" y="1802"/>
                    </a:cxn>
                    <a:cxn ang="0">
                      <a:pos x="1803" y="1993"/>
                    </a:cxn>
                    <a:cxn ang="0">
                      <a:pos x="1571" y="2133"/>
                    </a:cxn>
                    <a:cxn ang="0">
                      <a:pos x="1306" y="2214"/>
                    </a:cxn>
                    <a:cxn ang="0">
                      <a:pos x="1021" y="2226"/>
                    </a:cxn>
                    <a:cxn ang="0">
                      <a:pos x="747" y="2167"/>
                    </a:cxn>
                    <a:cxn ang="0">
                      <a:pos x="502" y="2045"/>
                    </a:cxn>
                    <a:cxn ang="0">
                      <a:pos x="296" y="1871"/>
                    </a:cxn>
                    <a:cxn ang="0">
                      <a:pos x="138" y="1652"/>
                    </a:cxn>
                    <a:cxn ang="0">
                      <a:pos x="36" y="1396"/>
                    </a:cxn>
                    <a:cxn ang="0">
                      <a:pos x="0" y="1115"/>
                    </a:cxn>
                    <a:cxn ang="0">
                      <a:pos x="36" y="833"/>
                    </a:cxn>
                    <a:cxn ang="0">
                      <a:pos x="138" y="578"/>
                    </a:cxn>
                    <a:cxn ang="0">
                      <a:pos x="296" y="359"/>
                    </a:cxn>
                    <a:cxn ang="0">
                      <a:pos x="502" y="184"/>
                    </a:cxn>
                    <a:cxn ang="0">
                      <a:pos x="747" y="62"/>
                    </a:cxn>
                    <a:cxn ang="0">
                      <a:pos x="1021" y="4"/>
                    </a:cxn>
                  </a:cxnLst>
                  <a:rect l="0" t="0" r="r" b="b"/>
                  <a:pathLst>
                    <a:path w="2231" h="2230">
                      <a:moveTo>
                        <a:pt x="1116" y="384"/>
                      </a:moveTo>
                      <a:lnTo>
                        <a:pt x="1042" y="388"/>
                      </a:lnTo>
                      <a:lnTo>
                        <a:pt x="969" y="398"/>
                      </a:lnTo>
                      <a:lnTo>
                        <a:pt x="898" y="417"/>
                      </a:lnTo>
                      <a:lnTo>
                        <a:pt x="832" y="441"/>
                      </a:lnTo>
                      <a:lnTo>
                        <a:pt x="768" y="473"/>
                      </a:lnTo>
                      <a:lnTo>
                        <a:pt x="707" y="509"/>
                      </a:lnTo>
                      <a:lnTo>
                        <a:pt x="651" y="551"/>
                      </a:lnTo>
                      <a:lnTo>
                        <a:pt x="599" y="598"/>
                      </a:lnTo>
                      <a:lnTo>
                        <a:pt x="553" y="650"/>
                      </a:lnTo>
                      <a:lnTo>
                        <a:pt x="510" y="707"/>
                      </a:lnTo>
                      <a:lnTo>
                        <a:pt x="473" y="767"/>
                      </a:lnTo>
                      <a:lnTo>
                        <a:pt x="443" y="830"/>
                      </a:lnTo>
                      <a:lnTo>
                        <a:pt x="419" y="898"/>
                      </a:lnTo>
                      <a:lnTo>
                        <a:pt x="400" y="967"/>
                      </a:lnTo>
                      <a:lnTo>
                        <a:pt x="389" y="1040"/>
                      </a:lnTo>
                      <a:lnTo>
                        <a:pt x="386" y="1115"/>
                      </a:lnTo>
                      <a:lnTo>
                        <a:pt x="389" y="1189"/>
                      </a:lnTo>
                      <a:lnTo>
                        <a:pt x="400" y="1262"/>
                      </a:lnTo>
                      <a:lnTo>
                        <a:pt x="419" y="1333"/>
                      </a:lnTo>
                      <a:lnTo>
                        <a:pt x="443" y="1399"/>
                      </a:lnTo>
                      <a:lnTo>
                        <a:pt x="475" y="1463"/>
                      </a:lnTo>
                      <a:lnTo>
                        <a:pt x="510" y="1524"/>
                      </a:lnTo>
                      <a:lnTo>
                        <a:pt x="553" y="1580"/>
                      </a:lnTo>
                      <a:lnTo>
                        <a:pt x="599" y="1632"/>
                      </a:lnTo>
                      <a:lnTo>
                        <a:pt x="651" y="1678"/>
                      </a:lnTo>
                      <a:lnTo>
                        <a:pt x="708" y="1721"/>
                      </a:lnTo>
                      <a:lnTo>
                        <a:pt x="768" y="1758"/>
                      </a:lnTo>
                      <a:lnTo>
                        <a:pt x="832" y="1788"/>
                      </a:lnTo>
                      <a:lnTo>
                        <a:pt x="900" y="1812"/>
                      </a:lnTo>
                      <a:lnTo>
                        <a:pt x="969" y="1831"/>
                      </a:lnTo>
                      <a:lnTo>
                        <a:pt x="1042" y="1842"/>
                      </a:lnTo>
                      <a:lnTo>
                        <a:pt x="1116" y="1846"/>
                      </a:lnTo>
                      <a:lnTo>
                        <a:pt x="1191" y="1842"/>
                      </a:lnTo>
                      <a:lnTo>
                        <a:pt x="1264" y="1831"/>
                      </a:lnTo>
                      <a:lnTo>
                        <a:pt x="1333" y="1812"/>
                      </a:lnTo>
                      <a:lnTo>
                        <a:pt x="1401" y="1788"/>
                      </a:lnTo>
                      <a:lnTo>
                        <a:pt x="1465" y="1758"/>
                      </a:lnTo>
                      <a:lnTo>
                        <a:pt x="1524" y="1721"/>
                      </a:lnTo>
                      <a:lnTo>
                        <a:pt x="1581" y="1678"/>
                      </a:lnTo>
                      <a:lnTo>
                        <a:pt x="1633" y="1632"/>
                      </a:lnTo>
                      <a:lnTo>
                        <a:pt x="1680" y="1580"/>
                      </a:lnTo>
                      <a:lnTo>
                        <a:pt x="1722" y="1524"/>
                      </a:lnTo>
                      <a:lnTo>
                        <a:pt x="1758" y="1463"/>
                      </a:lnTo>
                      <a:lnTo>
                        <a:pt x="1790" y="1399"/>
                      </a:lnTo>
                      <a:lnTo>
                        <a:pt x="1814" y="1333"/>
                      </a:lnTo>
                      <a:lnTo>
                        <a:pt x="1833" y="1262"/>
                      </a:lnTo>
                      <a:lnTo>
                        <a:pt x="1843" y="1189"/>
                      </a:lnTo>
                      <a:lnTo>
                        <a:pt x="1847" y="1115"/>
                      </a:lnTo>
                      <a:lnTo>
                        <a:pt x="1843" y="1040"/>
                      </a:lnTo>
                      <a:lnTo>
                        <a:pt x="1833" y="967"/>
                      </a:lnTo>
                      <a:lnTo>
                        <a:pt x="1814" y="898"/>
                      </a:lnTo>
                      <a:lnTo>
                        <a:pt x="1790" y="830"/>
                      </a:lnTo>
                      <a:lnTo>
                        <a:pt x="1760" y="767"/>
                      </a:lnTo>
                      <a:lnTo>
                        <a:pt x="1722" y="707"/>
                      </a:lnTo>
                      <a:lnTo>
                        <a:pt x="1680" y="650"/>
                      </a:lnTo>
                      <a:lnTo>
                        <a:pt x="1633" y="598"/>
                      </a:lnTo>
                      <a:lnTo>
                        <a:pt x="1581" y="551"/>
                      </a:lnTo>
                      <a:lnTo>
                        <a:pt x="1526" y="509"/>
                      </a:lnTo>
                      <a:lnTo>
                        <a:pt x="1465" y="473"/>
                      </a:lnTo>
                      <a:lnTo>
                        <a:pt x="1401" y="441"/>
                      </a:lnTo>
                      <a:lnTo>
                        <a:pt x="1334" y="417"/>
                      </a:lnTo>
                      <a:lnTo>
                        <a:pt x="1264" y="398"/>
                      </a:lnTo>
                      <a:lnTo>
                        <a:pt x="1191" y="388"/>
                      </a:lnTo>
                      <a:lnTo>
                        <a:pt x="1116" y="384"/>
                      </a:lnTo>
                      <a:close/>
                      <a:moveTo>
                        <a:pt x="1116" y="0"/>
                      </a:moveTo>
                      <a:lnTo>
                        <a:pt x="1212" y="4"/>
                      </a:lnTo>
                      <a:lnTo>
                        <a:pt x="1306" y="16"/>
                      </a:lnTo>
                      <a:lnTo>
                        <a:pt x="1398" y="36"/>
                      </a:lnTo>
                      <a:lnTo>
                        <a:pt x="1486" y="62"/>
                      </a:lnTo>
                      <a:lnTo>
                        <a:pt x="1571" y="97"/>
                      </a:lnTo>
                      <a:lnTo>
                        <a:pt x="1653" y="137"/>
                      </a:lnTo>
                      <a:lnTo>
                        <a:pt x="1730" y="184"/>
                      </a:lnTo>
                      <a:lnTo>
                        <a:pt x="1803" y="236"/>
                      </a:lnTo>
                      <a:lnTo>
                        <a:pt x="1872" y="295"/>
                      </a:lnTo>
                      <a:lnTo>
                        <a:pt x="1936" y="359"/>
                      </a:lnTo>
                      <a:lnTo>
                        <a:pt x="1995" y="428"/>
                      </a:lnTo>
                      <a:lnTo>
                        <a:pt x="2047" y="501"/>
                      </a:lnTo>
                      <a:lnTo>
                        <a:pt x="2094" y="578"/>
                      </a:lnTo>
                      <a:lnTo>
                        <a:pt x="2134" y="660"/>
                      </a:lnTo>
                      <a:lnTo>
                        <a:pt x="2169" y="745"/>
                      </a:lnTo>
                      <a:lnTo>
                        <a:pt x="2195" y="833"/>
                      </a:lnTo>
                      <a:lnTo>
                        <a:pt x="2215" y="925"/>
                      </a:lnTo>
                      <a:lnTo>
                        <a:pt x="2227" y="1019"/>
                      </a:lnTo>
                      <a:lnTo>
                        <a:pt x="2231" y="1115"/>
                      </a:lnTo>
                      <a:lnTo>
                        <a:pt x="2227" y="1210"/>
                      </a:lnTo>
                      <a:lnTo>
                        <a:pt x="2215" y="1305"/>
                      </a:lnTo>
                      <a:lnTo>
                        <a:pt x="2195" y="1396"/>
                      </a:lnTo>
                      <a:lnTo>
                        <a:pt x="2169" y="1484"/>
                      </a:lnTo>
                      <a:lnTo>
                        <a:pt x="2134" y="1569"/>
                      </a:lnTo>
                      <a:lnTo>
                        <a:pt x="2094" y="1652"/>
                      </a:lnTo>
                      <a:lnTo>
                        <a:pt x="2047" y="1729"/>
                      </a:lnTo>
                      <a:lnTo>
                        <a:pt x="1995" y="1802"/>
                      </a:lnTo>
                      <a:lnTo>
                        <a:pt x="1936" y="1871"/>
                      </a:lnTo>
                      <a:lnTo>
                        <a:pt x="1872" y="1935"/>
                      </a:lnTo>
                      <a:lnTo>
                        <a:pt x="1803" y="1993"/>
                      </a:lnTo>
                      <a:lnTo>
                        <a:pt x="1730" y="2045"/>
                      </a:lnTo>
                      <a:lnTo>
                        <a:pt x="1653" y="2093"/>
                      </a:lnTo>
                      <a:lnTo>
                        <a:pt x="1571" y="2133"/>
                      </a:lnTo>
                      <a:lnTo>
                        <a:pt x="1486" y="2167"/>
                      </a:lnTo>
                      <a:lnTo>
                        <a:pt x="1398" y="2194"/>
                      </a:lnTo>
                      <a:lnTo>
                        <a:pt x="1306" y="2214"/>
                      </a:lnTo>
                      <a:lnTo>
                        <a:pt x="1212" y="2226"/>
                      </a:lnTo>
                      <a:lnTo>
                        <a:pt x="1116" y="2230"/>
                      </a:lnTo>
                      <a:lnTo>
                        <a:pt x="1021" y="2226"/>
                      </a:lnTo>
                      <a:lnTo>
                        <a:pt x="926" y="2214"/>
                      </a:lnTo>
                      <a:lnTo>
                        <a:pt x="835" y="2194"/>
                      </a:lnTo>
                      <a:lnTo>
                        <a:pt x="747" y="2167"/>
                      </a:lnTo>
                      <a:lnTo>
                        <a:pt x="662" y="2133"/>
                      </a:lnTo>
                      <a:lnTo>
                        <a:pt x="580" y="2093"/>
                      </a:lnTo>
                      <a:lnTo>
                        <a:pt x="502" y="2045"/>
                      </a:lnTo>
                      <a:lnTo>
                        <a:pt x="429" y="1993"/>
                      </a:lnTo>
                      <a:lnTo>
                        <a:pt x="360" y="1935"/>
                      </a:lnTo>
                      <a:lnTo>
                        <a:pt x="296" y="1871"/>
                      </a:lnTo>
                      <a:lnTo>
                        <a:pt x="238" y="1802"/>
                      </a:lnTo>
                      <a:lnTo>
                        <a:pt x="185" y="1729"/>
                      </a:lnTo>
                      <a:lnTo>
                        <a:pt x="138" y="1652"/>
                      </a:lnTo>
                      <a:lnTo>
                        <a:pt x="97" y="1569"/>
                      </a:lnTo>
                      <a:lnTo>
                        <a:pt x="63" y="1484"/>
                      </a:lnTo>
                      <a:lnTo>
                        <a:pt x="36" y="1396"/>
                      </a:lnTo>
                      <a:lnTo>
                        <a:pt x="16" y="1305"/>
                      </a:lnTo>
                      <a:lnTo>
                        <a:pt x="4" y="1210"/>
                      </a:lnTo>
                      <a:lnTo>
                        <a:pt x="0" y="1115"/>
                      </a:lnTo>
                      <a:lnTo>
                        <a:pt x="4" y="1019"/>
                      </a:lnTo>
                      <a:lnTo>
                        <a:pt x="16" y="925"/>
                      </a:lnTo>
                      <a:lnTo>
                        <a:pt x="36" y="833"/>
                      </a:lnTo>
                      <a:lnTo>
                        <a:pt x="63" y="745"/>
                      </a:lnTo>
                      <a:lnTo>
                        <a:pt x="97" y="660"/>
                      </a:lnTo>
                      <a:lnTo>
                        <a:pt x="138" y="578"/>
                      </a:lnTo>
                      <a:lnTo>
                        <a:pt x="185" y="501"/>
                      </a:lnTo>
                      <a:lnTo>
                        <a:pt x="238" y="428"/>
                      </a:lnTo>
                      <a:lnTo>
                        <a:pt x="296" y="359"/>
                      </a:lnTo>
                      <a:lnTo>
                        <a:pt x="360" y="295"/>
                      </a:lnTo>
                      <a:lnTo>
                        <a:pt x="429" y="236"/>
                      </a:lnTo>
                      <a:lnTo>
                        <a:pt x="502" y="184"/>
                      </a:lnTo>
                      <a:lnTo>
                        <a:pt x="580" y="137"/>
                      </a:lnTo>
                      <a:lnTo>
                        <a:pt x="662" y="97"/>
                      </a:lnTo>
                      <a:lnTo>
                        <a:pt x="747" y="62"/>
                      </a:lnTo>
                      <a:lnTo>
                        <a:pt x="835" y="36"/>
                      </a:lnTo>
                      <a:lnTo>
                        <a:pt x="926" y="16"/>
                      </a:lnTo>
                      <a:lnTo>
                        <a:pt x="1021" y="4"/>
                      </a:lnTo>
                      <a:lnTo>
                        <a:pt x="1116"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47" name="Freeform 10">
                  <a:extLst>
                    <a:ext uri="{FF2B5EF4-FFF2-40B4-BE49-F238E27FC236}">
                      <a16:creationId xmlns:a16="http://schemas.microsoft.com/office/drawing/2014/main" id="{5B75778F-745E-9940-9146-A4A6CDF22AF5}"/>
                    </a:ext>
                  </a:extLst>
                </p:cNvPr>
                <p:cNvSpPr>
                  <a:spLocks/>
                </p:cNvSpPr>
                <p:nvPr/>
              </p:nvSpPr>
              <p:spPr bwMode="auto">
                <a:xfrm>
                  <a:off x="6163473" y="5494496"/>
                  <a:ext cx="26923" cy="26923"/>
                </a:xfrm>
                <a:custGeom>
                  <a:avLst/>
                  <a:gdLst/>
                  <a:ahLst/>
                  <a:cxnLst>
                    <a:cxn ang="0">
                      <a:pos x="282" y="0"/>
                    </a:cxn>
                    <a:cxn ang="0">
                      <a:pos x="326" y="4"/>
                    </a:cxn>
                    <a:cxn ang="0">
                      <a:pos x="368" y="14"/>
                    </a:cxn>
                    <a:cxn ang="0">
                      <a:pos x="410" y="30"/>
                    </a:cxn>
                    <a:cxn ang="0">
                      <a:pos x="447" y="54"/>
                    </a:cxn>
                    <a:cxn ang="0">
                      <a:pos x="481" y="82"/>
                    </a:cxn>
                    <a:cxn ang="0">
                      <a:pos x="509" y="117"/>
                    </a:cxn>
                    <a:cxn ang="0">
                      <a:pos x="533" y="154"/>
                    </a:cxn>
                    <a:cxn ang="0">
                      <a:pos x="549" y="195"/>
                    </a:cxn>
                    <a:cxn ang="0">
                      <a:pos x="560" y="238"/>
                    </a:cxn>
                    <a:cxn ang="0">
                      <a:pos x="564" y="282"/>
                    </a:cxn>
                    <a:cxn ang="0">
                      <a:pos x="560" y="325"/>
                    </a:cxn>
                    <a:cxn ang="0">
                      <a:pos x="549" y="369"/>
                    </a:cxn>
                    <a:cxn ang="0">
                      <a:pos x="533" y="409"/>
                    </a:cxn>
                    <a:cxn ang="0">
                      <a:pos x="509" y="448"/>
                    </a:cxn>
                    <a:cxn ang="0">
                      <a:pos x="481" y="481"/>
                    </a:cxn>
                    <a:cxn ang="0">
                      <a:pos x="447" y="510"/>
                    </a:cxn>
                    <a:cxn ang="0">
                      <a:pos x="410" y="533"/>
                    </a:cxn>
                    <a:cxn ang="0">
                      <a:pos x="368" y="550"/>
                    </a:cxn>
                    <a:cxn ang="0">
                      <a:pos x="326" y="559"/>
                    </a:cxn>
                    <a:cxn ang="0">
                      <a:pos x="282" y="563"/>
                    </a:cxn>
                    <a:cxn ang="0">
                      <a:pos x="245" y="561"/>
                    </a:cxn>
                    <a:cxn ang="0">
                      <a:pos x="209" y="554"/>
                    </a:cxn>
                    <a:cxn ang="0">
                      <a:pos x="174" y="542"/>
                    </a:cxn>
                    <a:cxn ang="0">
                      <a:pos x="141" y="526"/>
                    </a:cxn>
                    <a:cxn ang="0">
                      <a:pos x="111" y="505"/>
                    </a:cxn>
                    <a:cxn ang="0">
                      <a:pos x="83" y="481"/>
                    </a:cxn>
                    <a:cxn ang="0">
                      <a:pos x="59" y="453"/>
                    </a:cxn>
                    <a:cxn ang="0">
                      <a:pos x="38" y="422"/>
                    </a:cxn>
                    <a:cxn ang="0">
                      <a:pos x="22" y="389"/>
                    </a:cxn>
                    <a:cxn ang="0">
                      <a:pos x="10" y="355"/>
                    </a:cxn>
                    <a:cxn ang="0">
                      <a:pos x="3" y="319"/>
                    </a:cxn>
                    <a:cxn ang="0">
                      <a:pos x="0" y="282"/>
                    </a:cxn>
                    <a:cxn ang="0">
                      <a:pos x="4" y="238"/>
                    </a:cxn>
                    <a:cxn ang="0">
                      <a:pos x="14" y="195"/>
                    </a:cxn>
                    <a:cxn ang="0">
                      <a:pos x="31" y="154"/>
                    </a:cxn>
                    <a:cxn ang="0">
                      <a:pos x="54" y="117"/>
                    </a:cxn>
                    <a:cxn ang="0">
                      <a:pos x="83" y="82"/>
                    </a:cxn>
                    <a:cxn ang="0">
                      <a:pos x="116" y="54"/>
                    </a:cxn>
                    <a:cxn ang="0">
                      <a:pos x="155" y="30"/>
                    </a:cxn>
                    <a:cxn ang="0">
                      <a:pos x="194" y="14"/>
                    </a:cxn>
                    <a:cxn ang="0">
                      <a:pos x="238" y="4"/>
                    </a:cxn>
                    <a:cxn ang="0">
                      <a:pos x="282" y="0"/>
                    </a:cxn>
                  </a:cxnLst>
                  <a:rect l="0" t="0" r="r" b="b"/>
                  <a:pathLst>
                    <a:path w="564" h="563">
                      <a:moveTo>
                        <a:pt x="282" y="0"/>
                      </a:moveTo>
                      <a:lnTo>
                        <a:pt x="326" y="4"/>
                      </a:lnTo>
                      <a:lnTo>
                        <a:pt x="368" y="14"/>
                      </a:lnTo>
                      <a:lnTo>
                        <a:pt x="410" y="30"/>
                      </a:lnTo>
                      <a:lnTo>
                        <a:pt x="447" y="54"/>
                      </a:lnTo>
                      <a:lnTo>
                        <a:pt x="481" y="82"/>
                      </a:lnTo>
                      <a:lnTo>
                        <a:pt x="509" y="117"/>
                      </a:lnTo>
                      <a:lnTo>
                        <a:pt x="533" y="154"/>
                      </a:lnTo>
                      <a:lnTo>
                        <a:pt x="549" y="195"/>
                      </a:lnTo>
                      <a:lnTo>
                        <a:pt x="560" y="238"/>
                      </a:lnTo>
                      <a:lnTo>
                        <a:pt x="564" y="282"/>
                      </a:lnTo>
                      <a:lnTo>
                        <a:pt x="560" y="325"/>
                      </a:lnTo>
                      <a:lnTo>
                        <a:pt x="549" y="369"/>
                      </a:lnTo>
                      <a:lnTo>
                        <a:pt x="533" y="409"/>
                      </a:lnTo>
                      <a:lnTo>
                        <a:pt x="509" y="448"/>
                      </a:lnTo>
                      <a:lnTo>
                        <a:pt x="481" y="481"/>
                      </a:lnTo>
                      <a:lnTo>
                        <a:pt x="447" y="510"/>
                      </a:lnTo>
                      <a:lnTo>
                        <a:pt x="410" y="533"/>
                      </a:lnTo>
                      <a:lnTo>
                        <a:pt x="368" y="550"/>
                      </a:lnTo>
                      <a:lnTo>
                        <a:pt x="326" y="559"/>
                      </a:lnTo>
                      <a:lnTo>
                        <a:pt x="282" y="563"/>
                      </a:lnTo>
                      <a:lnTo>
                        <a:pt x="245" y="561"/>
                      </a:lnTo>
                      <a:lnTo>
                        <a:pt x="209" y="554"/>
                      </a:lnTo>
                      <a:lnTo>
                        <a:pt x="174" y="542"/>
                      </a:lnTo>
                      <a:lnTo>
                        <a:pt x="141" y="526"/>
                      </a:lnTo>
                      <a:lnTo>
                        <a:pt x="111" y="505"/>
                      </a:lnTo>
                      <a:lnTo>
                        <a:pt x="83" y="481"/>
                      </a:lnTo>
                      <a:lnTo>
                        <a:pt x="59" y="453"/>
                      </a:lnTo>
                      <a:lnTo>
                        <a:pt x="38" y="422"/>
                      </a:lnTo>
                      <a:lnTo>
                        <a:pt x="22" y="389"/>
                      </a:lnTo>
                      <a:lnTo>
                        <a:pt x="10" y="355"/>
                      </a:lnTo>
                      <a:lnTo>
                        <a:pt x="3" y="319"/>
                      </a:lnTo>
                      <a:lnTo>
                        <a:pt x="0" y="282"/>
                      </a:lnTo>
                      <a:lnTo>
                        <a:pt x="4" y="238"/>
                      </a:lnTo>
                      <a:lnTo>
                        <a:pt x="14" y="195"/>
                      </a:lnTo>
                      <a:lnTo>
                        <a:pt x="31" y="154"/>
                      </a:lnTo>
                      <a:lnTo>
                        <a:pt x="54" y="117"/>
                      </a:lnTo>
                      <a:lnTo>
                        <a:pt x="83" y="82"/>
                      </a:lnTo>
                      <a:lnTo>
                        <a:pt x="116" y="54"/>
                      </a:lnTo>
                      <a:lnTo>
                        <a:pt x="155" y="30"/>
                      </a:lnTo>
                      <a:lnTo>
                        <a:pt x="194" y="14"/>
                      </a:lnTo>
                      <a:lnTo>
                        <a:pt x="238" y="4"/>
                      </a:lnTo>
                      <a:lnTo>
                        <a:pt x="282"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grpSp>
          <p:nvGrpSpPr>
            <p:cNvPr id="34" name="Grupo 139">
              <a:extLst>
                <a:ext uri="{FF2B5EF4-FFF2-40B4-BE49-F238E27FC236}">
                  <a16:creationId xmlns:a16="http://schemas.microsoft.com/office/drawing/2014/main" id="{00319AC8-D628-CE4C-9F43-6CDAF39C21D5}"/>
                </a:ext>
              </a:extLst>
            </p:cNvPr>
            <p:cNvGrpSpPr/>
            <p:nvPr/>
          </p:nvGrpSpPr>
          <p:grpSpPr>
            <a:xfrm>
              <a:off x="11231679" y="11388591"/>
              <a:ext cx="569609" cy="569609"/>
              <a:chOff x="5237549" y="5269647"/>
              <a:chExt cx="569609" cy="569609"/>
            </a:xfrm>
          </p:grpSpPr>
          <p:sp>
            <p:nvSpPr>
              <p:cNvPr id="41" name="Elipse 140">
                <a:extLst>
                  <a:ext uri="{FF2B5EF4-FFF2-40B4-BE49-F238E27FC236}">
                    <a16:creationId xmlns:a16="http://schemas.microsoft.com/office/drawing/2014/main" id="{AEE87A54-E751-014A-91F0-4DF789A7FABF}"/>
                  </a:ext>
                </a:extLst>
              </p:cNvPr>
              <p:cNvSpPr/>
              <p:nvPr/>
            </p:nvSpPr>
            <p:spPr>
              <a:xfrm>
                <a:off x="5237549"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sp>
            <p:nvSpPr>
              <p:cNvPr id="42" name="Freeform 18">
                <a:extLst>
                  <a:ext uri="{FF2B5EF4-FFF2-40B4-BE49-F238E27FC236}">
                    <a16:creationId xmlns:a16="http://schemas.microsoft.com/office/drawing/2014/main" id="{61F14FBD-3A2B-4F4A-AF8B-FEE32E9AF2B8}"/>
                  </a:ext>
                </a:extLst>
              </p:cNvPr>
              <p:cNvSpPr>
                <a:spLocks/>
              </p:cNvSpPr>
              <p:nvPr/>
            </p:nvSpPr>
            <p:spPr bwMode="auto">
              <a:xfrm>
                <a:off x="5470839" y="5454641"/>
                <a:ext cx="103031" cy="199622"/>
              </a:xfrm>
              <a:custGeom>
                <a:avLst/>
                <a:gdLst>
                  <a:gd name="T0" fmla="*/ 27 w 27"/>
                  <a:gd name="T1" fmla="*/ 8 h 52"/>
                  <a:gd name="T2" fmla="*/ 22 w 27"/>
                  <a:gd name="T3" fmla="*/ 8 h 52"/>
                  <a:gd name="T4" fmla="*/ 18 w 27"/>
                  <a:gd name="T5" fmla="*/ 13 h 52"/>
                  <a:gd name="T6" fmla="*/ 18 w 27"/>
                  <a:gd name="T7" fmla="*/ 19 h 52"/>
                  <a:gd name="T8" fmla="*/ 27 w 27"/>
                  <a:gd name="T9" fmla="*/ 19 h 52"/>
                  <a:gd name="T10" fmla="*/ 25 w 27"/>
                  <a:gd name="T11" fmla="*/ 28 h 52"/>
                  <a:gd name="T12" fmla="*/ 18 w 27"/>
                  <a:gd name="T13" fmla="*/ 28 h 52"/>
                  <a:gd name="T14" fmla="*/ 18 w 27"/>
                  <a:gd name="T15" fmla="*/ 52 h 52"/>
                  <a:gd name="T16" fmla="*/ 8 w 27"/>
                  <a:gd name="T17" fmla="*/ 52 h 52"/>
                  <a:gd name="T18" fmla="*/ 8 w 27"/>
                  <a:gd name="T19" fmla="*/ 28 h 52"/>
                  <a:gd name="T20" fmla="*/ 0 w 27"/>
                  <a:gd name="T21" fmla="*/ 28 h 52"/>
                  <a:gd name="T22" fmla="*/ 0 w 27"/>
                  <a:gd name="T23" fmla="*/ 19 h 52"/>
                  <a:gd name="T24" fmla="*/ 8 w 27"/>
                  <a:gd name="T25" fmla="*/ 19 h 52"/>
                  <a:gd name="T26" fmla="*/ 8 w 27"/>
                  <a:gd name="T27" fmla="*/ 12 h 52"/>
                  <a:gd name="T28" fmla="*/ 20 w 27"/>
                  <a:gd name="T29" fmla="*/ 0 h 52"/>
                  <a:gd name="T30" fmla="*/ 27 w 27"/>
                  <a:gd name="T31" fmla="*/ 0 h 52"/>
                  <a:gd name="T32" fmla="*/ 27 w 27"/>
                  <a:gd name="T33" fmla="*/ 8 h 52"/>
                  <a:gd name="T34" fmla="*/ 27 w 27"/>
                  <a:gd name="T35"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 h="52">
                    <a:moveTo>
                      <a:pt x="27" y="8"/>
                    </a:moveTo>
                    <a:cubicBezTo>
                      <a:pt x="22" y="8"/>
                      <a:pt x="22" y="8"/>
                      <a:pt x="22" y="8"/>
                    </a:cubicBezTo>
                    <a:cubicBezTo>
                      <a:pt x="18" y="8"/>
                      <a:pt x="18" y="11"/>
                      <a:pt x="18" y="13"/>
                    </a:cubicBezTo>
                    <a:cubicBezTo>
                      <a:pt x="18" y="19"/>
                      <a:pt x="18" y="19"/>
                      <a:pt x="18" y="19"/>
                    </a:cubicBezTo>
                    <a:cubicBezTo>
                      <a:pt x="27" y="19"/>
                      <a:pt x="27" y="19"/>
                      <a:pt x="27" y="19"/>
                    </a:cubicBezTo>
                    <a:cubicBezTo>
                      <a:pt x="25" y="28"/>
                      <a:pt x="25" y="28"/>
                      <a:pt x="25" y="28"/>
                    </a:cubicBezTo>
                    <a:cubicBezTo>
                      <a:pt x="18" y="28"/>
                      <a:pt x="18" y="28"/>
                      <a:pt x="18" y="28"/>
                    </a:cubicBezTo>
                    <a:cubicBezTo>
                      <a:pt x="18" y="52"/>
                      <a:pt x="18" y="52"/>
                      <a:pt x="18" y="52"/>
                    </a:cubicBezTo>
                    <a:cubicBezTo>
                      <a:pt x="8" y="52"/>
                      <a:pt x="8" y="52"/>
                      <a:pt x="8" y="52"/>
                    </a:cubicBezTo>
                    <a:cubicBezTo>
                      <a:pt x="8" y="28"/>
                      <a:pt x="8" y="28"/>
                      <a:pt x="8" y="28"/>
                    </a:cubicBezTo>
                    <a:cubicBezTo>
                      <a:pt x="0" y="28"/>
                      <a:pt x="0" y="28"/>
                      <a:pt x="0" y="28"/>
                    </a:cubicBezTo>
                    <a:cubicBezTo>
                      <a:pt x="0" y="19"/>
                      <a:pt x="0" y="19"/>
                      <a:pt x="0" y="19"/>
                    </a:cubicBezTo>
                    <a:cubicBezTo>
                      <a:pt x="8" y="19"/>
                      <a:pt x="8" y="19"/>
                      <a:pt x="8" y="19"/>
                    </a:cubicBezTo>
                    <a:cubicBezTo>
                      <a:pt x="8" y="12"/>
                      <a:pt x="8" y="12"/>
                      <a:pt x="8" y="12"/>
                    </a:cubicBezTo>
                    <a:cubicBezTo>
                      <a:pt x="8" y="4"/>
                      <a:pt x="13" y="0"/>
                      <a:pt x="20" y="0"/>
                    </a:cubicBezTo>
                    <a:cubicBezTo>
                      <a:pt x="23" y="0"/>
                      <a:pt x="26" y="0"/>
                      <a:pt x="27" y="0"/>
                    </a:cubicBezTo>
                    <a:cubicBezTo>
                      <a:pt x="27" y="8"/>
                      <a:pt x="27" y="8"/>
                      <a:pt x="27" y="8"/>
                    </a:cubicBezTo>
                    <a:cubicBezTo>
                      <a:pt x="27" y="8"/>
                      <a:pt x="27" y="8"/>
                      <a:pt x="27" y="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nvGrpSpPr>
            <p:cNvPr id="35" name="Group 34">
              <a:extLst>
                <a:ext uri="{FF2B5EF4-FFF2-40B4-BE49-F238E27FC236}">
                  <a16:creationId xmlns:a16="http://schemas.microsoft.com/office/drawing/2014/main" id="{53E5216C-A360-294B-BFF4-ACA724F22865}"/>
                </a:ext>
              </a:extLst>
            </p:cNvPr>
            <p:cNvGrpSpPr/>
            <p:nvPr userDrawn="1"/>
          </p:nvGrpSpPr>
          <p:grpSpPr>
            <a:xfrm>
              <a:off x="13259197" y="11388591"/>
              <a:ext cx="569609" cy="569609"/>
              <a:chOff x="13259197" y="11388591"/>
              <a:chExt cx="569609" cy="569609"/>
            </a:xfrm>
          </p:grpSpPr>
          <p:sp>
            <p:nvSpPr>
              <p:cNvPr id="36" name="Elipse 147">
                <a:extLst>
                  <a:ext uri="{FF2B5EF4-FFF2-40B4-BE49-F238E27FC236}">
                    <a16:creationId xmlns:a16="http://schemas.microsoft.com/office/drawing/2014/main" id="{1DC154E1-42FF-B548-B7F9-6326E35E6907}"/>
                  </a:ext>
                </a:extLst>
              </p:cNvPr>
              <p:cNvSpPr/>
              <p:nvPr/>
            </p:nvSpPr>
            <p:spPr>
              <a:xfrm>
                <a:off x="13259197" y="11388591"/>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b="0">
                  <a:latin typeface="Century Gothic" panose="020B0502020202020204" pitchFamily="34" charset="0"/>
                </a:endParaRPr>
              </a:p>
            </p:txBody>
          </p:sp>
          <p:grpSp>
            <p:nvGrpSpPr>
              <p:cNvPr id="37" name="Group 36">
                <a:extLst>
                  <a:ext uri="{FF2B5EF4-FFF2-40B4-BE49-F238E27FC236}">
                    <a16:creationId xmlns:a16="http://schemas.microsoft.com/office/drawing/2014/main" id="{D230D700-CCFC-994D-8BBF-681423C71F14}"/>
                  </a:ext>
                </a:extLst>
              </p:cNvPr>
              <p:cNvGrpSpPr/>
              <p:nvPr userDrawn="1"/>
            </p:nvGrpSpPr>
            <p:grpSpPr>
              <a:xfrm>
                <a:off x="13441519" y="11573870"/>
                <a:ext cx="217778" cy="204965"/>
                <a:chOff x="13441519" y="11573870"/>
                <a:chExt cx="217778" cy="204965"/>
              </a:xfrm>
              <a:solidFill>
                <a:schemeClr val="accent3"/>
              </a:solidFill>
            </p:grpSpPr>
            <p:sp>
              <p:nvSpPr>
                <p:cNvPr id="38" name="Freeform 37">
                  <a:extLst>
                    <a:ext uri="{FF2B5EF4-FFF2-40B4-BE49-F238E27FC236}">
                      <a16:creationId xmlns:a16="http://schemas.microsoft.com/office/drawing/2014/main" id="{2769BE98-7DF5-C340-9BBE-3A6402E19016}"/>
                    </a:ext>
                  </a:extLst>
                </p:cNvPr>
                <p:cNvSpPr/>
                <p:nvPr userDrawn="1"/>
              </p:nvSpPr>
              <p:spPr>
                <a:xfrm>
                  <a:off x="13441519" y="11573870"/>
                  <a:ext cx="51045" cy="51306"/>
                </a:xfrm>
                <a:custGeom>
                  <a:avLst/>
                  <a:gdLst>
                    <a:gd name="connsiteX0" fmla="*/ 25522 w 51045"/>
                    <a:gd name="connsiteY0" fmla="*/ 0 h 51306"/>
                    <a:gd name="connsiteX1" fmla="*/ 51045 w 51045"/>
                    <a:gd name="connsiteY1" fmla="*/ 25653 h 51306"/>
                    <a:gd name="connsiteX2" fmla="*/ 25522 w 51045"/>
                    <a:gd name="connsiteY2" fmla="*/ 51306 h 51306"/>
                    <a:gd name="connsiteX3" fmla="*/ 0 w 51045"/>
                    <a:gd name="connsiteY3" fmla="*/ 25653 h 51306"/>
                    <a:gd name="connsiteX4" fmla="*/ 25522 w 51045"/>
                    <a:gd name="connsiteY4" fmla="*/ 0 h 51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45" h="51306">
                      <a:moveTo>
                        <a:pt x="25522" y="0"/>
                      </a:moveTo>
                      <a:cubicBezTo>
                        <a:pt x="39615" y="0"/>
                        <a:pt x="51045" y="11482"/>
                        <a:pt x="51045" y="25653"/>
                      </a:cubicBezTo>
                      <a:cubicBezTo>
                        <a:pt x="51045" y="39824"/>
                        <a:pt x="39615" y="51306"/>
                        <a:pt x="25522" y="51306"/>
                      </a:cubicBezTo>
                      <a:cubicBezTo>
                        <a:pt x="11430" y="51306"/>
                        <a:pt x="0" y="39824"/>
                        <a:pt x="0" y="25653"/>
                      </a:cubicBezTo>
                      <a:cubicBezTo>
                        <a:pt x="0" y="11482"/>
                        <a:pt x="11430" y="0"/>
                        <a:pt x="2552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sp>
              <p:nvSpPr>
                <p:cNvPr id="39" name="Freeform 38">
                  <a:extLst>
                    <a:ext uri="{FF2B5EF4-FFF2-40B4-BE49-F238E27FC236}">
                      <a16:creationId xmlns:a16="http://schemas.microsoft.com/office/drawing/2014/main" id="{DD40D11F-68C4-E84D-B58A-D3FAC729CD2D}"/>
                    </a:ext>
                  </a:extLst>
                </p:cNvPr>
                <p:cNvSpPr/>
                <p:nvPr userDrawn="1"/>
              </p:nvSpPr>
              <p:spPr>
                <a:xfrm>
                  <a:off x="13441519" y="11637729"/>
                  <a:ext cx="51045" cy="141106"/>
                </a:xfrm>
                <a:custGeom>
                  <a:avLst/>
                  <a:gdLst>
                    <a:gd name="connsiteX0" fmla="*/ 0 w 51045"/>
                    <a:gd name="connsiteY0" fmla="*/ 0 h 141106"/>
                    <a:gd name="connsiteX1" fmla="*/ 51045 w 51045"/>
                    <a:gd name="connsiteY1" fmla="*/ 0 h 141106"/>
                    <a:gd name="connsiteX2" fmla="*/ 51045 w 51045"/>
                    <a:gd name="connsiteY2" fmla="*/ 141106 h 141106"/>
                    <a:gd name="connsiteX3" fmla="*/ 0 w 51045"/>
                    <a:gd name="connsiteY3" fmla="*/ 141106 h 141106"/>
                    <a:gd name="connsiteX4" fmla="*/ 0 w 51045"/>
                    <a:gd name="connsiteY4" fmla="*/ 0 h 141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45" h="141106">
                      <a:moveTo>
                        <a:pt x="0" y="0"/>
                      </a:moveTo>
                      <a:lnTo>
                        <a:pt x="51045" y="0"/>
                      </a:lnTo>
                      <a:lnTo>
                        <a:pt x="51045" y="141106"/>
                      </a:lnTo>
                      <a:lnTo>
                        <a:pt x="0" y="141106"/>
                      </a:lnTo>
                      <a:cubicBezTo>
                        <a:pt x="0" y="141106"/>
                        <a:pt x="0" y="0"/>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sp>
              <p:nvSpPr>
                <p:cNvPr id="40" name="Freeform 39">
                  <a:extLst>
                    <a:ext uri="{FF2B5EF4-FFF2-40B4-BE49-F238E27FC236}">
                      <a16:creationId xmlns:a16="http://schemas.microsoft.com/office/drawing/2014/main" id="{755677C4-CFA8-5140-BC44-5705F1C76302}"/>
                    </a:ext>
                  </a:extLst>
                </p:cNvPr>
                <p:cNvSpPr/>
                <p:nvPr userDrawn="1"/>
              </p:nvSpPr>
              <p:spPr>
                <a:xfrm>
                  <a:off x="13518373" y="11637729"/>
                  <a:ext cx="140924" cy="141106"/>
                </a:xfrm>
                <a:custGeom>
                  <a:avLst/>
                  <a:gdLst>
                    <a:gd name="connsiteX0" fmla="*/ 94263 w 140924"/>
                    <a:gd name="connsiteY0" fmla="*/ 0 h 141106"/>
                    <a:gd name="connsiteX1" fmla="*/ 140924 w 140924"/>
                    <a:gd name="connsiteY1" fmla="*/ 64251 h 141106"/>
                    <a:gd name="connsiteX2" fmla="*/ 140924 w 140924"/>
                    <a:gd name="connsiteY2" fmla="*/ 141106 h 141106"/>
                    <a:gd name="connsiteX3" fmla="*/ 89696 w 140924"/>
                    <a:gd name="connsiteY3" fmla="*/ 141106 h 141106"/>
                    <a:gd name="connsiteX4" fmla="*/ 89696 w 140924"/>
                    <a:gd name="connsiteY4" fmla="*/ 64251 h 141106"/>
                    <a:gd name="connsiteX5" fmla="*/ 73020 w 140924"/>
                    <a:gd name="connsiteY5" fmla="*/ 38441 h 141106"/>
                    <a:gd name="connsiteX6" fmla="*/ 51255 w 140924"/>
                    <a:gd name="connsiteY6" fmla="*/ 64251 h 141106"/>
                    <a:gd name="connsiteX7" fmla="*/ 51255 w 140924"/>
                    <a:gd name="connsiteY7" fmla="*/ 141106 h 141106"/>
                    <a:gd name="connsiteX8" fmla="*/ 0 w 140924"/>
                    <a:gd name="connsiteY8" fmla="*/ 141106 h 141106"/>
                    <a:gd name="connsiteX9" fmla="*/ 0 w 140924"/>
                    <a:gd name="connsiteY9" fmla="*/ 183 h 141106"/>
                    <a:gd name="connsiteX10" fmla="*/ 51255 w 140924"/>
                    <a:gd name="connsiteY10" fmla="*/ 183 h 141106"/>
                    <a:gd name="connsiteX11" fmla="*/ 51203 w 140924"/>
                    <a:gd name="connsiteY11" fmla="*/ 22861 h 141106"/>
                    <a:gd name="connsiteX12" fmla="*/ 94263 w 140924"/>
                    <a:gd name="connsiteY12" fmla="*/ 0 h 141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924" h="141106">
                      <a:moveTo>
                        <a:pt x="94263" y="0"/>
                      </a:moveTo>
                      <a:cubicBezTo>
                        <a:pt x="123491" y="0"/>
                        <a:pt x="140924" y="24140"/>
                        <a:pt x="140924" y="64251"/>
                      </a:cubicBezTo>
                      <a:lnTo>
                        <a:pt x="140924" y="141106"/>
                      </a:lnTo>
                      <a:lnTo>
                        <a:pt x="89696" y="141106"/>
                      </a:lnTo>
                      <a:lnTo>
                        <a:pt x="89696" y="64251"/>
                      </a:lnTo>
                      <a:cubicBezTo>
                        <a:pt x="89696" y="49897"/>
                        <a:pt x="85285" y="38441"/>
                        <a:pt x="73020" y="38441"/>
                      </a:cubicBezTo>
                      <a:cubicBezTo>
                        <a:pt x="51255" y="38441"/>
                        <a:pt x="51255" y="64251"/>
                        <a:pt x="51255" y="64251"/>
                      </a:cubicBezTo>
                      <a:lnTo>
                        <a:pt x="51255" y="141106"/>
                      </a:lnTo>
                      <a:lnTo>
                        <a:pt x="0" y="141106"/>
                      </a:lnTo>
                      <a:lnTo>
                        <a:pt x="0" y="183"/>
                      </a:lnTo>
                      <a:lnTo>
                        <a:pt x="51255" y="183"/>
                      </a:lnTo>
                      <a:lnTo>
                        <a:pt x="51203" y="22861"/>
                      </a:lnTo>
                      <a:cubicBezTo>
                        <a:pt x="51203" y="22861"/>
                        <a:pt x="56291" y="0"/>
                        <a:pt x="9426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grpSp>
        </p:grpSp>
      </p:grpSp>
      <p:sp>
        <p:nvSpPr>
          <p:cNvPr id="52" name="CuadroTexto 1">
            <a:extLst>
              <a:ext uri="{FF2B5EF4-FFF2-40B4-BE49-F238E27FC236}">
                <a16:creationId xmlns:a16="http://schemas.microsoft.com/office/drawing/2014/main" id="{5017B9D9-9911-3246-A73C-381D2FB378A0}"/>
              </a:ext>
            </a:extLst>
          </p:cNvPr>
          <p:cNvSpPr txBox="1"/>
          <p:nvPr userDrawn="1"/>
        </p:nvSpPr>
        <p:spPr>
          <a:xfrm>
            <a:off x="2552784" y="1217140"/>
            <a:ext cx="7086428" cy="769441"/>
          </a:xfrm>
          <a:prstGeom prst="rect">
            <a:avLst/>
          </a:prstGeom>
          <a:noFill/>
        </p:spPr>
        <p:txBody>
          <a:bodyPr wrap="square" rtlCol="0">
            <a:spAutoFit/>
          </a:bodyPr>
          <a:lstStyle/>
          <a:p>
            <a:pPr algn="ctr"/>
            <a:r>
              <a:rPr lang="en-US" sz="4400" b="1">
                <a:solidFill>
                  <a:schemeClr val="bg1"/>
                </a:solidFill>
                <a:latin typeface="Century Gothic" panose="020B0502020202020204" pitchFamily="34" charset="0"/>
              </a:rPr>
              <a:t>MUCHAS GRACIAS</a:t>
            </a:r>
            <a:endParaRPr lang="es-ES_tradnl" sz="4400" b="1">
              <a:solidFill>
                <a:schemeClr val="bg1"/>
              </a:solidFill>
              <a:latin typeface="Century Gothic" panose="020B0502020202020204" pitchFamily="34" charset="0"/>
            </a:endParaRPr>
          </a:p>
        </p:txBody>
      </p:sp>
      <p:sp>
        <p:nvSpPr>
          <p:cNvPr id="60" name="CuadroTexto 23">
            <a:extLst>
              <a:ext uri="{FF2B5EF4-FFF2-40B4-BE49-F238E27FC236}">
                <a16:creationId xmlns:a16="http://schemas.microsoft.com/office/drawing/2014/main" id="{08F27A3C-4A4A-614B-A3BE-1025990CEF42}"/>
              </a:ext>
            </a:extLst>
          </p:cNvPr>
          <p:cNvSpPr txBox="1"/>
          <p:nvPr userDrawn="1"/>
        </p:nvSpPr>
        <p:spPr>
          <a:xfrm>
            <a:off x="2552784" y="2365703"/>
            <a:ext cx="7086428" cy="338554"/>
          </a:xfrm>
          <a:prstGeom prst="rect">
            <a:avLst/>
          </a:prstGeom>
          <a:noFill/>
        </p:spPr>
        <p:txBody>
          <a:bodyPr wrap="square" rtlCol="0">
            <a:spAutoFit/>
          </a:bodyPr>
          <a:lstStyle/>
          <a:p>
            <a:pPr lvl="0" algn="ctr"/>
            <a:r>
              <a:rPr lang="en-US" sz="1600" b="1">
                <a:solidFill>
                  <a:schemeClr val="accent1"/>
                </a:solidFill>
                <a:latin typeface="Century Gothic" panose="020B0502020202020204" pitchFamily="34" charset="0"/>
              </a:rPr>
              <a:t>NUESTRO PRINCIPIO DE CIUDADANÍA CMI</a:t>
            </a:r>
          </a:p>
        </p:txBody>
      </p:sp>
    </p:spTree>
    <p:extLst>
      <p:ext uri="{BB962C8B-B14F-4D97-AF65-F5344CB8AC3E}">
        <p14:creationId xmlns:p14="http://schemas.microsoft.com/office/powerpoint/2010/main" val="340814927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ierre 06 Principio de Ciudadania CMI">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076DC786-89C6-9F4B-96BA-B4F939B4DFE2}"/>
              </a:ext>
            </a:extLst>
          </p:cNvPr>
          <p:cNvGrpSpPr/>
          <p:nvPr userDrawn="1"/>
        </p:nvGrpSpPr>
        <p:grpSpPr>
          <a:xfrm>
            <a:off x="-1" y="0"/>
            <a:ext cx="12192001" cy="6860867"/>
            <a:chOff x="-2" y="0"/>
            <a:chExt cx="24382415" cy="13721733"/>
          </a:xfrm>
        </p:grpSpPr>
        <p:sp>
          <p:nvSpPr>
            <p:cNvPr id="52" name="Google Shape;386;p2">
              <a:extLst>
                <a:ext uri="{FF2B5EF4-FFF2-40B4-BE49-F238E27FC236}">
                  <a16:creationId xmlns:a16="http://schemas.microsoft.com/office/drawing/2014/main" id="{142AA55B-2D26-0349-83B0-12E1C8895D0B}"/>
                </a:ext>
              </a:extLst>
            </p:cNvPr>
            <p:cNvSpPr/>
            <p:nvPr userDrawn="1"/>
          </p:nvSpPr>
          <p:spPr>
            <a:xfrm>
              <a:off x="-1" y="0"/>
              <a:ext cx="24382414" cy="13721733"/>
            </a:xfrm>
            <a:prstGeom prst="rect">
              <a:avLst/>
            </a:prstGeom>
            <a:solidFill>
              <a:schemeClr val="tx1"/>
            </a:solidFill>
            <a:ln>
              <a:noFill/>
            </a:ln>
          </p:spPr>
          <p:txBody>
            <a:bodyPr spcFirstLastPara="1" wrap="square" lIns="68569" tIns="68569" rIns="68569" bIns="68569" anchor="ctr" anchorCtr="0">
              <a:noAutofit/>
            </a:bodyPr>
            <a:lstStyle/>
            <a:p>
              <a:pPr>
                <a:buSzPts val="1400"/>
              </a:pPr>
              <a:endParaRPr sz="900">
                <a:latin typeface="Century Gothic" panose="020B0502020202020204" pitchFamily="34" charset="0"/>
              </a:endParaRPr>
            </a:p>
          </p:txBody>
        </p:sp>
        <p:pic>
          <p:nvPicPr>
            <p:cNvPr id="53" name="Gráfico 29">
              <a:extLst>
                <a:ext uri="{FF2B5EF4-FFF2-40B4-BE49-F238E27FC236}">
                  <a16:creationId xmlns:a16="http://schemas.microsoft.com/office/drawing/2014/main" id="{15C48973-768B-3341-AED9-3F433E8E487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9806" r="6022" b="12613"/>
            <a:stretch/>
          </p:blipFill>
          <p:spPr>
            <a:xfrm flipH="1">
              <a:off x="-2" y="1216"/>
              <a:ext cx="24382413" cy="13716000"/>
            </a:xfrm>
            <a:prstGeom prst="rect">
              <a:avLst/>
            </a:prstGeom>
          </p:spPr>
        </p:pic>
        <p:sp>
          <p:nvSpPr>
            <p:cNvPr id="54" name="AutoShape 5">
              <a:extLst>
                <a:ext uri="{FF2B5EF4-FFF2-40B4-BE49-F238E27FC236}">
                  <a16:creationId xmlns:a16="http://schemas.microsoft.com/office/drawing/2014/main" id="{3979D7B9-D5E6-6D48-9E40-025DE9346CE5}"/>
                </a:ext>
              </a:extLst>
            </p:cNvPr>
            <p:cNvSpPr>
              <a:spLocks noChangeAspect="1" noChangeArrowheads="1" noTextEdit="1"/>
            </p:cNvSpPr>
            <p:nvPr userDrawn="1"/>
          </p:nvSpPr>
          <p:spPr bwMode="auto">
            <a:xfrm>
              <a:off x="12087905" y="11673396"/>
              <a:ext cx="206602" cy="2081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nvGrpSpPr>
            <p:cNvPr id="55" name="Grupo 2">
              <a:extLst>
                <a:ext uri="{FF2B5EF4-FFF2-40B4-BE49-F238E27FC236}">
                  <a16:creationId xmlns:a16="http://schemas.microsoft.com/office/drawing/2014/main" id="{0DA27D28-30CE-AD45-AF76-0E08A6B73A5D}"/>
                </a:ext>
              </a:extLst>
            </p:cNvPr>
            <p:cNvGrpSpPr/>
            <p:nvPr userDrawn="1"/>
          </p:nvGrpSpPr>
          <p:grpSpPr>
            <a:xfrm>
              <a:off x="22272326" y="665312"/>
              <a:ext cx="1168254" cy="1168254"/>
              <a:chOff x="484021" y="1418770"/>
              <a:chExt cx="1506119" cy="1506119"/>
            </a:xfrm>
          </p:grpSpPr>
          <p:sp>
            <p:nvSpPr>
              <p:cNvPr id="56" name="Elipse 3">
                <a:extLst>
                  <a:ext uri="{FF2B5EF4-FFF2-40B4-BE49-F238E27FC236}">
                    <a16:creationId xmlns:a16="http://schemas.microsoft.com/office/drawing/2014/main" id="{CF30D85E-0494-0042-B62A-7F98E60F88AE}"/>
                  </a:ext>
                </a:extLst>
              </p:cNvPr>
              <p:cNvSpPr/>
              <p:nvPr/>
            </p:nvSpPr>
            <p:spPr>
              <a:xfrm>
                <a:off x="484021" y="1418770"/>
                <a:ext cx="1506119" cy="1506119"/>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pic>
            <p:nvPicPr>
              <p:cNvPr id="57" name="Imagen 4">
                <a:extLst>
                  <a:ext uri="{FF2B5EF4-FFF2-40B4-BE49-F238E27FC236}">
                    <a16:creationId xmlns:a16="http://schemas.microsoft.com/office/drawing/2014/main" id="{816D4ECE-1C18-FB4D-AFB6-50C23D202638}"/>
                  </a:ext>
                </a:extLst>
              </p:cNvPr>
              <p:cNvPicPr>
                <a:picLocks noChangeAspect="1"/>
              </p:cNvPicPr>
              <p:nvPr/>
            </p:nvPicPr>
            <p:blipFill>
              <a:blip r:embed="rId3"/>
              <a:srcRect/>
              <a:stretch/>
            </p:blipFill>
            <p:spPr>
              <a:xfrm>
                <a:off x="666625" y="1843741"/>
                <a:ext cx="1140909" cy="619599"/>
              </a:xfrm>
              <a:prstGeom prst="rect">
                <a:avLst/>
              </a:prstGeom>
            </p:spPr>
          </p:pic>
        </p:grpSp>
      </p:grpSp>
      <p:sp>
        <p:nvSpPr>
          <p:cNvPr id="135" name="TextBox 13">
            <a:extLst>
              <a:ext uri="{FF2B5EF4-FFF2-40B4-BE49-F238E27FC236}">
                <a16:creationId xmlns:a16="http://schemas.microsoft.com/office/drawing/2014/main" id="{9054E7DC-18EF-1B47-8098-FD6A054F4CE5}"/>
              </a:ext>
            </a:extLst>
          </p:cNvPr>
          <p:cNvSpPr txBox="1"/>
          <p:nvPr userDrawn="1"/>
        </p:nvSpPr>
        <p:spPr>
          <a:xfrm>
            <a:off x="5186937" y="5373216"/>
            <a:ext cx="1818126" cy="200055"/>
          </a:xfrm>
          <a:prstGeom prst="rect">
            <a:avLst/>
          </a:prstGeom>
          <a:noFill/>
        </p:spPr>
        <p:txBody>
          <a:bodyPr wrap="none" rtlCol="0">
            <a:spAutoFit/>
          </a:bodyPr>
          <a:lstStyle/>
          <a:p>
            <a:pPr algn="ctr"/>
            <a:r>
              <a:rPr lang="en-US" sz="700" b="1" spc="300">
                <a:solidFill>
                  <a:schemeClr val="bg1"/>
                </a:solidFill>
                <a:latin typeface="Century Gothic" panose="020B0502020202020204" pitchFamily="34" charset="0"/>
                <a:ea typeface="Montserrat" charset="0"/>
                <a:cs typeface="Montserrat" charset="0"/>
              </a:rPr>
              <a:t>WWW.SOMOSCMI.COM</a:t>
            </a:r>
          </a:p>
        </p:txBody>
      </p:sp>
      <p:sp>
        <p:nvSpPr>
          <p:cNvPr id="136" name="AutoShape 5">
            <a:extLst>
              <a:ext uri="{FF2B5EF4-FFF2-40B4-BE49-F238E27FC236}">
                <a16:creationId xmlns:a16="http://schemas.microsoft.com/office/drawing/2014/main" id="{87B15690-9B93-9848-AECF-5F57E8FB1758}"/>
              </a:ext>
            </a:extLst>
          </p:cNvPr>
          <p:cNvSpPr>
            <a:spLocks noChangeAspect="1" noChangeArrowheads="1" noTextEdit="1"/>
          </p:cNvSpPr>
          <p:nvPr userDrawn="1"/>
        </p:nvSpPr>
        <p:spPr bwMode="auto">
          <a:xfrm>
            <a:off x="6044346" y="5836698"/>
            <a:ext cx="103308" cy="104060"/>
          </a:xfrm>
          <a:prstGeom prst="rect">
            <a:avLst/>
          </a:prstGeom>
          <a:noFill/>
          <a:ln w="9525">
            <a:noFill/>
            <a:miter lim="800000"/>
            <a:headEnd/>
            <a:tailEnd/>
          </a:ln>
        </p:spPr>
        <p:txBody>
          <a:bodyPr vert="horz" wrap="square" lIns="45720" tIns="22860" rIns="45720" bIns="2286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25" name="Rectángulo redondeado 24">
            <a:extLst>
              <a:ext uri="{FF2B5EF4-FFF2-40B4-BE49-F238E27FC236}">
                <a16:creationId xmlns:a16="http://schemas.microsoft.com/office/drawing/2014/main" id="{CD04E837-CDFC-2546-843E-1532CF3A483B}"/>
              </a:ext>
            </a:extLst>
          </p:cNvPr>
          <p:cNvSpPr/>
          <p:nvPr userDrawn="1"/>
        </p:nvSpPr>
        <p:spPr>
          <a:xfrm>
            <a:off x="2552784" y="2766758"/>
            <a:ext cx="7086428" cy="86409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26" name="CuadroTexto 25">
            <a:extLst>
              <a:ext uri="{FF2B5EF4-FFF2-40B4-BE49-F238E27FC236}">
                <a16:creationId xmlns:a16="http://schemas.microsoft.com/office/drawing/2014/main" id="{D877A1A7-C5BF-C54C-B6C3-79E4A8C19422}"/>
              </a:ext>
            </a:extLst>
          </p:cNvPr>
          <p:cNvSpPr txBox="1"/>
          <p:nvPr userDrawn="1"/>
        </p:nvSpPr>
        <p:spPr>
          <a:xfrm>
            <a:off x="2552783" y="2762688"/>
            <a:ext cx="7086428" cy="864096"/>
          </a:xfrm>
          <a:prstGeom prst="rect">
            <a:avLst/>
          </a:prstGeom>
          <a:noFill/>
        </p:spPr>
        <p:txBody>
          <a:bodyPr wrap="square" rtlCol="0" anchor="ctr">
            <a:noAutofit/>
          </a:bodyPr>
          <a:lstStyle/>
          <a:p>
            <a:pPr algn="ctr"/>
            <a:r>
              <a:rPr lang="es-GT" sz="2200" b="1">
                <a:solidFill>
                  <a:schemeClr val="bg1"/>
                </a:solidFill>
                <a:latin typeface="Century Gothic" panose="020B0502020202020204" pitchFamily="34" charset="0"/>
              </a:rPr>
              <a:t>SOLIDEZ Y TRADICIÓN</a:t>
            </a:r>
          </a:p>
          <a:p>
            <a:pPr algn="ctr"/>
            <a:r>
              <a:rPr lang="es-GT" sz="2200" b="1">
                <a:solidFill>
                  <a:schemeClr val="bg1"/>
                </a:solidFill>
                <a:latin typeface="Century Gothic" panose="020B0502020202020204" pitchFamily="34" charset="0"/>
              </a:rPr>
              <a:t>DE CONFIANZA CON SABOR LOCAL</a:t>
            </a:r>
          </a:p>
        </p:txBody>
      </p:sp>
      <p:grpSp>
        <p:nvGrpSpPr>
          <p:cNvPr id="5" name="Grupo 4">
            <a:extLst>
              <a:ext uri="{FF2B5EF4-FFF2-40B4-BE49-F238E27FC236}">
                <a16:creationId xmlns:a16="http://schemas.microsoft.com/office/drawing/2014/main" id="{11B49CD5-B4AA-4240-A047-D2F5B361E857}"/>
              </a:ext>
            </a:extLst>
          </p:cNvPr>
          <p:cNvGrpSpPr/>
          <p:nvPr userDrawn="1"/>
        </p:nvGrpSpPr>
        <p:grpSpPr>
          <a:xfrm>
            <a:off x="4014962" y="3923545"/>
            <a:ext cx="4162073" cy="1069658"/>
            <a:chOff x="7968862" y="7847090"/>
            <a:chExt cx="8323604" cy="2139316"/>
          </a:xfrm>
        </p:grpSpPr>
        <p:pic>
          <p:nvPicPr>
            <p:cNvPr id="32" name="Imagen 31">
              <a:extLst>
                <a:ext uri="{FF2B5EF4-FFF2-40B4-BE49-F238E27FC236}">
                  <a16:creationId xmlns:a16="http://schemas.microsoft.com/office/drawing/2014/main" id="{281ECE9C-9E4C-2D40-AB03-307CB7C44FD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r="42889"/>
            <a:stretch/>
          </p:blipFill>
          <p:spPr>
            <a:xfrm>
              <a:off x="7968862" y="7847090"/>
              <a:ext cx="4822829" cy="2139316"/>
            </a:xfrm>
            <a:prstGeom prst="rect">
              <a:avLst/>
            </a:prstGeom>
          </p:spPr>
        </p:pic>
        <p:pic>
          <p:nvPicPr>
            <p:cNvPr id="130" name="Imagen 129">
              <a:hlinkClick r:id="" action="ppaction://noaction"/>
              <a:extLst>
                <a:ext uri="{FF2B5EF4-FFF2-40B4-BE49-F238E27FC236}">
                  <a16:creationId xmlns:a16="http://schemas.microsoft.com/office/drawing/2014/main" id="{404D586B-2341-6F44-BCD4-3BBBBF22B525}"/>
                </a:ext>
              </a:extLst>
            </p:cNvPr>
            <p:cNvPicPr>
              <a:picLocks noChangeAspect="1"/>
            </p:cNvPicPr>
            <p:nvPr userDrawn="1"/>
          </p:nvPicPr>
          <p:blipFill rotWithShape="1">
            <a:blip r:embed="rId5"/>
            <a:srcRect l="48072" t="15350" r="6586" b="30401"/>
            <a:stretch/>
          </p:blipFill>
          <p:spPr>
            <a:xfrm>
              <a:off x="12839277" y="8055510"/>
              <a:ext cx="3453189" cy="1755878"/>
            </a:xfrm>
            <a:prstGeom prst="rect">
              <a:avLst/>
            </a:prstGeom>
          </p:spPr>
        </p:pic>
      </p:grpSp>
      <p:grpSp>
        <p:nvGrpSpPr>
          <p:cNvPr id="28" name="Group 27">
            <a:extLst>
              <a:ext uri="{FF2B5EF4-FFF2-40B4-BE49-F238E27FC236}">
                <a16:creationId xmlns:a16="http://schemas.microsoft.com/office/drawing/2014/main" id="{1F311295-2A7C-BA44-A81F-C42C720C4211}"/>
              </a:ext>
            </a:extLst>
          </p:cNvPr>
          <p:cNvGrpSpPr/>
          <p:nvPr userDrawn="1"/>
        </p:nvGrpSpPr>
        <p:grpSpPr>
          <a:xfrm>
            <a:off x="5446676" y="5694296"/>
            <a:ext cx="1298648" cy="284805"/>
            <a:chOff x="11231679" y="11388591"/>
            <a:chExt cx="2597127" cy="569609"/>
          </a:xfrm>
        </p:grpSpPr>
        <p:grpSp>
          <p:nvGrpSpPr>
            <p:cNvPr id="29" name="Grupo 137">
              <a:extLst>
                <a:ext uri="{FF2B5EF4-FFF2-40B4-BE49-F238E27FC236}">
                  <a16:creationId xmlns:a16="http://schemas.microsoft.com/office/drawing/2014/main" id="{310C6344-0963-1F48-9823-A7AA7F25070F}"/>
                </a:ext>
              </a:extLst>
            </p:cNvPr>
            <p:cNvGrpSpPr/>
            <p:nvPr/>
          </p:nvGrpSpPr>
          <p:grpSpPr>
            <a:xfrm>
              <a:off x="12579747" y="11388591"/>
              <a:ext cx="569609" cy="569609"/>
              <a:chOff x="6419730" y="5269647"/>
              <a:chExt cx="569609" cy="569609"/>
            </a:xfrm>
          </p:grpSpPr>
          <p:sp>
            <p:nvSpPr>
              <p:cNvPr id="48" name="Elipse 147">
                <a:extLst>
                  <a:ext uri="{FF2B5EF4-FFF2-40B4-BE49-F238E27FC236}">
                    <a16:creationId xmlns:a16="http://schemas.microsoft.com/office/drawing/2014/main" id="{D37F4448-1D3E-E848-B819-DA90FC852F1F}"/>
                  </a:ext>
                </a:extLst>
              </p:cNvPr>
              <p:cNvSpPr/>
              <p:nvPr/>
            </p:nvSpPr>
            <p:spPr>
              <a:xfrm>
                <a:off x="6419730"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sp>
            <p:nvSpPr>
              <p:cNvPr id="49" name="Freeform 14">
                <a:extLst>
                  <a:ext uri="{FF2B5EF4-FFF2-40B4-BE49-F238E27FC236}">
                    <a16:creationId xmlns:a16="http://schemas.microsoft.com/office/drawing/2014/main" id="{1B4C84B7-9086-5D4E-A750-DA4B9E5FBB49}"/>
                  </a:ext>
                </a:extLst>
              </p:cNvPr>
              <p:cNvSpPr>
                <a:spLocks/>
              </p:cNvSpPr>
              <p:nvPr/>
            </p:nvSpPr>
            <p:spPr bwMode="auto">
              <a:xfrm>
                <a:off x="6630296" y="5489285"/>
                <a:ext cx="190077" cy="158185"/>
              </a:xfrm>
              <a:custGeom>
                <a:avLst/>
                <a:gdLst>
                  <a:gd name="T0" fmla="*/ 57 w 63"/>
                  <a:gd name="T1" fmla="*/ 13 h 52"/>
                  <a:gd name="T2" fmla="*/ 57 w 63"/>
                  <a:gd name="T3" fmla="*/ 15 h 52"/>
                  <a:gd name="T4" fmla="*/ 20 w 63"/>
                  <a:gd name="T5" fmla="*/ 52 h 52"/>
                  <a:gd name="T6" fmla="*/ 0 w 63"/>
                  <a:gd name="T7" fmla="*/ 46 h 52"/>
                  <a:gd name="T8" fmla="*/ 3 w 63"/>
                  <a:gd name="T9" fmla="*/ 46 h 52"/>
                  <a:gd name="T10" fmla="*/ 19 w 63"/>
                  <a:gd name="T11" fmla="*/ 40 h 52"/>
                  <a:gd name="T12" fmla="*/ 7 w 63"/>
                  <a:gd name="T13" fmla="*/ 32 h 52"/>
                  <a:gd name="T14" fmla="*/ 10 w 63"/>
                  <a:gd name="T15" fmla="*/ 32 h 52"/>
                  <a:gd name="T16" fmla="*/ 13 w 63"/>
                  <a:gd name="T17" fmla="*/ 31 h 52"/>
                  <a:gd name="T18" fmla="*/ 3 w 63"/>
                  <a:gd name="T19" fmla="*/ 19 h 52"/>
                  <a:gd name="T20" fmla="*/ 3 w 63"/>
                  <a:gd name="T21" fmla="*/ 19 h 52"/>
                  <a:gd name="T22" fmla="*/ 9 w 63"/>
                  <a:gd name="T23" fmla="*/ 20 h 52"/>
                  <a:gd name="T24" fmla="*/ 3 w 63"/>
                  <a:gd name="T25" fmla="*/ 10 h 52"/>
                  <a:gd name="T26" fmla="*/ 5 w 63"/>
                  <a:gd name="T27" fmla="*/ 2 h 52"/>
                  <a:gd name="T28" fmla="*/ 31 w 63"/>
                  <a:gd name="T29" fmla="*/ 16 h 52"/>
                  <a:gd name="T30" fmla="*/ 31 w 63"/>
                  <a:gd name="T31" fmla="*/ 14 h 52"/>
                  <a:gd name="T32" fmla="*/ 44 w 63"/>
                  <a:gd name="T33" fmla="*/ 0 h 52"/>
                  <a:gd name="T34" fmla="*/ 53 w 63"/>
                  <a:gd name="T35" fmla="*/ 4 h 52"/>
                  <a:gd name="T36" fmla="*/ 61 w 63"/>
                  <a:gd name="T37" fmla="*/ 0 h 52"/>
                  <a:gd name="T38" fmla="*/ 56 w 63"/>
                  <a:gd name="T39" fmla="*/ 8 h 52"/>
                  <a:gd name="T40" fmla="*/ 63 w 63"/>
                  <a:gd name="T41" fmla="*/ 6 h 52"/>
                  <a:gd name="T42" fmla="*/ 57 w 63"/>
                  <a:gd name="T43" fmla="*/ 1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3" h="52">
                    <a:moveTo>
                      <a:pt x="57" y="13"/>
                    </a:moveTo>
                    <a:cubicBezTo>
                      <a:pt x="57" y="14"/>
                      <a:pt x="57" y="14"/>
                      <a:pt x="57" y="15"/>
                    </a:cubicBezTo>
                    <a:cubicBezTo>
                      <a:pt x="57" y="32"/>
                      <a:pt x="44" y="52"/>
                      <a:pt x="20" y="52"/>
                    </a:cubicBezTo>
                    <a:cubicBezTo>
                      <a:pt x="13" y="52"/>
                      <a:pt x="6" y="50"/>
                      <a:pt x="0" y="46"/>
                    </a:cubicBezTo>
                    <a:cubicBezTo>
                      <a:pt x="1" y="46"/>
                      <a:pt x="2" y="46"/>
                      <a:pt x="3" y="46"/>
                    </a:cubicBezTo>
                    <a:cubicBezTo>
                      <a:pt x="9" y="46"/>
                      <a:pt x="15" y="44"/>
                      <a:pt x="19" y="40"/>
                    </a:cubicBezTo>
                    <a:cubicBezTo>
                      <a:pt x="14" y="40"/>
                      <a:pt x="9" y="37"/>
                      <a:pt x="7" y="32"/>
                    </a:cubicBezTo>
                    <a:cubicBezTo>
                      <a:pt x="8" y="32"/>
                      <a:pt x="9" y="32"/>
                      <a:pt x="10" y="32"/>
                    </a:cubicBezTo>
                    <a:cubicBezTo>
                      <a:pt x="11" y="32"/>
                      <a:pt x="12" y="32"/>
                      <a:pt x="13" y="31"/>
                    </a:cubicBezTo>
                    <a:cubicBezTo>
                      <a:pt x="7" y="30"/>
                      <a:pt x="3" y="25"/>
                      <a:pt x="3" y="19"/>
                    </a:cubicBezTo>
                    <a:cubicBezTo>
                      <a:pt x="3" y="19"/>
                      <a:pt x="3" y="19"/>
                      <a:pt x="3" y="19"/>
                    </a:cubicBezTo>
                    <a:cubicBezTo>
                      <a:pt x="5" y="19"/>
                      <a:pt x="7" y="20"/>
                      <a:pt x="9" y="20"/>
                    </a:cubicBezTo>
                    <a:cubicBezTo>
                      <a:pt x="5" y="18"/>
                      <a:pt x="3" y="14"/>
                      <a:pt x="3" y="10"/>
                    </a:cubicBezTo>
                    <a:cubicBezTo>
                      <a:pt x="3" y="6"/>
                      <a:pt x="4" y="4"/>
                      <a:pt x="5" y="2"/>
                    </a:cubicBezTo>
                    <a:cubicBezTo>
                      <a:pt x="11" y="11"/>
                      <a:pt x="20" y="16"/>
                      <a:pt x="31" y="16"/>
                    </a:cubicBezTo>
                    <a:cubicBezTo>
                      <a:pt x="31" y="14"/>
                      <a:pt x="31" y="14"/>
                      <a:pt x="31" y="14"/>
                    </a:cubicBezTo>
                    <a:cubicBezTo>
                      <a:pt x="31" y="5"/>
                      <a:pt x="37" y="0"/>
                      <a:pt x="44" y="0"/>
                    </a:cubicBezTo>
                    <a:cubicBezTo>
                      <a:pt x="48" y="0"/>
                      <a:pt x="51" y="1"/>
                      <a:pt x="53" y="4"/>
                    </a:cubicBezTo>
                    <a:cubicBezTo>
                      <a:pt x="56" y="3"/>
                      <a:pt x="59" y="2"/>
                      <a:pt x="61" y="0"/>
                    </a:cubicBezTo>
                    <a:cubicBezTo>
                      <a:pt x="61" y="4"/>
                      <a:pt x="58" y="6"/>
                      <a:pt x="56" y="8"/>
                    </a:cubicBezTo>
                    <a:cubicBezTo>
                      <a:pt x="58" y="7"/>
                      <a:pt x="61" y="7"/>
                      <a:pt x="63" y="6"/>
                    </a:cubicBezTo>
                    <a:cubicBezTo>
                      <a:pt x="61" y="8"/>
                      <a:pt x="59" y="11"/>
                      <a:pt x="57" y="13"/>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nvGrpSpPr>
            <p:cNvPr id="31" name="Grupo 138">
              <a:extLst>
                <a:ext uri="{FF2B5EF4-FFF2-40B4-BE49-F238E27FC236}">
                  <a16:creationId xmlns:a16="http://schemas.microsoft.com/office/drawing/2014/main" id="{2D4130C4-6199-C642-985D-5F850007E146}"/>
                </a:ext>
              </a:extLst>
            </p:cNvPr>
            <p:cNvGrpSpPr/>
            <p:nvPr/>
          </p:nvGrpSpPr>
          <p:grpSpPr>
            <a:xfrm>
              <a:off x="11918465" y="11388591"/>
              <a:ext cx="569609" cy="569609"/>
              <a:chOff x="5835127" y="5269647"/>
              <a:chExt cx="569609" cy="569609"/>
            </a:xfrm>
          </p:grpSpPr>
          <p:sp>
            <p:nvSpPr>
              <p:cNvPr id="43" name="Elipse 142">
                <a:extLst>
                  <a:ext uri="{FF2B5EF4-FFF2-40B4-BE49-F238E27FC236}">
                    <a16:creationId xmlns:a16="http://schemas.microsoft.com/office/drawing/2014/main" id="{15F8F7F6-0D6A-594C-A5A5-E8F126E46870}"/>
                  </a:ext>
                </a:extLst>
              </p:cNvPr>
              <p:cNvSpPr/>
              <p:nvPr/>
            </p:nvSpPr>
            <p:spPr>
              <a:xfrm>
                <a:off x="5835127"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grpSp>
            <p:nvGrpSpPr>
              <p:cNvPr id="44" name="Grupo 143">
                <a:extLst>
                  <a:ext uri="{FF2B5EF4-FFF2-40B4-BE49-F238E27FC236}">
                    <a16:creationId xmlns:a16="http://schemas.microsoft.com/office/drawing/2014/main" id="{F596C6C6-4022-914E-8A2C-44C2A9837BE1}"/>
                  </a:ext>
                </a:extLst>
              </p:cNvPr>
              <p:cNvGrpSpPr/>
              <p:nvPr/>
            </p:nvGrpSpPr>
            <p:grpSpPr>
              <a:xfrm>
                <a:off x="6018164" y="5459936"/>
                <a:ext cx="206602" cy="206602"/>
                <a:chOff x="6018164" y="5459936"/>
                <a:chExt cx="206602" cy="206602"/>
              </a:xfrm>
            </p:grpSpPr>
            <p:sp>
              <p:nvSpPr>
                <p:cNvPr id="45" name="Freeform 8">
                  <a:extLst>
                    <a:ext uri="{FF2B5EF4-FFF2-40B4-BE49-F238E27FC236}">
                      <a16:creationId xmlns:a16="http://schemas.microsoft.com/office/drawing/2014/main" id="{11C55A89-002D-3C4A-89CE-E603874F5644}"/>
                    </a:ext>
                  </a:extLst>
                </p:cNvPr>
                <p:cNvSpPr>
                  <a:spLocks noEditPoints="1"/>
                </p:cNvSpPr>
                <p:nvPr/>
              </p:nvSpPr>
              <p:spPr bwMode="auto">
                <a:xfrm>
                  <a:off x="6018164" y="5459936"/>
                  <a:ext cx="206602" cy="206602"/>
                </a:xfrm>
                <a:custGeom>
                  <a:avLst/>
                  <a:gdLst/>
                  <a:ahLst/>
                  <a:cxnLst>
                    <a:cxn ang="0">
                      <a:pos x="1031" y="400"/>
                    </a:cxn>
                    <a:cxn ang="0">
                      <a:pos x="809" y="482"/>
                    </a:cxn>
                    <a:cxn ang="0">
                      <a:pos x="622" y="622"/>
                    </a:cxn>
                    <a:cxn ang="0">
                      <a:pos x="482" y="809"/>
                    </a:cxn>
                    <a:cxn ang="0">
                      <a:pos x="400" y="1031"/>
                    </a:cxn>
                    <a:cxn ang="0">
                      <a:pos x="384" y="3135"/>
                    </a:cxn>
                    <a:cxn ang="0">
                      <a:pos x="421" y="3375"/>
                    </a:cxn>
                    <a:cxn ang="0">
                      <a:pos x="522" y="3588"/>
                    </a:cxn>
                    <a:cxn ang="0">
                      <a:pos x="679" y="3759"/>
                    </a:cxn>
                    <a:cxn ang="0">
                      <a:pos x="879" y="3882"/>
                    </a:cxn>
                    <a:cxn ang="0">
                      <a:pos x="1112" y="3941"/>
                    </a:cxn>
                    <a:cxn ang="0">
                      <a:pos x="3217" y="3941"/>
                    </a:cxn>
                    <a:cxn ang="0">
                      <a:pos x="3449" y="3882"/>
                    </a:cxn>
                    <a:cxn ang="0">
                      <a:pos x="3650" y="3759"/>
                    </a:cxn>
                    <a:cxn ang="0">
                      <a:pos x="3807" y="3588"/>
                    </a:cxn>
                    <a:cxn ang="0">
                      <a:pos x="3908" y="3375"/>
                    </a:cxn>
                    <a:cxn ang="0">
                      <a:pos x="3945" y="3135"/>
                    </a:cxn>
                    <a:cxn ang="0">
                      <a:pos x="3929" y="1031"/>
                    </a:cxn>
                    <a:cxn ang="0">
                      <a:pos x="3847" y="809"/>
                    </a:cxn>
                    <a:cxn ang="0">
                      <a:pos x="3707" y="622"/>
                    </a:cxn>
                    <a:cxn ang="0">
                      <a:pos x="3520" y="482"/>
                    </a:cxn>
                    <a:cxn ang="0">
                      <a:pos x="3298" y="400"/>
                    </a:cxn>
                    <a:cxn ang="0">
                      <a:pos x="1194" y="384"/>
                    </a:cxn>
                    <a:cxn ang="0">
                      <a:pos x="3233" y="4"/>
                    </a:cxn>
                    <a:cxn ang="0">
                      <a:pos x="3512" y="61"/>
                    </a:cxn>
                    <a:cxn ang="0">
                      <a:pos x="3763" y="179"/>
                    </a:cxn>
                    <a:cxn ang="0">
                      <a:pos x="3980" y="349"/>
                    </a:cxn>
                    <a:cxn ang="0">
                      <a:pos x="4150" y="566"/>
                    </a:cxn>
                    <a:cxn ang="0">
                      <a:pos x="4268" y="817"/>
                    </a:cxn>
                    <a:cxn ang="0">
                      <a:pos x="4325" y="1096"/>
                    </a:cxn>
                    <a:cxn ang="0">
                      <a:pos x="4325" y="3233"/>
                    </a:cxn>
                    <a:cxn ang="0">
                      <a:pos x="4268" y="3512"/>
                    </a:cxn>
                    <a:cxn ang="0">
                      <a:pos x="4150" y="3763"/>
                    </a:cxn>
                    <a:cxn ang="0">
                      <a:pos x="3980" y="3980"/>
                    </a:cxn>
                    <a:cxn ang="0">
                      <a:pos x="3763" y="4150"/>
                    </a:cxn>
                    <a:cxn ang="0">
                      <a:pos x="3512" y="4268"/>
                    </a:cxn>
                    <a:cxn ang="0">
                      <a:pos x="3233" y="4325"/>
                    </a:cxn>
                    <a:cxn ang="0">
                      <a:pos x="1096" y="4325"/>
                    </a:cxn>
                    <a:cxn ang="0">
                      <a:pos x="817" y="4268"/>
                    </a:cxn>
                    <a:cxn ang="0">
                      <a:pos x="566" y="4150"/>
                    </a:cxn>
                    <a:cxn ang="0">
                      <a:pos x="349" y="3980"/>
                    </a:cxn>
                    <a:cxn ang="0">
                      <a:pos x="179" y="3763"/>
                    </a:cxn>
                    <a:cxn ang="0">
                      <a:pos x="61" y="3512"/>
                    </a:cxn>
                    <a:cxn ang="0">
                      <a:pos x="4" y="3233"/>
                    </a:cxn>
                    <a:cxn ang="0">
                      <a:pos x="4" y="1096"/>
                    </a:cxn>
                    <a:cxn ang="0">
                      <a:pos x="61" y="817"/>
                    </a:cxn>
                    <a:cxn ang="0">
                      <a:pos x="179" y="566"/>
                    </a:cxn>
                    <a:cxn ang="0">
                      <a:pos x="349" y="349"/>
                    </a:cxn>
                    <a:cxn ang="0">
                      <a:pos x="566" y="179"/>
                    </a:cxn>
                    <a:cxn ang="0">
                      <a:pos x="817" y="61"/>
                    </a:cxn>
                    <a:cxn ang="0">
                      <a:pos x="1096" y="4"/>
                    </a:cxn>
                  </a:cxnLst>
                  <a:rect l="0" t="0" r="r" b="b"/>
                  <a:pathLst>
                    <a:path w="4329" h="4329">
                      <a:moveTo>
                        <a:pt x="1194" y="384"/>
                      </a:moveTo>
                      <a:lnTo>
                        <a:pt x="1112" y="388"/>
                      </a:lnTo>
                      <a:lnTo>
                        <a:pt x="1031" y="400"/>
                      </a:lnTo>
                      <a:lnTo>
                        <a:pt x="954" y="421"/>
                      </a:lnTo>
                      <a:lnTo>
                        <a:pt x="879" y="448"/>
                      </a:lnTo>
                      <a:lnTo>
                        <a:pt x="809" y="482"/>
                      </a:lnTo>
                      <a:lnTo>
                        <a:pt x="741" y="522"/>
                      </a:lnTo>
                      <a:lnTo>
                        <a:pt x="679" y="570"/>
                      </a:lnTo>
                      <a:lnTo>
                        <a:pt x="622" y="622"/>
                      </a:lnTo>
                      <a:lnTo>
                        <a:pt x="570" y="679"/>
                      </a:lnTo>
                      <a:lnTo>
                        <a:pt x="522" y="741"/>
                      </a:lnTo>
                      <a:lnTo>
                        <a:pt x="482" y="809"/>
                      </a:lnTo>
                      <a:lnTo>
                        <a:pt x="447" y="880"/>
                      </a:lnTo>
                      <a:lnTo>
                        <a:pt x="421" y="954"/>
                      </a:lnTo>
                      <a:lnTo>
                        <a:pt x="400" y="1031"/>
                      </a:lnTo>
                      <a:lnTo>
                        <a:pt x="388" y="1112"/>
                      </a:lnTo>
                      <a:lnTo>
                        <a:pt x="384" y="1195"/>
                      </a:lnTo>
                      <a:lnTo>
                        <a:pt x="384" y="3135"/>
                      </a:lnTo>
                      <a:lnTo>
                        <a:pt x="388" y="3217"/>
                      </a:lnTo>
                      <a:lnTo>
                        <a:pt x="400" y="3298"/>
                      </a:lnTo>
                      <a:lnTo>
                        <a:pt x="421" y="3375"/>
                      </a:lnTo>
                      <a:lnTo>
                        <a:pt x="447" y="3450"/>
                      </a:lnTo>
                      <a:lnTo>
                        <a:pt x="482" y="3520"/>
                      </a:lnTo>
                      <a:lnTo>
                        <a:pt x="522" y="3588"/>
                      </a:lnTo>
                      <a:lnTo>
                        <a:pt x="570" y="3650"/>
                      </a:lnTo>
                      <a:lnTo>
                        <a:pt x="622" y="3708"/>
                      </a:lnTo>
                      <a:lnTo>
                        <a:pt x="679" y="3759"/>
                      </a:lnTo>
                      <a:lnTo>
                        <a:pt x="741" y="3807"/>
                      </a:lnTo>
                      <a:lnTo>
                        <a:pt x="809" y="3847"/>
                      </a:lnTo>
                      <a:lnTo>
                        <a:pt x="879" y="3882"/>
                      </a:lnTo>
                      <a:lnTo>
                        <a:pt x="954" y="3908"/>
                      </a:lnTo>
                      <a:lnTo>
                        <a:pt x="1031" y="3929"/>
                      </a:lnTo>
                      <a:lnTo>
                        <a:pt x="1112" y="3941"/>
                      </a:lnTo>
                      <a:lnTo>
                        <a:pt x="1194" y="3945"/>
                      </a:lnTo>
                      <a:lnTo>
                        <a:pt x="3134" y="3945"/>
                      </a:lnTo>
                      <a:lnTo>
                        <a:pt x="3217" y="3941"/>
                      </a:lnTo>
                      <a:lnTo>
                        <a:pt x="3298" y="3929"/>
                      </a:lnTo>
                      <a:lnTo>
                        <a:pt x="3375" y="3908"/>
                      </a:lnTo>
                      <a:lnTo>
                        <a:pt x="3449" y="3882"/>
                      </a:lnTo>
                      <a:lnTo>
                        <a:pt x="3520" y="3847"/>
                      </a:lnTo>
                      <a:lnTo>
                        <a:pt x="3588" y="3807"/>
                      </a:lnTo>
                      <a:lnTo>
                        <a:pt x="3650" y="3759"/>
                      </a:lnTo>
                      <a:lnTo>
                        <a:pt x="3707" y="3708"/>
                      </a:lnTo>
                      <a:lnTo>
                        <a:pt x="3759" y="3650"/>
                      </a:lnTo>
                      <a:lnTo>
                        <a:pt x="3807" y="3588"/>
                      </a:lnTo>
                      <a:lnTo>
                        <a:pt x="3847" y="3520"/>
                      </a:lnTo>
                      <a:lnTo>
                        <a:pt x="3881" y="3450"/>
                      </a:lnTo>
                      <a:lnTo>
                        <a:pt x="3908" y="3375"/>
                      </a:lnTo>
                      <a:lnTo>
                        <a:pt x="3929" y="3298"/>
                      </a:lnTo>
                      <a:lnTo>
                        <a:pt x="3941" y="3217"/>
                      </a:lnTo>
                      <a:lnTo>
                        <a:pt x="3945" y="3135"/>
                      </a:lnTo>
                      <a:lnTo>
                        <a:pt x="3945" y="1195"/>
                      </a:lnTo>
                      <a:lnTo>
                        <a:pt x="3941" y="1112"/>
                      </a:lnTo>
                      <a:lnTo>
                        <a:pt x="3929" y="1031"/>
                      </a:lnTo>
                      <a:lnTo>
                        <a:pt x="3908" y="954"/>
                      </a:lnTo>
                      <a:lnTo>
                        <a:pt x="3881" y="880"/>
                      </a:lnTo>
                      <a:lnTo>
                        <a:pt x="3847" y="809"/>
                      </a:lnTo>
                      <a:lnTo>
                        <a:pt x="3807" y="741"/>
                      </a:lnTo>
                      <a:lnTo>
                        <a:pt x="3759" y="679"/>
                      </a:lnTo>
                      <a:lnTo>
                        <a:pt x="3707" y="622"/>
                      </a:lnTo>
                      <a:lnTo>
                        <a:pt x="3650" y="570"/>
                      </a:lnTo>
                      <a:lnTo>
                        <a:pt x="3588" y="522"/>
                      </a:lnTo>
                      <a:lnTo>
                        <a:pt x="3520" y="482"/>
                      </a:lnTo>
                      <a:lnTo>
                        <a:pt x="3449" y="448"/>
                      </a:lnTo>
                      <a:lnTo>
                        <a:pt x="3375" y="421"/>
                      </a:lnTo>
                      <a:lnTo>
                        <a:pt x="3298" y="400"/>
                      </a:lnTo>
                      <a:lnTo>
                        <a:pt x="3217" y="388"/>
                      </a:lnTo>
                      <a:lnTo>
                        <a:pt x="3134" y="384"/>
                      </a:lnTo>
                      <a:lnTo>
                        <a:pt x="1194" y="384"/>
                      </a:lnTo>
                      <a:close/>
                      <a:moveTo>
                        <a:pt x="1194" y="0"/>
                      </a:moveTo>
                      <a:lnTo>
                        <a:pt x="3134" y="0"/>
                      </a:lnTo>
                      <a:lnTo>
                        <a:pt x="3233" y="4"/>
                      </a:lnTo>
                      <a:lnTo>
                        <a:pt x="3328" y="16"/>
                      </a:lnTo>
                      <a:lnTo>
                        <a:pt x="3421" y="34"/>
                      </a:lnTo>
                      <a:lnTo>
                        <a:pt x="3512" y="61"/>
                      </a:lnTo>
                      <a:lnTo>
                        <a:pt x="3600" y="94"/>
                      </a:lnTo>
                      <a:lnTo>
                        <a:pt x="3683" y="133"/>
                      </a:lnTo>
                      <a:lnTo>
                        <a:pt x="3763" y="179"/>
                      </a:lnTo>
                      <a:lnTo>
                        <a:pt x="3840" y="231"/>
                      </a:lnTo>
                      <a:lnTo>
                        <a:pt x="3912" y="288"/>
                      </a:lnTo>
                      <a:lnTo>
                        <a:pt x="3980" y="349"/>
                      </a:lnTo>
                      <a:lnTo>
                        <a:pt x="4041" y="417"/>
                      </a:lnTo>
                      <a:lnTo>
                        <a:pt x="4098" y="489"/>
                      </a:lnTo>
                      <a:lnTo>
                        <a:pt x="4150" y="566"/>
                      </a:lnTo>
                      <a:lnTo>
                        <a:pt x="4196" y="646"/>
                      </a:lnTo>
                      <a:lnTo>
                        <a:pt x="4235" y="729"/>
                      </a:lnTo>
                      <a:lnTo>
                        <a:pt x="4268" y="817"/>
                      </a:lnTo>
                      <a:lnTo>
                        <a:pt x="4295" y="908"/>
                      </a:lnTo>
                      <a:lnTo>
                        <a:pt x="4313" y="1001"/>
                      </a:lnTo>
                      <a:lnTo>
                        <a:pt x="4325" y="1096"/>
                      </a:lnTo>
                      <a:lnTo>
                        <a:pt x="4329" y="1195"/>
                      </a:lnTo>
                      <a:lnTo>
                        <a:pt x="4329" y="3135"/>
                      </a:lnTo>
                      <a:lnTo>
                        <a:pt x="4325" y="3233"/>
                      </a:lnTo>
                      <a:lnTo>
                        <a:pt x="4313" y="3329"/>
                      </a:lnTo>
                      <a:lnTo>
                        <a:pt x="4295" y="3422"/>
                      </a:lnTo>
                      <a:lnTo>
                        <a:pt x="4268" y="3512"/>
                      </a:lnTo>
                      <a:lnTo>
                        <a:pt x="4235" y="3600"/>
                      </a:lnTo>
                      <a:lnTo>
                        <a:pt x="4196" y="3684"/>
                      </a:lnTo>
                      <a:lnTo>
                        <a:pt x="4150" y="3763"/>
                      </a:lnTo>
                      <a:lnTo>
                        <a:pt x="4098" y="3840"/>
                      </a:lnTo>
                      <a:lnTo>
                        <a:pt x="4041" y="3912"/>
                      </a:lnTo>
                      <a:lnTo>
                        <a:pt x="3980" y="3980"/>
                      </a:lnTo>
                      <a:lnTo>
                        <a:pt x="3912" y="4041"/>
                      </a:lnTo>
                      <a:lnTo>
                        <a:pt x="3840" y="4098"/>
                      </a:lnTo>
                      <a:lnTo>
                        <a:pt x="3763" y="4150"/>
                      </a:lnTo>
                      <a:lnTo>
                        <a:pt x="3683" y="4197"/>
                      </a:lnTo>
                      <a:lnTo>
                        <a:pt x="3600" y="4235"/>
                      </a:lnTo>
                      <a:lnTo>
                        <a:pt x="3512" y="4268"/>
                      </a:lnTo>
                      <a:lnTo>
                        <a:pt x="3421" y="4295"/>
                      </a:lnTo>
                      <a:lnTo>
                        <a:pt x="3328" y="4313"/>
                      </a:lnTo>
                      <a:lnTo>
                        <a:pt x="3233" y="4325"/>
                      </a:lnTo>
                      <a:lnTo>
                        <a:pt x="3134" y="4329"/>
                      </a:lnTo>
                      <a:lnTo>
                        <a:pt x="1194" y="4329"/>
                      </a:lnTo>
                      <a:lnTo>
                        <a:pt x="1096" y="4325"/>
                      </a:lnTo>
                      <a:lnTo>
                        <a:pt x="1000" y="4313"/>
                      </a:lnTo>
                      <a:lnTo>
                        <a:pt x="907" y="4295"/>
                      </a:lnTo>
                      <a:lnTo>
                        <a:pt x="817" y="4268"/>
                      </a:lnTo>
                      <a:lnTo>
                        <a:pt x="729" y="4235"/>
                      </a:lnTo>
                      <a:lnTo>
                        <a:pt x="645" y="4197"/>
                      </a:lnTo>
                      <a:lnTo>
                        <a:pt x="566" y="4150"/>
                      </a:lnTo>
                      <a:lnTo>
                        <a:pt x="489" y="4098"/>
                      </a:lnTo>
                      <a:lnTo>
                        <a:pt x="417" y="4041"/>
                      </a:lnTo>
                      <a:lnTo>
                        <a:pt x="349" y="3980"/>
                      </a:lnTo>
                      <a:lnTo>
                        <a:pt x="288" y="3912"/>
                      </a:lnTo>
                      <a:lnTo>
                        <a:pt x="231" y="3840"/>
                      </a:lnTo>
                      <a:lnTo>
                        <a:pt x="179" y="3763"/>
                      </a:lnTo>
                      <a:lnTo>
                        <a:pt x="133" y="3684"/>
                      </a:lnTo>
                      <a:lnTo>
                        <a:pt x="94" y="3600"/>
                      </a:lnTo>
                      <a:lnTo>
                        <a:pt x="61" y="3512"/>
                      </a:lnTo>
                      <a:lnTo>
                        <a:pt x="34" y="3422"/>
                      </a:lnTo>
                      <a:lnTo>
                        <a:pt x="16" y="3329"/>
                      </a:lnTo>
                      <a:lnTo>
                        <a:pt x="4" y="3233"/>
                      </a:lnTo>
                      <a:lnTo>
                        <a:pt x="0" y="3135"/>
                      </a:lnTo>
                      <a:lnTo>
                        <a:pt x="0" y="1195"/>
                      </a:lnTo>
                      <a:lnTo>
                        <a:pt x="4" y="1096"/>
                      </a:lnTo>
                      <a:lnTo>
                        <a:pt x="16" y="1001"/>
                      </a:lnTo>
                      <a:lnTo>
                        <a:pt x="34" y="908"/>
                      </a:lnTo>
                      <a:lnTo>
                        <a:pt x="61" y="817"/>
                      </a:lnTo>
                      <a:lnTo>
                        <a:pt x="94" y="729"/>
                      </a:lnTo>
                      <a:lnTo>
                        <a:pt x="133" y="646"/>
                      </a:lnTo>
                      <a:lnTo>
                        <a:pt x="179" y="566"/>
                      </a:lnTo>
                      <a:lnTo>
                        <a:pt x="231" y="489"/>
                      </a:lnTo>
                      <a:lnTo>
                        <a:pt x="288" y="417"/>
                      </a:lnTo>
                      <a:lnTo>
                        <a:pt x="349" y="349"/>
                      </a:lnTo>
                      <a:lnTo>
                        <a:pt x="417" y="288"/>
                      </a:lnTo>
                      <a:lnTo>
                        <a:pt x="489" y="231"/>
                      </a:lnTo>
                      <a:lnTo>
                        <a:pt x="566" y="179"/>
                      </a:lnTo>
                      <a:lnTo>
                        <a:pt x="645" y="133"/>
                      </a:lnTo>
                      <a:lnTo>
                        <a:pt x="729" y="94"/>
                      </a:lnTo>
                      <a:lnTo>
                        <a:pt x="817" y="61"/>
                      </a:lnTo>
                      <a:lnTo>
                        <a:pt x="907" y="34"/>
                      </a:lnTo>
                      <a:lnTo>
                        <a:pt x="1000" y="16"/>
                      </a:lnTo>
                      <a:lnTo>
                        <a:pt x="1096" y="4"/>
                      </a:lnTo>
                      <a:lnTo>
                        <a:pt x="1194"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46" name="Freeform 9">
                  <a:extLst>
                    <a:ext uri="{FF2B5EF4-FFF2-40B4-BE49-F238E27FC236}">
                      <a16:creationId xmlns:a16="http://schemas.microsoft.com/office/drawing/2014/main" id="{94532190-24E5-9443-AE6D-07D5D61DF9E7}"/>
                    </a:ext>
                  </a:extLst>
                </p:cNvPr>
                <p:cNvSpPr>
                  <a:spLocks noEditPoints="1"/>
                </p:cNvSpPr>
                <p:nvPr/>
              </p:nvSpPr>
              <p:spPr bwMode="auto">
                <a:xfrm>
                  <a:off x="6068192" y="5509963"/>
                  <a:ext cx="106547" cy="106547"/>
                </a:xfrm>
                <a:custGeom>
                  <a:avLst/>
                  <a:gdLst/>
                  <a:ahLst/>
                  <a:cxnLst>
                    <a:cxn ang="0">
                      <a:pos x="969" y="398"/>
                    </a:cxn>
                    <a:cxn ang="0">
                      <a:pos x="768" y="473"/>
                    </a:cxn>
                    <a:cxn ang="0">
                      <a:pos x="599" y="598"/>
                    </a:cxn>
                    <a:cxn ang="0">
                      <a:pos x="473" y="767"/>
                    </a:cxn>
                    <a:cxn ang="0">
                      <a:pos x="400" y="967"/>
                    </a:cxn>
                    <a:cxn ang="0">
                      <a:pos x="389" y="1189"/>
                    </a:cxn>
                    <a:cxn ang="0">
                      <a:pos x="443" y="1399"/>
                    </a:cxn>
                    <a:cxn ang="0">
                      <a:pos x="553" y="1580"/>
                    </a:cxn>
                    <a:cxn ang="0">
                      <a:pos x="708" y="1721"/>
                    </a:cxn>
                    <a:cxn ang="0">
                      <a:pos x="900" y="1812"/>
                    </a:cxn>
                    <a:cxn ang="0">
                      <a:pos x="1116" y="1846"/>
                    </a:cxn>
                    <a:cxn ang="0">
                      <a:pos x="1333" y="1812"/>
                    </a:cxn>
                    <a:cxn ang="0">
                      <a:pos x="1524" y="1721"/>
                    </a:cxn>
                    <a:cxn ang="0">
                      <a:pos x="1680" y="1580"/>
                    </a:cxn>
                    <a:cxn ang="0">
                      <a:pos x="1790" y="1399"/>
                    </a:cxn>
                    <a:cxn ang="0">
                      <a:pos x="1843" y="1189"/>
                    </a:cxn>
                    <a:cxn ang="0">
                      <a:pos x="1833" y="967"/>
                    </a:cxn>
                    <a:cxn ang="0">
                      <a:pos x="1760" y="767"/>
                    </a:cxn>
                    <a:cxn ang="0">
                      <a:pos x="1633" y="598"/>
                    </a:cxn>
                    <a:cxn ang="0">
                      <a:pos x="1465" y="473"/>
                    </a:cxn>
                    <a:cxn ang="0">
                      <a:pos x="1264" y="398"/>
                    </a:cxn>
                    <a:cxn ang="0">
                      <a:pos x="1116" y="0"/>
                    </a:cxn>
                    <a:cxn ang="0">
                      <a:pos x="1398" y="36"/>
                    </a:cxn>
                    <a:cxn ang="0">
                      <a:pos x="1653" y="137"/>
                    </a:cxn>
                    <a:cxn ang="0">
                      <a:pos x="1872" y="295"/>
                    </a:cxn>
                    <a:cxn ang="0">
                      <a:pos x="2047" y="501"/>
                    </a:cxn>
                    <a:cxn ang="0">
                      <a:pos x="2169" y="745"/>
                    </a:cxn>
                    <a:cxn ang="0">
                      <a:pos x="2227" y="1019"/>
                    </a:cxn>
                    <a:cxn ang="0">
                      <a:pos x="2215" y="1305"/>
                    </a:cxn>
                    <a:cxn ang="0">
                      <a:pos x="2134" y="1569"/>
                    </a:cxn>
                    <a:cxn ang="0">
                      <a:pos x="1995" y="1802"/>
                    </a:cxn>
                    <a:cxn ang="0">
                      <a:pos x="1803" y="1993"/>
                    </a:cxn>
                    <a:cxn ang="0">
                      <a:pos x="1571" y="2133"/>
                    </a:cxn>
                    <a:cxn ang="0">
                      <a:pos x="1306" y="2214"/>
                    </a:cxn>
                    <a:cxn ang="0">
                      <a:pos x="1021" y="2226"/>
                    </a:cxn>
                    <a:cxn ang="0">
                      <a:pos x="747" y="2167"/>
                    </a:cxn>
                    <a:cxn ang="0">
                      <a:pos x="502" y="2045"/>
                    </a:cxn>
                    <a:cxn ang="0">
                      <a:pos x="296" y="1871"/>
                    </a:cxn>
                    <a:cxn ang="0">
                      <a:pos x="138" y="1652"/>
                    </a:cxn>
                    <a:cxn ang="0">
                      <a:pos x="36" y="1396"/>
                    </a:cxn>
                    <a:cxn ang="0">
                      <a:pos x="0" y="1115"/>
                    </a:cxn>
                    <a:cxn ang="0">
                      <a:pos x="36" y="833"/>
                    </a:cxn>
                    <a:cxn ang="0">
                      <a:pos x="138" y="578"/>
                    </a:cxn>
                    <a:cxn ang="0">
                      <a:pos x="296" y="359"/>
                    </a:cxn>
                    <a:cxn ang="0">
                      <a:pos x="502" y="184"/>
                    </a:cxn>
                    <a:cxn ang="0">
                      <a:pos x="747" y="62"/>
                    </a:cxn>
                    <a:cxn ang="0">
                      <a:pos x="1021" y="4"/>
                    </a:cxn>
                  </a:cxnLst>
                  <a:rect l="0" t="0" r="r" b="b"/>
                  <a:pathLst>
                    <a:path w="2231" h="2230">
                      <a:moveTo>
                        <a:pt x="1116" y="384"/>
                      </a:moveTo>
                      <a:lnTo>
                        <a:pt x="1042" y="388"/>
                      </a:lnTo>
                      <a:lnTo>
                        <a:pt x="969" y="398"/>
                      </a:lnTo>
                      <a:lnTo>
                        <a:pt x="898" y="417"/>
                      </a:lnTo>
                      <a:lnTo>
                        <a:pt x="832" y="441"/>
                      </a:lnTo>
                      <a:lnTo>
                        <a:pt x="768" y="473"/>
                      </a:lnTo>
                      <a:lnTo>
                        <a:pt x="707" y="509"/>
                      </a:lnTo>
                      <a:lnTo>
                        <a:pt x="651" y="551"/>
                      </a:lnTo>
                      <a:lnTo>
                        <a:pt x="599" y="598"/>
                      </a:lnTo>
                      <a:lnTo>
                        <a:pt x="553" y="650"/>
                      </a:lnTo>
                      <a:lnTo>
                        <a:pt x="510" y="707"/>
                      </a:lnTo>
                      <a:lnTo>
                        <a:pt x="473" y="767"/>
                      </a:lnTo>
                      <a:lnTo>
                        <a:pt x="443" y="830"/>
                      </a:lnTo>
                      <a:lnTo>
                        <a:pt x="419" y="898"/>
                      </a:lnTo>
                      <a:lnTo>
                        <a:pt x="400" y="967"/>
                      </a:lnTo>
                      <a:lnTo>
                        <a:pt x="389" y="1040"/>
                      </a:lnTo>
                      <a:lnTo>
                        <a:pt x="386" y="1115"/>
                      </a:lnTo>
                      <a:lnTo>
                        <a:pt x="389" y="1189"/>
                      </a:lnTo>
                      <a:lnTo>
                        <a:pt x="400" y="1262"/>
                      </a:lnTo>
                      <a:lnTo>
                        <a:pt x="419" y="1333"/>
                      </a:lnTo>
                      <a:lnTo>
                        <a:pt x="443" y="1399"/>
                      </a:lnTo>
                      <a:lnTo>
                        <a:pt x="475" y="1463"/>
                      </a:lnTo>
                      <a:lnTo>
                        <a:pt x="510" y="1524"/>
                      </a:lnTo>
                      <a:lnTo>
                        <a:pt x="553" y="1580"/>
                      </a:lnTo>
                      <a:lnTo>
                        <a:pt x="599" y="1632"/>
                      </a:lnTo>
                      <a:lnTo>
                        <a:pt x="651" y="1678"/>
                      </a:lnTo>
                      <a:lnTo>
                        <a:pt x="708" y="1721"/>
                      </a:lnTo>
                      <a:lnTo>
                        <a:pt x="768" y="1758"/>
                      </a:lnTo>
                      <a:lnTo>
                        <a:pt x="832" y="1788"/>
                      </a:lnTo>
                      <a:lnTo>
                        <a:pt x="900" y="1812"/>
                      </a:lnTo>
                      <a:lnTo>
                        <a:pt x="969" y="1831"/>
                      </a:lnTo>
                      <a:lnTo>
                        <a:pt x="1042" y="1842"/>
                      </a:lnTo>
                      <a:lnTo>
                        <a:pt x="1116" y="1846"/>
                      </a:lnTo>
                      <a:lnTo>
                        <a:pt x="1191" y="1842"/>
                      </a:lnTo>
                      <a:lnTo>
                        <a:pt x="1264" y="1831"/>
                      </a:lnTo>
                      <a:lnTo>
                        <a:pt x="1333" y="1812"/>
                      </a:lnTo>
                      <a:lnTo>
                        <a:pt x="1401" y="1788"/>
                      </a:lnTo>
                      <a:lnTo>
                        <a:pt x="1465" y="1758"/>
                      </a:lnTo>
                      <a:lnTo>
                        <a:pt x="1524" y="1721"/>
                      </a:lnTo>
                      <a:lnTo>
                        <a:pt x="1581" y="1678"/>
                      </a:lnTo>
                      <a:lnTo>
                        <a:pt x="1633" y="1632"/>
                      </a:lnTo>
                      <a:lnTo>
                        <a:pt x="1680" y="1580"/>
                      </a:lnTo>
                      <a:lnTo>
                        <a:pt x="1722" y="1524"/>
                      </a:lnTo>
                      <a:lnTo>
                        <a:pt x="1758" y="1463"/>
                      </a:lnTo>
                      <a:lnTo>
                        <a:pt x="1790" y="1399"/>
                      </a:lnTo>
                      <a:lnTo>
                        <a:pt x="1814" y="1333"/>
                      </a:lnTo>
                      <a:lnTo>
                        <a:pt x="1833" y="1262"/>
                      </a:lnTo>
                      <a:lnTo>
                        <a:pt x="1843" y="1189"/>
                      </a:lnTo>
                      <a:lnTo>
                        <a:pt x="1847" y="1115"/>
                      </a:lnTo>
                      <a:lnTo>
                        <a:pt x="1843" y="1040"/>
                      </a:lnTo>
                      <a:lnTo>
                        <a:pt x="1833" y="967"/>
                      </a:lnTo>
                      <a:lnTo>
                        <a:pt x="1814" y="898"/>
                      </a:lnTo>
                      <a:lnTo>
                        <a:pt x="1790" y="830"/>
                      </a:lnTo>
                      <a:lnTo>
                        <a:pt x="1760" y="767"/>
                      </a:lnTo>
                      <a:lnTo>
                        <a:pt x="1722" y="707"/>
                      </a:lnTo>
                      <a:lnTo>
                        <a:pt x="1680" y="650"/>
                      </a:lnTo>
                      <a:lnTo>
                        <a:pt x="1633" y="598"/>
                      </a:lnTo>
                      <a:lnTo>
                        <a:pt x="1581" y="551"/>
                      </a:lnTo>
                      <a:lnTo>
                        <a:pt x="1526" y="509"/>
                      </a:lnTo>
                      <a:lnTo>
                        <a:pt x="1465" y="473"/>
                      </a:lnTo>
                      <a:lnTo>
                        <a:pt x="1401" y="441"/>
                      </a:lnTo>
                      <a:lnTo>
                        <a:pt x="1334" y="417"/>
                      </a:lnTo>
                      <a:lnTo>
                        <a:pt x="1264" y="398"/>
                      </a:lnTo>
                      <a:lnTo>
                        <a:pt x="1191" y="388"/>
                      </a:lnTo>
                      <a:lnTo>
                        <a:pt x="1116" y="384"/>
                      </a:lnTo>
                      <a:close/>
                      <a:moveTo>
                        <a:pt x="1116" y="0"/>
                      </a:moveTo>
                      <a:lnTo>
                        <a:pt x="1212" y="4"/>
                      </a:lnTo>
                      <a:lnTo>
                        <a:pt x="1306" y="16"/>
                      </a:lnTo>
                      <a:lnTo>
                        <a:pt x="1398" y="36"/>
                      </a:lnTo>
                      <a:lnTo>
                        <a:pt x="1486" y="62"/>
                      </a:lnTo>
                      <a:lnTo>
                        <a:pt x="1571" y="97"/>
                      </a:lnTo>
                      <a:lnTo>
                        <a:pt x="1653" y="137"/>
                      </a:lnTo>
                      <a:lnTo>
                        <a:pt x="1730" y="184"/>
                      </a:lnTo>
                      <a:lnTo>
                        <a:pt x="1803" y="236"/>
                      </a:lnTo>
                      <a:lnTo>
                        <a:pt x="1872" y="295"/>
                      </a:lnTo>
                      <a:lnTo>
                        <a:pt x="1936" y="359"/>
                      </a:lnTo>
                      <a:lnTo>
                        <a:pt x="1995" y="428"/>
                      </a:lnTo>
                      <a:lnTo>
                        <a:pt x="2047" y="501"/>
                      </a:lnTo>
                      <a:lnTo>
                        <a:pt x="2094" y="578"/>
                      </a:lnTo>
                      <a:lnTo>
                        <a:pt x="2134" y="660"/>
                      </a:lnTo>
                      <a:lnTo>
                        <a:pt x="2169" y="745"/>
                      </a:lnTo>
                      <a:lnTo>
                        <a:pt x="2195" y="833"/>
                      </a:lnTo>
                      <a:lnTo>
                        <a:pt x="2215" y="925"/>
                      </a:lnTo>
                      <a:lnTo>
                        <a:pt x="2227" y="1019"/>
                      </a:lnTo>
                      <a:lnTo>
                        <a:pt x="2231" y="1115"/>
                      </a:lnTo>
                      <a:lnTo>
                        <a:pt x="2227" y="1210"/>
                      </a:lnTo>
                      <a:lnTo>
                        <a:pt x="2215" y="1305"/>
                      </a:lnTo>
                      <a:lnTo>
                        <a:pt x="2195" y="1396"/>
                      </a:lnTo>
                      <a:lnTo>
                        <a:pt x="2169" y="1484"/>
                      </a:lnTo>
                      <a:lnTo>
                        <a:pt x="2134" y="1569"/>
                      </a:lnTo>
                      <a:lnTo>
                        <a:pt x="2094" y="1652"/>
                      </a:lnTo>
                      <a:lnTo>
                        <a:pt x="2047" y="1729"/>
                      </a:lnTo>
                      <a:lnTo>
                        <a:pt x="1995" y="1802"/>
                      </a:lnTo>
                      <a:lnTo>
                        <a:pt x="1936" y="1871"/>
                      </a:lnTo>
                      <a:lnTo>
                        <a:pt x="1872" y="1935"/>
                      </a:lnTo>
                      <a:lnTo>
                        <a:pt x="1803" y="1993"/>
                      </a:lnTo>
                      <a:lnTo>
                        <a:pt x="1730" y="2045"/>
                      </a:lnTo>
                      <a:lnTo>
                        <a:pt x="1653" y="2093"/>
                      </a:lnTo>
                      <a:lnTo>
                        <a:pt x="1571" y="2133"/>
                      </a:lnTo>
                      <a:lnTo>
                        <a:pt x="1486" y="2167"/>
                      </a:lnTo>
                      <a:lnTo>
                        <a:pt x="1398" y="2194"/>
                      </a:lnTo>
                      <a:lnTo>
                        <a:pt x="1306" y="2214"/>
                      </a:lnTo>
                      <a:lnTo>
                        <a:pt x="1212" y="2226"/>
                      </a:lnTo>
                      <a:lnTo>
                        <a:pt x="1116" y="2230"/>
                      </a:lnTo>
                      <a:lnTo>
                        <a:pt x="1021" y="2226"/>
                      </a:lnTo>
                      <a:lnTo>
                        <a:pt x="926" y="2214"/>
                      </a:lnTo>
                      <a:lnTo>
                        <a:pt x="835" y="2194"/>
                      </a:lnTo>
                      <a:lnTo>
                        <a:pt x="747" y="2167"/>
                      </a:lnTo>
                      <a:lnTo>
                        <a:pt x="662" y="2133"/>
                      </a:lnTo>
                      <a:lnTo>
                        <a:pt x="580" y="2093"/>
                      </a:lnTo>
                      <a:lnTo>
                        <a:pt x="502" y="2045"/>
                      </a:lnTo>
                      <a:lnTo>
                        <a:pt x="429" y="1993"/>
                      </a:lnTo>
                      <a:lnTo>
                        <a:pt x="360" y="1935"/>
                      </a:lnTo>
                      <a:lnTo>
                        <a:pt x="296" y="1871"/>
                      </a:lnTo>
                      <a:lnTo>
                        <a:pt x="238" y="1802"/>
                      </a:lnTo>
                      <a:lnTo>
                        <a:pt x="185" y="1729"/>
                      </a:lnTo>
                      <a:lnTo>
                        <a:pt x="138" y="1652"/>
                      </a:lnTo>
                      <a:lnTo>
                        <a:pt x="97" y="1569"/>
                      </a:lnTo>
                      <a:lnTo>
                        <a:pt x="63" y="1484"/>
                      </a:lnTo>
                      <a:lnTo>
                        <a:pt x="36" y="1396"/>
                      </a:lnTo>
                      <a:lnTo>
                        <a:pt x="16" y="1305"/>
                      </a:lnTo>
                      <a:lnTo>
                        <a:pt x="4" y="1210"/>
                      </a:lnTo>
                      <a:lnTo>
                        <a:pt x="0" y="1115"/>
                      </a:lnTo>
                      <a:lnTo>
                        <a:pt x="4" y="1019"/>
                      </a:lnTo>
                      <a:lnTo>
                        <a:pt x="16" y="925"/>
                      </a:lnTo>
                      <a:lnTo>
                        <a:pt x="36" y="833"/>
                      </a:lnTo>
                      <a:lnTo>
                        <a:pt x="63" y="745"/>
                      </a:lnTo>
                      <a:lnTo>
                        <a:pt x="97" y="660"/>
                      </a:lnTo>
                      <a:lnTo>
                        <a:pt x="138" y="578"/>
                      </a:lnTo>
                      <a:lnTo>
                        <a:pt x="185" y="501"/>
                      </a:lnTo>
                      <a:lnTo>
                        <a:pt x="238" y="428"/>
                      </a:lnTo>
                      <a:lnTo>
                        <a:pt x="296" y="359"/>
                      </a:lnTo>
                      <a:lnTo>
                        <a:pt x="360" y="295"/>
                      </a:lnTo>
                      <a:lnTo>
                        <a:pt x="429" y="236"/>
                      </a:lnTo>
                      <a:lnTo>
                        <a:pt x="502" y="184"/>
                      </a:lnTo>
                      <a:lnTo>
                        <a:pt x="580" y="137"/>
                      </a:lnTo>
                      <a:lnTo>
                        <a:pt x="662" y="97"/>
                      </a:lnTo>
                      <a:lnTo>
                        <a:pt x="747" y="62"/>
                      </a:lnTo>
                      <a:lnTo>
                        <a:pt x="835" y="36"/>
                      </a:lnTo>
                      <a:lnTo>
                        <a:pt x="926" y="16"/>
                      </a:lnTo>
                      <a:lnTo>
                        <a:pt x="1021" y="4"/>
                      </a:lnTo>
                      <a:lnTo>
                        <a:pt x="1116"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47" name="Freeform 10">
                  <a:extLst>
                    <a:ext uri="{FF2B5EF4-FFF2-40B4-BE49-F238E27FC236}">
                      <a16:creationId xmlns:a16="http://schemas.microsoft.com/office/drawing/2014/main" id="{1E657960-0285-5D41-A6EB-4A2E25EB9C41}"/>
                    </a:ext>
                  </a:extLst>
                </p:cNvPr>
                <p:cNvSpPr>
                  <a:spLocks/>
                </p:cNvSpPr>
                <p:nvPr/>
              </p:nvSpPr>
              <p:spPr bwMode="auto">
                <a:xfrm>
                  <a:off x="6163473" y="5494496"/>
                  <a:ext cx="26923" cy="26923"/>
                </a:xfrm>
                <a:custGeom>
                  <a:avLst/>
                  <a:gdLst/>
                  <a:ahLst/>
                  <a:cxnLst>
                    <a:cxn ang="0">
                      <a:pos x="282" y="0"/>
                    </a:cxn>
                    <a:cxn ang="0">
                      <a:pos x="326" y="4"/>
                    </a:cxn>
                    <a:cxn ang="0">
                      <a:pos x="368" y="14"/>
                    </a:cxn>
                    <a:cxn ang="0">
                      <a:pos x="410" y="30"/>
                    </a:cxn>
                    <a:cxn ang="0">
                      <a:pos x="447" y="54"/>
                    </a:cxn>
                    <a:cxn ang="0">
                      <a:pos x="481" y="82"/>
                    </a:cxn>
                    <a:cxn ang="0">
                      <a:pos x="509" y="117"/>
                    </a:cxn>
                    <a:cxn ang="0">
                      <a:pos x="533" y="154"/>
                    </a:cxn>
                    <a:cxn ang="0">
                      <a:pos x="549" y="195"/>
                    </a:cxn>
                    <a:cxn ang="0">
                      <a:pos x="560" y="238"/>
                    </a:cxn>
                    <a:cxn ang="0">
                      <a:pos x="564" y="282"/>
                    </a:cxn>
                    <a:cxn ang="0">
                      <a:pos x="560" y="325"/>
                    </a:cxn>
                    <a:cxn ang="0">
                      <a:pos x="549" y="369"/>
                    </a:cxn>
                    <a:cxn ang="0">
                      <a:pos x="533" y="409"/>
                    </a:cxn>
                    <a:cxn ang="0">
                      <a:pos x="509" y="448"/>
                    </a:cxn>
                    <a:cxn ang="0">
                      <a:pos x="481" y="481"/>
                    </a:cxn>
                    <a:cxn ang="0">
                      <a:pos x="447" y="510"/>
                    </a:cxn>
                    <a:cxn ang="0">
                      <a:pos x="410" y="533"/>
                    </a:cxn>
                    <a:cxn ang="0">
                      <a:pos x="368" y="550"/>
                    </a:cxn>
                    <a:cxn ang="0">
                      <a:pos x="326" y="559"/>
                    </a:cxn>
                    <a:cxn ang="0">
                      <a:pos x="282" y="563"/>
                    </a:cxn>
                    <a:cxn ang="0">
                      <a:pos x="245" y="561"/>
                    </a:cxn>
                    <a:cxn ang="0">
                      <a:pos x="209" y="554"/>
                    </a:cxn>
                    <a:cxn ang="0">
                      <a:pos x="174" y="542"/>
                    </a:cxn>
                    <a:cxn ang="0">
                      <a:pos x="141" y="526"/>
                    </a:cxn>
                    <a:cxn ang="0">
                      <a:pos x="111" y="505"/>
                    </a:cxn>
                    <a:cxn ang="0">
                      <a:pos x="83" y="481"/>
                    </a:cxn>
                    <a:cxn ang="0">
                      <a:pos x="59" y="453"/>
                    </a:cxn>
                    <a:cxn ang="0">
                      <a:pos x="38" y="422"/>
                    </a:cxn>
                    <a:cxn ang="0">
                      <a:pos x="22" y="389"/>
                    </a:cxn>
                    <a:cxn ang="0">
                      <a:pos x="10" y="355"/>
                    </a:cxn>
                    <a:cxn ang="0">
                      <a:pos x="3" y="319"/>
                    </a:cxn>
                    <a:cxn ang="0">
                      <a:pos x="0" y="282"/>
                    </a:cxn>
                    <a:cxn ang="0">
                      <a:pos x="4" y="238"/>
                    </a:cxn>
                    <a:cxn ang="0">
                      <a:pos x="14" y="195"/>
                    </a:cxn>
                    <a:cxn ang="0">
                      <a:pos x="31" y="154"/>
                    </a:cxn>
                    <a:cxn ang="0">
                      <a:pos x="54" y="117"/>
                    </a:cxn>
                    <a:cxn ang="0">
                      <a:pos x="83" y="82"/>
                    </a:cxn>
                    <a:cxn ang="0">
                      <a:pos x="116" y="54"/>
                    </a:cxn>
                    <a:cxn ang="0">
                      <a:pos x="155" y="30"/>
                    </a:cxn>
                    <a:cxn ang="0">
                      <a:pos x="194" y="14"/>
                    </a:cxn>
                    <a:cxn ang="0">
                      <a:pos x="238" y="4"/>
                    </a:cxn>
                    <a:cxn ang="0">
                      <a:pos x="282" y="0"/>
                    </a:cxn>
                  </a:cxnLst>
                  <a:rect l="0" t="0" r="r" b="b"/>
                  <a:pathLst>
                    <a:path w="564" h="563">
                      <a:moveTo>
                        <a:pt x="282" y="0"/>
                      </a:moveTo>
                      <a:lnTo>
                        <a:pt x="326" y="4"/>
                      </a:lnTo>
                      <a:lnTo>
                        <a:pt x="368" y="14"/>
                      </a:lnTo>
                      <a:lnTo>
                        <a:pt x="410" y="30"/>
                      </a:lnTo>
                      <a:lnTo>
                        <a:pt x="447" y="54"/>
                      </a:lnTo>
                      <a:lnTo>
                        <a:pt x="481" y="82"/>
                      </a:lnTo>
                      <a:lnTo>
                        <a:pt x="509" y="117"/>
                      </a:lnTo>
                      <a:lnTo>
                        <a:pt x="533" y="154"/>
                      </a:lnTo>
                      <a:lnTo>
                        <a:pt x="549" y="195"/>
                      </a:lnTo>
                      <a:lnTo>
                        <a:pt x="560" y="238"/>
                      </a:lnTo>
                      <a:lnTo>
                        <a:pt x="564" y="282"/>
                      </a:lnTo>
                      <a:lnTo>
                        <a:pt x="560" y="325"/>
                      </a:lnTo>
                      <a:lnTo>
                        <a:pt x="549" y="369"/>
                      </a:lnTo>
                      <a:lnTo>
                        <a:pt x="533" y="409"/>
                      </a:lnTo>
                      <a:lnTo>
                        <a:pt x="509" y="448"/>
                      </a:lnTo>
                      <a:lnTo>
                        <a:pt x="481" y="481"/>
                      </a:lnTo>
                      <a:lnTo>
                        <a:pt x="447" y="510"/>
                      </a:lnTo>
                      <a:lnTo>
                        <a:pt x="410" y="533"/>
                      </a:lnTo>
                      <a:lnTo>
                        <a:pt x="368" y="550"/>
                      </a:lnTo>
                      <a:lnTo>
                        <a:pt x="326" y="559"/>
                      </a:lnTo>
                      <a:lnTo>
                        <a:pt x="282" y="563"/>
                      </a:lnTo>
                      <a:lnTo>
                        <a:pt x="245" y="561"/>
                      </a:lnTo>
                      <a:lnTo>
                        <a:pt x="209" y="554"/>
                      </a:lnTo>
                      <a:lnTo>
                        <a:pt x="174" y="542"/>
                      </a:lnTo>
                      <a:lnTo>
                        <a:pt x="141" y="526"/>
                      </a:lnTo>
                      <a:lnTo>
                        <a:pt x="111" y="505"/>
                      </a:lnTo>
                      <a:lnTo>
                        <a:pt x="83" y="481"/>
                      </a:lnTo>
                      <a:lnTo>
                        <a:pt x="59" y="453"/>
                      </a:lnTo>
                      <a:lnTo>
                        <a:pt x="38" y="422"/>
                      </a:lnTo>
                      <a:lnTo>
                        <a:pt x="22" y="389"/>
                      </a:lnTo>
                      <a:lnTo>
                        <a:pt x="10" y="355"/>
                      </a:lnTo>
                      <a:lnTo>
                        <a:pt x="3" y="319"/>
                      </a:lnTo>
                      <a:lnTo>
                        <a:pt x="0" y="282"/>
                      </a:lnTo>
                      <a:lnTo>
                        <a:pt x="4" y="238"/>
                      </a:lnTo>
                      <a:lnTo>
                        <a:pt x="14" y="195"/>
                      </a:lnTo>
                      <a:lnTo>
                        <a:pt x="31" y="154"/>
                      </a:lnTo>
                      <a:lnTo>
                        <a:pt x="54" y="117"/>
                      </a:lnTo>
                      <a:lnTo>
                        <a:pt x="83" y="82"/>
                      </a:lnTo>
                      <a:lnTo>
                        <a:pt x="116" y="54"/>
                      </a:lnTo>
                      <a:lnTo>
                        <a:pt x="155" y="30"/>
                      </a:lnTo>
                      <a:lnTo>
                        <a:pt x="194" y="14"/>
                      </a:lnTo>
                      <a:lnTo>
                        <a:pt x="238" y="4"/>
                      </a:lnTo>
                      <a:lnTo>
                        <a:pt x="282"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grpSp>
          <p:nvGrpSpPr>
            <p:cNvPr id="34" name="Grupo 139">
              <a:extLst>
                <a:ext uri="{FF2B5EF4-FFF2-40B4-BE49-F238E27FC236}">
                  <a16:creationId xmlns:a16="http://schemas.microsoft.com/office/drawing/2014/main" id="{1E40BC92-E6F5-EA41-80AE-6D69CCA6EC90}"/>
                </a:ext>
              </a:extLst>
            </p:cNvPr>
            <p:cNvGrpSpPr/>
            <p:nvPr/>
          </p:nvGrpSpPr>
          <p:grpSpPr>
            <a:xfrm>
              <a:off x="11231679" y="11388591"/>
              <a:ext cx="569609" cy="569609"/>
              <a:chOff x="5237549" y="5269647"/>
              <a:chExt cx="569609" cy="569609"/>
            </a:xfrm>
          </p:grpSpPr>
          <p:sp>
            <p:nvSpPr>
              <p:cNvPr id="41" name="Elipse 140">
                <a:extLst>
                  <a:ext uri="{FF2B5EF4-FFF2-40B4-BE49-F238E27FC236}">
                    <a16:creationId xmlns:a16="http://schemas.microsoft.com/office/drawing/2014/main" id="{4D71B1A2-EE6D-194E-B142-469614C64584}"/>
                  </a:ext>
                </a:extLst>
              </p:cNvPr>
              <p:cNvSpPr/>
              <p:nvPr/>
            </p:nvSpPr>
            <p:spPr>
              <a:xfrm>
                <a:off x="5237549"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sp>
            <p:nvSpPr>
              <p:cNvPr id="42" name="Freeform 18">
                <a:extLst>
                  <a:ext uri="{FF2B5EF4-FFF2-40B4-BE49-F238E27FC236}">
                    <a16:creationId xmlns:a16="http://schemas.microsoft.com/office/drawing/2014/main" id="{4AA047F1-2CC8-9042-A072-CB7D17E8FB2E}"/>
                  </a:ext>
                </a:extLst>
              </p:cNvPr>
              <p:cNvSpPr>
                <a:spLocks/>
              </p:cNvSpPr>
              <p:nvPr/>
            </p:nvSpPr>
            <p:spPr bwMode="auto">
              <a:xfrm>
                <a:off x="5470839" y="5454641"/>
                <a:ext cx="103031" cy="199622"/>
              </a:xfrm>
              <a:custGeom>
                <a:avLst/>
                <a:gdLst>
                  <a:gd name="T0" fmla="*/ 27 w 27"/>
                  <a:gd name="T1" fmla="*/ 8 h 52"/>
                  <a:gd name="T2" fmla="*/ 22 w 27"/>
                  <a:gd name="T3" fmla="*/ 8 h 52"/>
                  <a:gd name="T4" fmla="*/ 18 w 27"/>
                  <a:gd name="T5" fmla="*/ 13 h 52"/>
                  <a:gd name="T6" fmla="*/ 18 w 27"/>
                  <a:gd name="T7" fmla="*/ 19 h 52"/>
                  <a:gd name="T8" fmla="*/ 27 w 27"/>
                  <a:gd name="T9" fmla="*/ 19 h 52"/>
                  <a:gd name="T10" fmla="*/ 25 w 27"/>
                  <a:gd name="T11" fmla="*/ 28 h 52"/>
                  <a:gd name="T12" fmla="*/ 18 w 27"/>
                  <a:gd name="T13" fmla="*/ 28 h 52"/>
                  <a:gd name="T14" fmla="*/ 18 w 27"/>
                  <a:gd name="T15" fmla="*/ 52 h 52"/>
                  <a:gd name="T16" fmla="*/ 8 w 27"/>
                  <a:gd name="T17" fmla="*/ 52 h 52"/>
                  <a:gd name="T18" fmla="*/ 8 w 27"/>
                  <a:gd name="T19" fmla="*/ 28 h 52"/>
                  <a:gd name="T20" fmla="*/ 0 w 27"/>
                  <a:gd name="T21" fmla="*/ 28 h 52"/>
                  <a:gd name="T22" fmla="*/ 0 w 27"/>
                  <a:gd name="T23" fmla="*/ 19 h 52"/>
                  <a:gd name="T24" fmla="*/ 8 w 27"/>
                  <a:gd name="T25" fmla="*/ 19 h 52"/>
                  <a:gd name="T26" fmla="*/ 8 w 27"/>
                  <a:gd name="T27" fmla="*/ 12 h 52"/>
                  <a:gd name="T28" fmla="*/ 20 w 27"/>
                  <a:gd name="T29" fmla="*/ 0 h 52"/>
                  <a:gd name="T30" fmla="*/ 27 w 27"/>
                  <a:gd name="T31" fmla="*/ 0 h 52"/>
                  <a:gd name="T32" fmla="*/ 27 w 27"/>
                  <a:gd name="T33" fmla="*/ 8 h 52"/>
                  <a:gd name="T34" fmla="*/ 27 w 27"/>
                  <a:gd name="T35"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 h="52">
                    <a:moveTo>
                      <a:pt x="27" y="8"/>
                    </a:moveTo>
                    <a:cubicBezTo>
                      <a:pt x="22" y="8"/>
                      <a:pt x="22" y="8"/>
                      <a:pt x="22" y="8"/>
                    </a:cubicBezTo>
                    <a:cubicBezTo>
                      <a:pt x="18" y="8"/>
                      <a:pt x="18" y="11"/>
                      <a:pt x="18" y="13"/>
                    </a:cubicBezTo>
                    <a:cubicBezTo>
                      <a:pt x="18" y="19"/>
                      <a:pt x="18" y="19"/>
                      <a:pt x="18" y="19"/>
                    </a:cubicBezTo>
                    <a:cubicBezTo>
                      <a:pt x="27" y="19"/>
                      <a:pt x="27" y="19"/>
                      <a:pt x="27" y="19"/>
                    </a:cubicBezTo>
                    <a:cubicBezTo>
                      <a:pt x="25" y="28"/>
                      <a:pt x="25" y="28"/>
                      <a:pt x="25" y="28"/>
                    </a:cubicBezTo>
                    <a:cubicBezTo>
                      <a:pt x="18" y="28"/>
                      <a:pt x="18" y="28"/>
                      <a:pt x="18" y="28"/>
                    </a:cubicBezTo>
                    <a:cubicBezTo>
                      <a:pt x="18" y="52"/>
                      <a:pt x="18" y="52"/>
                      <a:pt x="18" y="52"/>
                    </a:cubicBezTo>
                    <a:cubicBezTo>
                      <a:pt x="8" y="52"/>
                      <a:pt x="8" y="52"/>
                      <a:pt x="8" y="52"/>
                    </a:cubicBezTo>
                    <a:cubicBezTo>
                      <a:pt x="8" y="28"/>
                      <a:pt x="8" y="28"/>
                      <a:pt x="8" y="28"/>
                    </a:cubicBezTo>
                    <a:cubicBezTo>
                      <a:pt x="0" y="28"/>
                      <a:pt x="0" y="28"/>
                      <a:pt x="0" y="28"/>
                    </a:cubicBezTo>
                    <a:cubicBezTo>
                      <a:pt x="0" y="19"/>
                      <a:pt x="0" y="19"/>
                      <a:pt x="0" y="19"/>
                    </a:cubicBezTo>
                    <a:cubicBezTo>
                      <a:pt x="8" y="19"/>
                      <a:pt x="8" y="19"/>
                      <a:pt x="8" y="19"/>
                    </a:cubicBezTo>
                    <a:cubicBezTo>
                      <a:pt x="8" y="12"/>
                      <a:pt x="8" y="12"/>
                      <a:pt x="8" y="12"/>
                    </a:cubicBezTo>
                    <a:cubicBezTo>
                      <a:pt x="8" y="4"/>
                      <a:pt x="13" y="0"/>
                      <a:pt x="20" y="0"/>
                    </a:cubicBezTo>
                    <a:cubicBezTo>
                      <a:pt x="23" y="0"/>
                      <a:pt x="26" y="0"/>
                      <a:pt x="27" y="0"/>
                    </a:cubicBezTo>
                    <a:cubicBezTo>
                      <a:pt x="27" y="8"/>
                      <a:pt x="27" y="8"/>
                      <a:pt x="27" y="8"/>
                    </a:cubicBezTo>
                    <a:cubicBezTo>
                      <a:pt x="27" y="8"/>
                      <a:pt x="27" y="8"/>
                      <a:pt x="27" y="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nvGrpSpPr>
            <p:cNvPr id="35" name="Group 34">
              <a:extLst>
                <a:ext uri="{FF2B5EF4-FFF2-40B4-BE49-F238E27FC236}">
                  <a16:creationId xmlns:a16="http://schemas.microsoft.com/office/drawing/2014/main" id="{470EF5C8-11BA-3649-AD46-4B1111C3B33D}"/>
                </a:ext>
              </a:extLst>
            </p:cNvPr>
            <p:cNvGrpSpPr/>
            <p:nvPr userDrawn="1"/>
          </p:nvGrpSpPr>
          <p:grpSpPr>
            <a:xfrm>
              <a:off x="13259197" y="11388591"/>
              <a:ext cx="569609" cy="569609"/>
              <a:chOff x="13259197" y="11388591"/>
              <a:chExt cx="569609" cy="569609"/>
            </a:xfrm>
          </p:grpSpPr>
          <p:sp>
            <p:nvSpPr>
              <p:cNvPr id="36" name="Elipse 147">
                <a:extLst>
                  <a:ext uri="{FF2B5EF4-FFF2-40B4-BE49-F238E27FC236}">
                    <a16:creationId xmlns:a16="http://schemas.microsoft.com/office/drawing/2014/main" id="{7043043E-80D9-194B-AC67-2603CEA13A7F}"/>
                  </a:ext>
                </a:extLst>
              </p:cNvPr>
              <p:cNvSpPr/>
              <p:nvPr/>
            </p:nvSpPr>
            <p:spPr>
              <a:xfrm>
                <a:off x="13259197" y="11388591"/>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b="0">
                  <a:latin typeface="Century Gothic" panose="020B0502020202020204" pitchFamily="34" charset="0"/>
                </a:endParaRPr>
              </a:p>
            </p:txBody>
          </p:sp>
          <p:grpSp>
            <p:nvGrpSpPr>
              <p:cNvPr id="37" name="Group 36">
                <a:extLst>
                  <a:ext uri="{FF2B5EF4-FFF2-40B4-BE49-F238E27FC236}">
                    <a16:creationId xmlns:a16="http://schemas.microsoft.com/office/drawing/2014/main" id="{8EC5A749-E33B-B14A-BB53-63739ED00B33}"/>
                  </a:ext>
                </a:extLst>
              </p:cNvPr>
              <p:cNvGrpSpPr/>
              <p:nvPr userDrawn="1"/>
            </p:nvGrpSpPr>
            <p:grpSpPr>
              <a:xfrm>
                <a:off x="13441519" y="11573870"/>
                <a:ext cx="217778" cy="204965"/>
                <a:chOff x="13441519" y="11573870"/>
                <a:chExt cx="217778" cy="204965"/>
              </a:xfrm>
              <a:solidFill>
                <a:schemeClr val="accent3"/>
              </a:solidFill>
            </p:grpSpPr>
            <p:sp>
              <p:nvSpPr>
                <p:cNvPr id="38" name="Freeform 37">
                  <a:extLst>
                    <a:ext uri="{FF2B5EF4-FFF2-40B4-BE49-F238E27FC236}">
                      <a16:creationId xmlns:a16="http://schemas.microsoft.com/office/drawing/2014/main" id="{15FD8410-6749-6D45-BCAC-0C958FD3D820}"/>
                    </a:ext>
                  </a:extLst>
                </p:cNvPr>
                <p:cNvSpPr/>
                <p:nvPr userDrawn="1"/>
              </p:nvSpPr>
              <p:spPr>
                <a:xfrm>
                  <a:off x="13441519" y="11573870"/>
                  <a:ext cx="51045" cy="51306"/>
                </a:xfrm>
                <a:custGeom>
                  <a:avLst/>
                  <a:gdLst>
                    <a:gd name="connsiteX0" fmla="*/ 25522 w 51045"/>
                    <a:gd name="connsiteY0" fmla="*/ 0 h 51306"/>
                    <a:gd name="connsiteX1" fmla="*/ 51045 w 51045"/>
                    <a:gd name="connsiteY1" fmla="*/ 25653 h 51306"/>
                    <a:gd name="connsiteX2" fmla="*/ 25522 w 51045"/>
                    <a:gd name="connsiteY2" fmla="*/ 51306 h 51306"/>
                    <a:gd name="connsiteX3" fmla="*/ 0 w 51045"/>
                    <a:gd name="connsiteY3" fmla="*/ 25653 h 51306"/>
                    <a:gd name="connsiteX4" fmla="*/ 25522 w 51045"/>
                    <a:gd name="connsiteY4" fmla="*/ 0 h 51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45" h="51306">
                      <a:moveTo>
                        <a:pt x="25522" y="0"/>
                      </a:moveTo>
                      <a:cubicBezTo>
                        <a:pt x="39615" y="0"/>
                        <a:pt x="51045" y="11482"/>
                        <a:pt x="51045" y="25653"/>
                      </a:cubicBezTo>
                      <a:cubicBezTo>
                        <a:pt x="51045" y="39824"/>
                        <a:pt x="39615" y="51306"/>
                        <a:pt x="25522" y="51306"/>
                      </a:cubicBezTo>
                      <a:cubicBezTo>
                        <a:pt x="11430" y="51306"/>
                        <a:pt x="0" y="39824"/>
                        <a:pt x="0" y="25653"/>
                      </a:cubicBezTo>
                      <a:cubicBezTo>
                        <a:pt x="0" y="11482"/>
                        <a:pt x="11430" y="0"/>
                        <a:pt x="2552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sp>
              <p:nvSpPr>
                <p:cNvPr id="39" name="Freeform 38">
                  <a:extLst>
                    <a:ext uri="{FF2B5EF4-FFF2-40B4-BE49-F238E27FC236}">
                      <a16:creationId xmlns:a16="http://schemas.microsoft.com/office/drawing/2014/main" id="{2F0A1B0C-392B-664D-8312-B1F1E773EE1D}"/>
                    </a:ext>
                  </a:extLst>
                </p:cNvPr>
                <p:cNvSpPr/>
                <p:nvPr userDrawn="1"/>
              </p:nvSpPr>
              <p:spPr>
                <a:xfrm>
                  <a:off x="13441519" y="11637729"/>
                  <a:ext cx="51045" cy="141106"/>
                </a:xfrm>
                <a:custGeom>
                  <a:avLst/>
                  <a:gdLst>
                    <a:gd name="connsiteX0" fmla="*/ 0 w 51045"/>
                    <a:gd name="connsiteY0" fmla="*/ 0 h 141106"/>
                    <a:gd name="connsiteX1" fmla="*/ 51045 w 51045"/>
                    <a:gd name="connsiteY1" fmla="*/ 0 h 141106"/>
                    <a:gd name="connsiteX2" fmla="*/ 51045 w 51045"/>
                    <a:gd name="connsiteY2" fmla="*/ 141106 h 141106"/>
                    <a:gd name="connsiteX3" fmla="*/ 0 w 51045"/>
                    <a:gd name="connsiteY3" fmla="*/ 141106 h 141106"/>
                    <a:gd name="connsiteX4" fmla="*/ 0 w 51045"/>
                    <a:gd name="connsiteY4" fmla="*/ 0 h 141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45" h="141106">
                      <a:moveTo>
                        <a:pt x="0" y="0"/>
                      </a:moveTo>
                      <a:lnTo>
                        <a:pt x="51045" y="0"/>
                      </a:lnTo>
                      <a:lnTo>
                        <a:pt x="51045" y="141106"/>
                      </a:lnTo>
                      <a:lnTo>
                        <a:pt x="0" y="141106"/>
                      </a:lnTo>
                      <a:cubicBezTo>
                        <a:pt x="0" y="141106"/>
                        <a:pt x="0" y="0"/>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sp>
              <p:nvSpPr>
                <p:cNvPr id="40" name="Freeform 39">
                  <a:extLst>
                    <a:ext uri="{FF2B5EF4-FFF2-40B4-BE49-F238E27FC236}">
                      <a16:creationId xmlns:a16="http://schemas.microsoft.com/office/drawing/2014/main" id="{53711924-06DC-2D40-94C0-5178C8F8B1F2}"/>
                    </a:ext>
                  </a:extLst>
                </p:cNvPr>
                <p:cNvSpPr/>
                <p:nvPr userDrawn="1"/>
              </p:nvSpPr>
              <p:spPr>
                <a:xfrm>
                  <a:off x="13518373" y="11637729"/>
                  <a:ext cx="140924" cy="141106"/>
                </a:xfrm>
                <a:custGeom>
                  <a:avLst/>
                  <a:gdLst>
                    <a:gd name="connsiteX0" fmla="*/ 94263 w 140924"/>
                    <a:gd name="connsiteY0" fmla="*/ 0 h 141106"/>
                    <a:gd name="connsiteX1" fmla="*/ 140924 w 140924"/>
                    <a:gd name="connsiteY1" fmla="*/ 64251 h 141106"/>
                    <a:gd name="connsiteX2" fmla="*/ 140924 w 140924"/>
                    <a:gd name="connsiteY2" fmla="*/ 141106 h 141106"/>
                    <a:gd name="connsiteX3" fmla="*/ 89696 w 140924"/>
                    <a:gd name="connsiteY3" fmla="*/ 141106 h 141106"/>
                    <a:gd name="connsiteX4" fmla="*/ 89696 w 140924"/>
                    <a:gd name="connsiteY4" fmla="*/ 64251 h 141106"/>
                    <a:gd name="connsiteX5" fmla="*/ 73020 w 140924"/>
                    <a:gd name="connsiteY5" fmla="*/ 38441 h 141106"/>
                    <a:gd name="connsiteX6" fmla="*/ 51255 w 140924"/>
                    <a:gd name="connsiteY6" fmla="*/ 64251 h 141106"/>
                    <a:gd name="connsiteX7" fmla="*/ 51255 w 140924"/>
                    <a:gd name="connsiteY7" fmla="*/ 141106 h 141106"/>
                    <a:gd name="connsiteX8" fmla="*/ 0 w 140924"/>
                    <a:gd name="connsiteY8" fmla="*/ 141106 h 141106"/>
                    <a:gd name="connsiteX9" fmla="*/ 0 w 140924"/>
                    <a:gd name="connsiteY9" fmla="*/ 183 h 141106"/>
                    <a:gd name="connsiteX10" fmla="*/ 51255 w 140924"/>
                    <a:gd name="connsiteY10" fmla="*/ 183 h 141106"/>
                    <a:gd name="connsiteX11" fmla="*/ 51203 w 140924"/>
                    <a:gd name="connsiteY11" fmla="*/ 22861 h 141106"/>
                    <a:gd name="connsiteX12" fmla="*/ 94263 w 140924"/>
                    <a:gd name="connsiteY12" fmla="*/ 0 h 141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924" h="141106">
                      <a:moveTo>
                        <a:pt x="94263" y="0"/>
                      </a:moveTo>
                      <a:cubicBezTo>
                        <a:pt x="123491" y="0"/>
                        <a:pt x="140924" y="24140"/>
                        <a:pt x="140924" y="64251"/>
                      </a:cubicBezTo>
                      <a:lnTo>
                        <a:pt x="140924" y="141106"/>
                      </a:lnTo>
                      <a:lnTo>
                        <a:pt x="89696" y="141106"/>
                      </a:lnTo>
                      <a:lnTo>
                        <a:pt x="89696" y="64251"/>
                      </a:lnTo>
                      <a:cubicBezTo>
                        <a:pt x="89696" y="49897"/>
                        <a:pt x="85285" y="38441"/>
                        <a:pt x="73020" y="38441"/>
                      </a:cubicBezTo>
                      <a:cubicBezTo>
                        <a:pt x="51255" y="38441"/>
                        <a:pt x="51255" y="64251"/>
                        <a:pt x="51255" y="64251"/>
                      </a:cubicBezTo>
                      <a:lnTo>
                        <a:pt x="51255" y="141106"/>
                      </a:lnTo>
                      <a:lnTo>
                        <a:pt x="0" y="141106"/>
                      </a:lnTo>
                      <a:lnTo>
                        <a:pt x="0" y="183"/>
                      </a:lnTo>
                      <a:lnTo>
                        <a:pt x="51255" y="183"/>
                      </a:lnTo>
                      <a:lnTo>
                        <a:pt x="51203" y="22861"/>
                      </a:lnTo>
                      <a:cubicBezTo>
                        <a:pt x="51203" y="22861"/>
                        <a:pt x="56291" y="0"/>
                        <a:pt x="9426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grpSp>
        </p:grpSp>
      </p:grpSp>
      <p:sp>
        <p:nvSpPr>
          <p:cNvPr id="50" name="CuadroTexto 1">
            <a:extLst>
              <a:ext uri="{FF2B5EF4-FFF2-40B4-BE49-F238E27FC236}">
                <a16:creationId xmlns:a16="http://schemas.microsoft.com/office/drawing/2014/main" id="{1D07BA75-FF86-804D-9E02-70F8A9A978F6}"/>
              </a:ext>
            </a:extLst>
          </p:cNvPr>
          <p:cNvSpPr txBox="1"/>
          <p:nvPr userDrawn="1"/>
        </p:nvSpPr>
        <p:spPr>
          <a:xfrm>
            <a:off x="2552784" y="1217140"/>
            <a:ext cx="7086428" cy="769441"/>
          </a:xfrm>
          <a:prstGeom prst="rect">
            <a:avLst/>
          </a:prstGeom>
          <a:noFill/>
        </p:spPr>
        <p:txBody>
          <a:bodyPr wrap="square" rtlCol="0">
            <a:spAutoFit/>
          </a:bodyPr>
          <a:lstStyle/>
          <a:p>
            <a:pPr algn="ctr"/>
            <a:r>
              <a:rPr lang="en-US" sz="4400" b="1">
                <a:solidFill>
                  <a:schemeClr val="bg1"/>
                </a:solidFill>
                <a:latin typeface="Century Gothic" panose="020B0502020202020204" pitchFamily="34" charset="0"/>
              </a:rPr>
              <a:t>MUCHAS GRACIAS</a:t>
            </a:r>
            <a:endParaRPr lang="es-ES_tradnl" sz="4400" b="1">
              <a:solidFill>
                <a:schemeClr val="bg1"/>
              </a:solidFill>
              <a:latin typeface="Century Gothic" panose="020B0502020202020204" pitchFamily="34" charset="0"/>
            </a:endParaRPr>
          </a:p>
        </p:txBody>
      </p:sp>
      <p:sp>
        <p:nvSpPr>
          <p:cNvPr id="58" name="CuadroTexto 23">
            <a:extLst>
              <a:ext uri="{FF2B5EF4-FFF2-40B4-BE49-F238E27FC236}">
                <a16:creationId xmlns:a16="http://schemas.microsoft.com/office/drawing/2014/main" id="{BE848C90-A9C2-BA49-9AC6-E794C18F0C5D}"/>
              </a:ext>
            </a:extLst>
          </p:cNvPr>
          <p:cNvSpPr txBox="1"/>
          <p:nvPr userDrawn="1"/>
        </p:nvSpPr>
        <p:spPr>
          <a:xfrm>
            <a:off x="2552784" y="2365703"/>
            <a:ext cx="7086428" cy="338554"/>
          </a:xfrm>
          <a:prstGeom prst="rect">
            <a:avLst/>
          </a:prstGeom>
          <a:noFill/>
        </p:spPr>
        <p:txBody>
          <a:bodyPr wrap="square" rtlCol="0">
            <a:spAutoFit/>
          </a:bodyPr>
          <a:lstStyle/>
          <a:p>
            <a:pPr lvl="0" algn="ctr"/>
            <a:r>
              <a:rPr lang="en-US" sz="1600" b="1">
                <a:solidFill>
                  <a:schemeClr val="accent1"/>
                </a:solidFill>
                <a:latin typeface="Century Gothic" panose="020B0502020202020204" pitchFamily="34" charset="0"/>
              </a:rPr>
              <a:t>NUESTRO PRINCIPIO DE CIUDADANÍA CMI</a:t>
            </a:r>
          </a:p>
        </p:txBody>
      </p:sp>
    </p:spTree>
    <p:extLst>
      <p:ext uri="{BB962C8B-B14F-4D97-AF65-F5344CB8AC3E}">
        <p14:creationId xmlns:p14="http://schemas.microsoft.com/office/powerpoint/2010/main" val="30768335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ortada Valores REIR">
    <p:spTree>
      <p:nvGrpSpPr>
        <p:cNvPr id="1" name=""/>
        <p:cNvGrpSpPr/>
        <p:nvPr/>
      </p:nvGrpSpPr>
      <p:grpSpPr>
        <a:xfrm>
          <a:off x="0" y="0"/>
          <a:ext cx="0" cy="0"/>
          <a:chOff x="0" y="0"/>
          <a:chExt cx="0" cy="0"/>
        </a:xfrm>
      </p:grpSpPr>
      <p:grpSp>
        <p:nvGrpSpPr>
          <p:cNvPr id="4" name="Grupo 2">
            <a:extLst>
              <a:ext uri="{FF2B5EF4-FFF2-40B4-BE49-F238E27FC236}">
                <a16:creationId xmlns:a16="http://schemas.microsoft.com/office/drawing/2014/main" id="{FE79FF44-B639-A042-92AC-32E666041A23}"/>
              </a:ext>
            </a:extLst>
          </p:cNvPr>
          <p:cNvGrpSpPr/>
          <p:nvPr userDrawn="1"/>
        </p:nvGrpSpPr>
        <p:grpSpPr>
          <a:xfrm>
            <a:off x="5414190" y="1205931"/>
            <a:ext cx="1363617" cy="1363529"/>
            <a:chOff x="484021" y="1418770"/>
            <a:chExt cx="1506119" cy="1506119"/>
          </a:xfrm>
        </p:grpSpPr>
        <p:sp>
          <p:nvSpPr>
            <p:cNvPr id="5" name="Elipse 3">
              <a:extLst>
                <a:ext uri="{FF2B5EF4-FFF2-40B4-BE49-F238E27FC236}">
                  <a16:creationId xmlns:a16="http://schemas.microsoft.com/office/drawing/2014/main" id="{99578F02-36E3-914B-8DA0-4521BF22AD71}"/>
                </a:ext>
              </a:extLst>
            </p:cNvPr>
            <p:cNvSpPr/>
            <p:nvPr/>
          </p:nvSpPr>
          <p:spPr>
            <a:xfrm>
              <a:off x="484021" y="1418770"/>
              <a:ext cx="1506119" cy="1506119"/>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pic>
          <p:nvPicPr>
            <p:cNvPr id="6" name="Imagen 4">
              <a:extLst>
                <a:ext uri="{FF2B5EF4-FFF2-40B4-BE49-F238E27FC236}">
                  <a16:creationId xmlns:a16="http://schemas.microsoft.com/office/drawing/2014/main" id="{F8A68F68-6840-8E4E-AFB7-F81DE0F39038}"/>
                </a:ext>
              </a:extLst>
            </p:cNvPr>
            <p:cNvPicPr>
              <a:picLocks noChangeAspect="1"/>
            </p:cNvPicPr>
            <p:nvPr/>
          </p:nvPicPr>
          <p:blipFill>
            <a:blip r:embed="rId2"/>
            <a:srcRect/>
            <a:stretch/>
          </p:blipFill>
          <p:spPr>
            <a:xfrm>
              <a:off x="666625" y="1843741"/>
              <a:ext cx="1140909" cy="619599"/>
            </a:xfrm>
            <a:prstGeom prst="rect">
              <a:avLst/>
            </a:prstGeom>
          </p:spPr>
        </p:pic>
      </p:grpSp>
      <p:grpSp>
        <p:nvGrpSpPr>
          <p:cNvPr id="7" name="Grupo 5">
            <a:extLst>
              <a:ext uri="{FF2B5EF4-FFF2-40B4-BE49-F238E27FC236}">
                <a16:creationId xmlns:a16="http://schemas.microsoft.com/office/drawing/2014/main" id="{F48C9609-74B7-9048-8C7D-0D88E61EFF72}"/>
              </a:ext>
            </a:extLst>
          </p:cNvPr>
          <p:cNvGrpSpPr/>
          <p:nvPr userDrawn="1"/>
        </p:nvGrpSpPr>
        <p:grpSpPr>
          <a:xfrm>
            <a:off x="3745084" y="4931860"/>
            <a:ext cx="4701826" cy="844996"/>
            <a:chOff x="3985794" y="3888326"/>
            <a:chExt cx="2687244" cy="482974"/>
          </a:xfrm>
        </p:grpSpPr>
        <p:pic>
          <p:nvPicPr>
            <p:cNvPr id="8" name="Imagen 6">
              <a:extLst>
                <a:ext uri="{FF2B5EF4-FFF2-40B4-BE49-F238E27FC236}">
                  <a16:creationId xmlns:a16="http://schemas.microsoft.com/office/drawing/2014/main" id="{3950C83F-5EA9-0143-87C6-17103B4CDC73}"/>
                </a:ext>
              </a:extLst>
            </p:cNvPr>
            <p:cNvPicPr>
              <a:picLocks noChangeAspect="1"/>
            </p:cNvPicPr>
            <p:nvPr/>
          </p:nvPicPr>
          <p:blipFill>
            <a:blip r:embed="rId3"/>
            <a:srcRect/>
            <a:stretch/>
          </p:blipFill>
          <p:spPr>
            <a:xfrm>
              <a:off x="3985794" y="3888326"/>
              <a:ext cx="1390060" cy="394220"/>
            </a:xfrm>
            <a:prstGeom prst="rect">
              <a:avLst/>
            </a:prstGeom>
          </p:spPr>
        </p:pic>
        <p:sp>
          <p:nvSpPr>
            <p:cNvPr id="9" name="CuadroTexto 7">
              <a:extLst>
                <a:ext uri="{FF2B5EF4-FFF2-40B4-BE49-F238E27FC236}">
                  <a16:creationId xmlns:a16="http://schemas.microsoft.com/office/drawing/2014/main" id="{079BD321-C1B6-A54F-B477-F5DE6DA5C099}"/>
                </a:ext>
              </a:extLst>
            </p:cNvPr>
            <p:cNvSpPr txBox="1"/>
            <p:nvPr/>
          </p:nvSpPr>
          <p:spPr>
            <a:xfrm>
              <a:off x="5458889" y="3949102"/>
              <a:ext cx="1214149" cy="422198"/>
            </a:xfrm>
            <a:prstGeom prst="rect">
              <a:avLst/>
            </a:prstGeom>
            <a:noFill/>
          </p:spPr>
          <p:txBody>
            <a:bodyPr wrap="square">
              <a:spAutoFit/>
            </a:bodyPr>
            <a:lstStyle>
              <a:defPPr>
                <a:defRPr lang="es-419"/>
              </a:defPPr>
              <a:lvl1pPr marR="0" lvl="0" indent="0" fontAlgn="auto">
                <a:lnSpc>
                  <a:spcPct val="100000"/>
                </a:lnSpc>
                <a:spcBef>
                  <a:spcPts val="0"/>
                </a:spcBef>
                <a:spcAft>
                  <a:spcPts val="0"/>
                </a:spcAft>
                <a:buClrTx/>
                <a:buSzTx/>
                <a:buFontTx/>
                <a:buNone/>
                <a:tabLst/>
                <a:defRPr kumimoji="0" sz="2400" b="1" i="0" u="none" strike="noStrike" kern="0" cap="none" spc="0" normalizeH="0" baseline="0">
                  <a:ln w="0"/>
                  <a:solidFill>
                    <a:srgbClr val="686A6C"/>
                  </a:solidFill>
                  <a:effectLst/>
                  <a:uLnTx/>
                  <a:uFillTx/>
                  <a:latin typeface="Century Gothic" panose="020B0502020202020204" pitchFamily="34" charset="0"/>
                </a:defRPr>
              </a:lvl1pPr>
            </a:lstStyle>
            <a:p>
              <a:pPr defTabSz="342900" eaLnBrk="1" hangingPunct="1">
                <a:defRPr/>
              </a:pPr>
              <a:r>
                <a:rPr lang="es-CO" sz="1400" b="0">
                  <a:latin typeface="Century Gothic" panose="020B0502020202020204" pitchFamily="34" charset="0"/>
                  <a:ea typeface="+mn-ea"/>
                </a:rPr>
                <a:t>LA FUERZA QUE NOS UNE </a:t>
              </a:r>
              <a:r>
                <a:rPr lang="es-CO" sz="1400">
                  <a:latin typeface="Century Gothic" panose="020B0502020202020204" pitchFamily="34" charset="0"/>
                  <a:ea typeface="+mn-ea"/>
                </a:rPr>
                <a:t>PARA TRASCENDER</a:t>
              </a:r>
              <a:endParaRPr lang="es-GT" sz="1400">
                <a:latin typeface="Century Gothic" panose="020B0502020202020204" pitchFamily="34" charset="0"/>
                <a:ea typeface="+mn-ea"/>
              </a:endParaRPr>
            </a:p>
          </p:txBody>
        </p:sp>
      </p:grpSp>
      <p:cxnSp>
        <p:nvCxnSpPr>
          <p:cNvPr id="10" name="Conector recto 8">
            <a:extLst>
              <a:ext uri="{FF2B5EF4-FFF2-40B4-BE49-F238E27FC236}">
                <a16:creationId xmlns:a16="http://schemas.microsoft.com/office/drawing/2014/main" id="{1BEE0B82-F2E8-494B-8D7D-2A337D38B3BE}"/>
              </a:ext>
            </a:extLst>
          </p:cNvPr>
          <p:cNvCxnSpPr>
            <a:cxnSpLocks/>
          </p:cNvCxnSpPr>
          <p:nvPr userDrawn="1"/>
        </p:nvCxnSpPr>
        <p:spPr>
          <a:xfrm>
            <a:off x="4479732" y="4581128"/>
            <a:ext cx="3232536"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58261C2-D907-FD4C-8D39-EB4789C85357}"/>
              </a:ext>
            </a:extLst>
          </p:cNvPr>
          <p:cNvSpPr txBox="1"/>
          <p:nvPr userDrawn="1"/>
        </p:nvSpPr>
        <p:spPr>
          <a:xfrm>
            <a:off x="0" y="2945018"/>
            <a:ext cx="12192000" cy="830997"/>
          </a:xfrm>
          <a:prstGeom prst="rect">
            <a:avLst/>
          </a:prstGeom>
          <a:noFill/>
        </p:spPr>
        <p:txBody>
          <a:bodyPr wrap="square" rtlCol="0">
            <a:spAutoFit/>
          </a:bodyPr>
          <a:lstStyle/>
          <a:p>
            <a:pPr algn="ctr"/>
            <a:r>
              <a:rPr lang="en-US" sz="4800" b="1">
                <a:solidFill>
                  <a:schemeClr val="tx2"/>
                </a:solidFill>
              </a:rPr>
              <a:t>VALORES </a:t>
            </a:r>
            <a:r>
              <a:rPr lang="en-US" sz="4800" b="1">
                <a:solidFill>
                  <a:schemeClr val="accent1"/>
                </a:solidFill>
              </a:rPr>
              <a:t>REIR</a:t>
            </a:r>
            <a:endParaRPr lang="en-GT" sz="4800" b="1">
              <a:solidFill>
                <a:schemeClr val="accent1"/>
              </a:solidFill>
            </a:endParaRPr>
          </a:p>
        </p:txBody>
      </p:sp>
      <p:sp>
        <p:nvSpPr>
          <p:cNvPr id="14" name="TextBox 13">
            <a:extLst>
              <a:ext uri="{FF2B5EF4-FFF2-40B4-BE49-F238E27FC236}">
                <a16:creationId xmlns:a16="http://schemas.microsoft.com/office/drawing/2014/main" id="{6A3486B6-D170-4C4C-B61E-50B80594564C}"/>
              </a:ext>
            </a:extLst>
          </p:cNvPr>
          <p:cNvSpPr txBox="1"/>
          <p:nvPr userDrawn="1"/>
        </p:nvSpPr>
        <p:spPr>
          <a:xfrm>
            <a:off x="0" y="3696132"/>
            <a:ext cx="12192000" cy="461665"/>
          </a:xfrm>
          <a:prstGeom prst="rect">
            <a:avLst/>
          </a:prstGeom>
          <a:noFill/>
        </p:spPr>
        <p:txBody>
          <a:bodyPr wrap="square" rtlCol="0">
            <a:spAutoFit/>
          </a:bodyPr>
          <a:lstStyle/>
          <a:p>
            <a:pPr algn="ctr"/>
            <a:r>
              <a:rPr lang="en-US" sz="2400" b="0">
                <a:solidFill>
                  <a:schemeClr val="tx2"/>
                </a:solidFill>
              </a:rPr>
              <a:t>COMPORTAMIENTOS Y PRINCIPIOS DE CIUDADANÍA CMI</a:t>
            </a:r>
            <a:endParaRPr lang="en-GT" sz="2400" b="0">
              <a:solidFill>
                <a:schemeClr val="accent1"/>
              </a:solidFill>
            </a:endParaRPr>
          </a:p>
        </p:txBody>
      </p:sp>
      <p:sp>
        <p:nvSpPr>
          <p:cNvPr id="15" name="Slide Number Placeholder 5">
            <a:extLst>
              <a:ext uri="{FF2B5EF4-FFF2-40B4-BE49-F238E27FC236}">
                <a16:creationId xmlns:a16="http://schemas.microsoft.com/office/drawing/2014/main" id="{1EAB8D34-5335-A347-9F9B-157739943602}"/>
              </a:ext>
            </a:extLst>
          </p:cNvPr>
          <p:cNvSpPr>
            <a:spLocks noGrp="1"/>
          </p:cNvSpPr>
          <p:nvPr>
            <p:ph type="sldNum" sz="quarter" idx="14"/>
          </p:nvPr>
        </p:nvSpPr>
        <p:spPr>
          <a:xfrm>
            <a:off x="370706" y="6381328"/>
            <a:ext cx="324343" cy="923330"/>
          </a:xfrm>
          <a:prstGeom prst="rect">
            <a:avLst/>
          </a:prstGeom>
        </p:spPr>
        <p:txBody>
          <a:bodyPr anchor="t">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160573524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Valores: RESPONSABILIDA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3E07A26-4ACB-4040-AA9B-FA2A217A31FE}"/>
              </a:ext>
            </a:extLst>
          </p:cNvPr>
          <p:cNvPicPr>
            <a:picLocks noChangeAspect="1"/>
          </p:cNvPicPr>
          <p:nvPr userDrawn="1"/>
        </p:nvPicPr>
        <p:blipFill>
          <a:blip r:embed="rId2"/>
          <a:srcRect/>
          <a:stretch/>
        </p:blipFill>
        <p:spPr>
          <a:xfrm>
            <a:off x="1091119" y="144806"/>
            <a:ext cx="11100881" cy="6243840"/>
          </a:xfrm>
          <a:prstGeom prst="rect">
            <a:avLst/>
          </a:prstGeom>
        </p:spPr>
      </p:pic>
      <p:pic>
        <p:nvPicPr>
          <p:cNvPr id="4" name="Graphic 3">
            <a:extLst>
              <a:ext uri="{FF2B5EF4-FFF2-40B4-BE49-F238E27FC236}">
                <a16:creationId xmlns:a16="http://schemas.microsoft.com/office/drawing/2014/main" id="{96CEA337-3B05-7743-8E97-C96F05C6752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8694" y="512676"/>
            <a:ext cx="2862188" cy="1656184"/>
          </a:xfrm>
          <a:prstGeom prst="rect">
            <a:avLst/>
          </a:prstGeom>
        </p:spPr>
      </p:pic>
      <p:sp>
        <p:nvSpPr>
          <p:cNvPr id="5" name="TextBox 4">
            <a:extLst>
              <a:ext uri="{FF2B5EF4-FFF2-40B4-BE49-F238E27FC236}">
                <a16:creationId xmlns:a16="http://schemas.microsoft.com/office/drawing/2014/main" id="{6F9483A2-F911-FE4D-9DB5-B2B8DF18D849}"/>
              </a:ext>
            </a:extLst>
          </p:cNvPr>
          <p:cNvSpPr txBox="1"/>
          <p:nvPr userDrawn="1"/>
        </p:nvSpPr>
        <p:spPr>
          <a:xfrm>
            <a:off x="478694" y="2702379"/>
            <a:ext cx="5797021" cy="769441"/>
          </a:xfrm>
          <a:prstGeom prst="rect">
            <a:avLst/>
          </a:prstGeom>
          <a:noFill/>
        </p:spPr>
        <p:txBody>
          <a:bodyPr wrap="square" rtlCol="0">
            <a:spAutoFit/>
          </a:bodyPr>
          <a:lstStyle/>
          <a:p>
            <a:r>
              <a:rPr lang="en-US" sz="4400" b="1"/>
              <a:t>RESPONSABILIDAD</a:t>
            </a:r>
            <a:endParaRPr lang="en-GT" sz="4400" b="1"/>
          </a:p>
        </p:txBody>
      </p:sp>
      <p:sp>
        <p:nvSpPr>
          <p:cNvPr id="6" name="TextBox 5">
            <a:extLst>
              <a:ext uri="{FF2B5EF4-FFF2-40B4-BE49-F238E27FC236}">
                <a16:creationId xmlns:a16="http://schemas.microsoft.com/office/drawing/2014/main" id="{58BF03E3-58E0-CE42-A9BB-D86EE00FA2BC}"/>
              </a:ext>
            </a:extLst>
          </p:cNvPr>
          <p:cNvSpPr txBox="1"/>
          <p:nvPr userDrawn="1"/>
        </p:nvSpPr>
        <p:spPr>
          <a:xfrm>
            <a:off x="478694" y="3429000"/>
            <a:ext cx="5797021" cy="1338828"/>
          </a:xfrm>
          <a:prstGeom prst="rect">
            <a:avLst/>
          </a:prstGeom>
          <a:noFill/>
        </p:spPr>
        <p:txBody>
          <a:bodyPr wrap="square" rtlCol="0">
            <a:spAutoFit/>
          </a:bodyPr>
          <a:lstStyle/>
          <a:p>
            <a:r>
              <a:rPr lang="es-ES_tradnl" sz="2700" b="0" noProof="0"/>
              <a:t>Cumplimos nuestros compromisos</a:t>
            </a:r>
          </a:p>
          <a:p>
            <a:r>
              <a:rPr lang="es-ES_tradnl" sz="2700" b="0" noProof="0"/>
              <a:t>y respondemos por nuestros actos</a:t>
            </a:r>
          </a:p>
        </p:txBody>
      </p:sp>
      <p:pic>
        <p:nvPicPr>
          <p:cNvPr id="7" name="Imagen 6">
            <a:extLst>
              <a:ext uri="{FF2B5EF4-FFF2-40B4-BE49-F238E27FC236}">
                <a16:creationId xmlns:a16="http://schemas.microsoft.com/office/drawing/2014/main" id="{5F136179-BA56-664B-9905-999D0458856E}"/>
              </a:ext>
            </a:extLst>
          </p:cNvPr>
          <p:cNvPicPr>
            <a:picLocks noChangeAspect="1"/>
          </p:cNvPicPr>
          <p:nvPr userDrawn="1"/>
        </p:nvPicPr>
        <p:blipFill>
          <a:blip r:embed="rId4"/>
          <a:srcRect/>
          <a:stretch/>
        </p:blipFill>
        <p:spPr>
          <a:xfrm>
            <a:off x="478694" y="6000467"/>
            <a:ext cx="2432165" cy="689715"/>
          </a:xfrm>
          <a:prstGeom prst="rect">
            <a:avLst/>
          </a:prstGeom>
        </p:spPr>
      </p:pic>
      <p:sp>
        <p:nvSpPr>
          <p:cNvPr id="11" name="Rectangle 10">
            <a:extLst>
              <a:ext uri="{FF2B5EF4-FFF2-40B4-BE49-F238E27FC236}">
                <a16:creationId xmlns:a16="http://schemas.microsoft.com/office/drawing/2014/main" id="{9DEC475B-E1C5-2A4E-B2D1-2804211575BF}"/>
              </a:ext>
            </a:extLst>
          </p:cNvPr>
          <p:cNvSpPr/>
          <p:nvPr userDrawn="1"/>
        </p:nvSpPr>
        <p:spPr>
          <a:xfrm>
            <a:off x="10848837" y="368660"/>
            <a:ext cx="1188209"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T" sz="900"/>
          </a:p>
        </p:txBody>
      </p:sp>
      <p:grpSp>
        <p:nvGrpSpPr>
          <p:cNvPr id="8" name="Grupo 2">
            <a:extLst>
              <a:ext uri="{FF2B5EF4-FFF2-40B4-BE49-F238E27FC236}">
                <a16:creationId xmlns:a16="http://schemas.microsoft.com/office/drawing/2014/main" id="{D2A034BF-212A-F643-92A9-8EF88ECC3CE7}"/>
              </a:ext>
            </a:extLst>
          </p:cNvPr>
          <p:cNvGrpSpPr/>
          <p:nvPr userDrawn="1"/>
        </p:nvGrpSpPr>
        <p:grpSpPr>
          <a:xfrm>
            <a:off x="11244907" y="296652"/>
            <a:ext cx="612108" cy="612068"/>
            <a:chOff x="484021" y="1418770"/>
            <a:chExt cx="1506119" cy="1506119"/>
          </a:xfrm>
        </p:grpSpPr>
        <p:sp>
          <p:nvSpPr>
            <p:cNvPr id="9" name="Elipse 3">
              <a:extLst>
                <a:ext uri="{FF2B5EF4-FFF2-40B4-BE49-F238E27FC236}">
                  <a16:creationId xmlns:a16="http://schemas.microsoft.com/office/drawing/2014/main" id="{28D77B45-53D8-6A47-922E-050503DC28CA}"/>
                </a:ext>
              </a:extLst>
            </p:cNvPr>
            <p:cNvSpPr/>
            <p:nvPr/>
          </p:nvSpPr>
          <p:spPr>
            <a:xfrm>
              <a:off x="484021" y="1418770"/>
              <a:ext cx="1506119" cy="1506119"/>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pic>
          <p:nvPicPr>
            <p:cNvPr id="10" name="Imagen 4">
              <a:extLst>
                <a:ext uri="{FF2B5EF4-FFF2-40B4-BE49-F238E27FC236}">
                  <a16:creationId xmlns:a16="http://schemas.microsoft.com/office/drawing/2014/main" id="{848BB728-0A9E-E64B-8D80-21C822F5A59C}"/>
                </a:ext>
              </a:extLst>
            </p:cNvPr>
            <p:cNvPicPr>
              <a:picLocks noChangeAspect="1"/>
            </p:cNvPicPr>
            <p:nvPr/>
          </p:nvPicPr>
          <p:blipFill>
            <a:blip r:embed="rId5"/>
            <a:srcRect/>
            <a:stretch/>
          </p:blipFill>
          <p:spPr>
            <a:xfrm>
              <a:off x="666625" y="1843741"/>
              <a:ext cx="1140909" cy="619599"/>
            </a:xfrm>
            <a:prstGeom prst="rect">
              <a:avLst/>
            </a:prstGeom>
          </p:spPr>
        </p:pic>
      </p:grpSp>
    </p:spTree>
    <p:extLst>
      <p:ext uri="{BB962C8B-B14F-4D97-AF65-F5344CB8AC3E}">
        <p14:creationId xmlns:p14="http://schemas.microsoft.com/office/powerpoint/2010/main" val="28179193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1_Valores: RESPONSABILIDA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3E07A26-4ACB-4040-AA9B-FA2A217A31FE}"/>
              </a:ext>
            </a:extLst>
          </p:cNvPr>
          <p:cNvPicPr>
            <a:picLocks noChangeAspect="1"/>
          </p:cNvPicPr>
          <p:nvPr userDrawn="1"/>
        </p:nvPicPr>
        <p:blipFill>
          <a:blip r:embed="rId2"/>
          <a:srcRect/>
          <a:stretch/>
        </p:blipFill>
        <p:spPr>
          <a:xfrm>
            <a:off x="1091119" y="144806"/>
            <a:ext cx="11100881" cy="6243839"/>
          </a:xfrm>
          <a:prstGeom prst="rect">
            <a:avLst/>
          </a:prstGeom>
        </p:spPr>
      </p:pic>
      <p:pic>
        <p:nvPicPr>
          <p:cNvPr id="4" name="Graphic 3">
            <a:extLst>
              <a:ext uri="{FF2B5EF4-FFF2-40B4-BE49-F238E27FC236}">
                <a16:creationId xmlns:a16="http://schemas.microsoft.com/office/drawing/2014/main" id="{96CEA337-3B05-7743-8E97-C96F05C6752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8694" y="512676"/>
            <a:ext cx="2862188" cy="1656184"/>
          </a:xfrm>
          <a:prstGeom prst="rect">
            <a:avLst/>
          </a:prstGeom>
        </p:spPr>
      </p:pic>
      <p:sp>
        <p:nvSpPr>
          <p:cNvPr id="5" name="TextBox 4">
            <a:extLst>
              <a:ext uri="{FF2B5EF4-FFF2-40B4-BE49-F238E27FC236}">
                <a16:creationId xmlns:a16="http://schemas.microsoft.com/office/drawing/2014/main" id="{6F9483A2-F911-FE4D-9DB5-B2B8DF18D849}"/>
              </a:ext>
            </a:extLst>
          </p:cNvPr>
          <p:cNvSpPr txBox="1"/>
          <p:nvPr userDrawn="1"/>
        </p:nvSpPr>
        <p:spPr>
          <a:xfrm>
            <a:off x="478694" y="2702379"/>
            <a:ext cx="5797021" cy="769441"/>
          </a:xfrm>
          <a:prstGeom prst="rect">
            <a:avLst/>
          </a:prstGeom>
          <a:noFill/>
        </p:spPr>
        <p:txBody>
          <a:bodyPr wrap="square" rtlCol="0">
            <a:spAutoFit/>
          </a:bodyPr>
          <a:lstStyle/>
          <a:p>
            <a:r>
              <a:rPr lang="en-US" sz="4400" b="1"/>
              <a:t>EXCELENCIA</a:t>
            </a:r>
            <a:endParaRPr lang="en-GT" sz="4400" b="1"/>
          </a:p>
        </p:txBody>
      </p:sp>
      <p:sp>
        <p:nvSpPr>
          <p:cNvPr id="6" name="TextBox 5">
            <a:extLst>
              <a:ext uri="{FF2B5EF4-FFF2-40B4-BE49-F238E27FC236}">
                <a16:creationId xmlns:a16="http://schemas.microsoft.com/office/drawing/2014/main" id="{58BF03E3-58E0-CE42-A9BB-D86EE00FA2BC}"/>
              </a:ext>
            </a:extLst>
          </p:cNvPr>
          <p:cNvSpPr txBox="1"/>
          <p:nvPr userDrawn="1"/>
        </p:nvSpPr>
        <p:spPr>
          <a:xfrm>
            <a:off x="478694" y="3429000"/>
            <a:ext cx="5797021" cy="923330"/>
          </a:xfrm>
          <a:prstGeom prst="rect">
            <a:avLst/>
          </a:prstGeom>
          <a:noFill/>
        </p:spPr>
        <p:txBody>
          <a:bodyPr wrap="square" rtlCol="0">
            <a:spAutoFit/>
          </a:bodyPr>
          <a:lstStyle/>
          <a:p>
            <a:r>
              <a:rPr lang="es-ES_tradnl" sz="2700" b="0" noProof="0"/>
              <a:t>Buscamos ser mejores todos los días y en todo lo que hacemos</a:t>
            </a:r>
          </a:p>
        </p:txBody>
      </p:sp>
      <p:pic>
        <p:nvPicPr>
          <p:cNvPr id="7" name="Imagen 6">
            <a:extLst>
              <a:ext uri="{FF2B5EF4-FFF2-40B4-BE49-F238E27FC236}">
                <a16:creationId xmlns:a16="http://schemas.microsoft.com/office/drawing/2014/main" id="{5F136179-BA56-664B-9905-999D0458856E}"/>
              </a:ext>
            </a:extLst>
          </p:cNvPr>
          <p:cNvPicPr>
            <a:picLocks noChangeAspect="1"/>
          </p:cNvPicPr>
          <p:nvPr userDrawn="1"/>
        </p:nvPicPr>
        <p:blipFill>
          <a:blip r:embed="rId4"/>
          <a:srcRect/>
          <a:stretch/>
        </p:blipFill>
        <p:spPr>
          <a:xfrm>
            <a:off x="478694" y="6000467"/>
            <a:ext cx="2432165" cy="689715"/>
          </a:xfrm>
          <a:prstGeom prst="rect">
            <a:avLst/>
          </a:prstGeom>
        </p:spPr>
      </p:pic>
      <p:sp>
        <p:nvSpPr>
          <p:cNvPr id="11" name="Rectangle 10">
            <a:extLst>
              <a:ext uri="{FF2B5EF4-FFF2-40B4-BE49-F238E27FC236}">
                <a16:creationId xmlns:a16="http://schemas.microsoft.com/office/drawing/2014/main" id="{9DEC475B-E1C5-2A4E-B2D1-2804211575BF}"/>
              </a:ext>
            </a:extLst>
          </p:cNvPr>
          <p:cNvSpPr/>
          <p:nvPr userDrawn="1"/>
        </p:nvSpPr>
        <p:spPr>
          <a:xfrm>
            <a:off x="10848837" y="368660"/>
            <a:ext cx="1188209"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T" sz="900"/>
          </a:p>
        </p:txBody>
      </p:sp>
      <p:grpSp>
        <p:nvGrpSpPr>
          <p:cNvPr id="8" name="Grupo 2">
            <a:extLst>
              <a:ext uri="{FF2B5EF4-FFF2-40B4-BE49-F238E27FC236}">
                <a16:creationId xmlns:a16="http://schemas.microsoft.com/office/drawing/2014/main" id="{D2A034BF-212A-F643-92A9-8EF88ECC3CE7}"/>
              </a:ext>
            </a:extLst>
          </p:cNvPr>
          <p:cNvGrpSpPr/>
          <p:nvPr userDrawn="1"/>
        </p:nvGrpSpPr>
        <p:grpSpPr>
          <a:xfrm>
            <a:off x="11244907" y="296652"/>
            <a:ext cx="612108" cy="612068"/>
            <a:chOff x="484021" y="1418770"/>
            <a:chExt cx="1506119" cy="1506119"/>
          </a:xfrm>
        </p:grpSpPr>
        <p:sp>
          <p:nvSpPr>
            <p:cNvPr id="9" name="Elipse 3">
              <a:extLst>
                <a:ext uri="{FF2B5EF4-FFF2-40B4-BE49-F238E27FC236}">
                  <a16:creationId xmlns:a16="http://schemas.microsoft.com/office/drawing/2014/main" id="{28D77B45-53D8-6A47-922E-050503DC28CA}"/>
                </a:ext>
              </a:extLst>
            </p:cNvPr>
            <p:cNvSpPr/>
            <p:nvPr/>
          </p:nvSpPr>
          <p:spPr>
            <a:xfrm>
              <a:off x="484021" y="1418770"/>
              <a:ext cx="1506119" cy="1506119"/>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pic>
          <p:nvPicPr>
            <p:cNvPr id="10" name="Imagen 4">
              <a:extLst>
                <a:ext uri="{FF2B5EF4-FFF2-40B4-BE49-F238E27FC236}">
                  <a16:creationId xmlns:a16="http://schemas.microsoft.com/office/drawing/2014/main" id="{848BB728-0A9E-E64B-8D80-21C822F5A59C}"/>
                </a:ext>
              </a:extLst>
            </p:cNvPr>
            <p:cNvPicPr>
              <a:picLocks noChangeAspect="1"/>
            </p:cNvPicPr>
            <p:nvPr/>
          </p:nvPicPr>
          <p:blipFill>
            <a:blip r:embed="rId5"/>
            <a:srcRect/>
            <a:stretch/>
          </p:blipFill>
          <p:spPr>
            <a:xfrm>
              <a:off x="666625" y="1843741"/>
              <a:ext cx="1140909" cy="619599"/>
            </a:xfrm>
            <a:prstGeom prst="rect">
              <a:avLst/>
            </a:prstGeom>
          </p:spPr>
        </p:pic>
      </p:grpSp>
    </p:spTree>
    <p:extLst>
      <p:ext uri="{BB962C8B-B14F-4D97-AF65-F5344CB8AC3E}">
        <p14:creationId xmlns:p14="http://schemas.microsoft.com/office/powerpoint/2010/main" val="142307805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2_Valores: RESPONSABILIDA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3E07A26-4ACB-4040-AA9B-FA2A217A31FE}"/>
              </a:ext>
            </a:extLst>
          </p:cNvPr>
          <p:cNvPicPr>
            <a:picLocks noChangeAspect="1"/>
          </p:cNvPicPr>
          <p:nvPr userDrawn="1"/>
        </p:nvPicPr>
        <p:blipFill>
          <a:blip r:embed="rId2"/>
          <a:srcRect/>
          <a:stretch/>
        </p:blipFill>
        <p:spPr>
          <a:xfrm>
            <a:off x="1091119" y="144806"/>
            <a:ext cx="11100880" cy="6243839"/>
          </a:xfrm>
          <a:prstGeom prst="rect">
            <a:avLst/>
          </a:prstGeom>
        </p:spPr>
      </p:pic>
      <p:pic>
        <p:nvPicPr>
          <p:cNvPr id="4" name="Graphic 3">
            <a:extLst>
              <a:ext uri="{FF2B5EF4-FFF2-40B4-BE49-F238E27FC236}">
                <a16:creationId xmlns:a16="http://schemas.microsoft.com/office/drawing/2014/main" id="{96CEA337-3B05-7743-8E97-C96F05C6752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8694" y="512676"/>
            <a:ext cx="2862188" cy="1656184"/>
          </a:xfrm>
          <a:prstGeom prst="rect">
            <a:avLst/>
          </a:prstGeom>
        </p:spPr>
      </p:pic>
      <p:sp>
        <p:nvSpPr>
          <p:cNvPr id="5" name="TextBox 4">
            <a:extLst>
              <a:ext uri="{FF2B5EF4-FFF2-40B4-BE49-F238E27FC236}">
                <a16:creationId xmlns:a16="http://schemas.microsoft.com/office/drawing/2014/main" id="{6F9483A2-F911-FE4D-9DB5-B2B8DF18D849}"/>
              </a:ext>
            </a:extLst>
          </p:cNvPr>
          <p:cNvSpPr txBox="1"/>
          <p:nvPr userDrawn="1"/>
        </p:nvSpPr>
        <p:spPr>
          <a:xfrm>
            <a:off x="478694" y="2702379"/>
            <a:ext cx="5797021" cy="769441"/>
          </a:xfrm>
          <a:prstGeom prst="rect">
            <a:avLst/>
          </a:prstGeom>
          <a:noFill/>
        </p:spPr>
        <p:txBody>
          <a:bodyPr wrap="square" rtlCol="0">
            <a:spAutoFit/>
          </a:bodyPr>
          <a:lstStyle/>
          <a:p>
            <a:r>
              <a:rPr lang="en-US" sz="4400" b="1"/>
              <a:t>INTEGRIDAD</a:t>
            </a:r>
            <a:endParaRPr lang="en-GT" sz="4400" b="1"/>
          </a:p>
        </p:txBody>
      </p:sp>
      <p:sp>
        <p:nvSpPr>
          <p:cNvPr id="6" name="TextBox 5">
            <a:extLst>
              <a:ext uri="{FF2B5EF4-FFF2-40B4-BE49-F238E27FC236}">
                <a16:creationId xmlns:a16="http://schemas.microsoft.com/office/drawing/2014/main" id="{58BF03E3-58E0-CE42-A9BB-D86EE00FA2BC}"/>
              </a:ext>
            </a:extLst>
          </p:cNvPr>
          <p:cNvSpPr txBox="1"/>
          <p:nvPr userDrawn="1"/>
        </p:nvSpPr>
        <p:spPr>
          <a:xfrm>
            <a:off x="478694" y="3429000"/>
            <a:ext cx="5797021" cy="1338828"/>
          </a:xfrm>
          <a:prstGeom prst="rect">
            <a:avLst/>
          </a:prstGeom>
          <a:noFill/>
        </p:spPr>
        <p:txBody>
          <a:bodyPr wrap="square" rtlCol="0">
            <a:spAutoFit/>
          </a:bodyPr>
          <a:lstStyle/>
          <a:p>
            <a:r>
              <a:rPr lang="es-ES_tradnl" sz="2700" b="0" noProof="0"/>
              <a:t>Somos congruentes con la cultura Somos CMI en todos los aspectos de la vida.</a:t>
            </a:r>
          </a:p>
        </p:txBody>
      </p:sp>
      <p:pic>
        <p:nvPicPr>
          <p:cNvPr id="7" name="Imagen 6">
            <a:extLst>
              <a:ext uri="{FF2B5EF4-FFF2-40B4-BE49-F238E27FC236}">
                <a16:creationId xmlns:a16="http://schemas.microsoft.com/office/drawing/2014/main" id="{5F136179-BA56-664B-9905-999D0458856E}"/>
              </a:ext>
            </a:extLst>
          </p:cNvPr>
          <p:cNvPicPr>
            <a:picLocks noChangeAspect="1"/>
          </p:cNvPicPr>
          <p:nvPr userDrawn="1"/>
        </p:nvPicPr>
        <p:blipFill>
          <a:blip r:embed="rId4"/>
          <a:srcRect/>
          <a:stretch/>
        </p:blipFill>
        <p:spPr>
          <a:xfrm>
            <a:off x="478694" y="6000467"/>
            <a:ext cx="2432165" cy="689715"/>
          </a:xfrm>
          <a:prstGeom prst="rect">
            <a:avLst/>
          </a:prstGeom>
        </p:spPr>
      </p:pic>
      <p:sp>
        <p:nvSpPr>
          <p:cNvPr id="11" name="Rectangle 10">
            <a:extLst>
              <a:ext uri="{FF2B5EF4-FFF2-40B4-BE49-F238E27FC236}">
                <a16:creationId xmlns:a16="http://schemas.microsoft.com/office/drawing/2014/main" id="{9DEC475B-E1C5-2A4E-B2D1-2804211575BF}"/>
              </a:ext>
            </a:extLst>
          </p:cNvPr>
          <p:cNvSpPr/>
          <p:nvPr userDrawn="1"/>
        </p:nvSpPr>
        <p:spPr>
          <a:xfrm>
            <a:off x="10848837" y="368660"/>
            <a:ext cx="1188209"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T" sz="900"/>
          </a:p>
        </p:txBody>
      </p:sp>
      <p:grpSp>
        <p:nvGrpSpPr>
          <p:cNvPr id="8" name="Grupo 2">
            <a:extLst>
              <a:ext uri="{FF2B5EF4-FFF2-40B4-BE49-F238E27FC236}">
                <a16:creationId xmlns:a16="http://schemas.microsoft.com/office/drawing/2014/main" id="{D2A034BF-212A-F643-92A9-8EF88ECC3CE7}"/>
              </a:ext>
            </a:extLst>
          </p:cNvPr>
          <p:cNvGrpSpPr/>
          <p:nvPr userDrawn="1"/>
        </p:nvGrpSpPr>
        <p:grpSpPr>
          <a:xfrm>
            <a:off x="11244907" y="296652"/>
            <a:ext cx="612108" cy="612068"/>
            <a:chOff x="484021" y="1418770"/>
            <a:chExt cx="1506119" cy="1506119"/>
          </a:xfrm>
        </p:grpSpPr>
        <p:sp>
          <p:nvSpPr>
            <p:cNvPr id="9" name="Elipse 3">
              <a:extLst>
                <a:ext uri="{FF2B5EF4-FFF2-40B4-BE49-F238E27FC236}">
                  <a16:creationId xmlns:a16="http://schemas.microsoft.com/office/drawing/2014/main" id="{28D77B45-53D8-6A47-922E-050503DC28CA}"/>
                </a:ext>
              </a:extLst>
            </p:cNvPr>
            <p:cNvSpPr/>
            <p:nvPr/>
          </p:nvSpPr>
          <p:spPr>
            <a:xfrm>
              <a:off x="484021" y="1418770"/>
              <a:ext cx="1506119" cy="1506119"/>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pic>
          <p:nvPicPr>
            <p:cNvPr id="10" name="Imagen 4">
              <a:extLst>
                <a:ext uri="{FF2B5EF4-FFF2-40B4-BE49-F238E27FC236}">
                  <a16:creationId xmlns:a16="http://schemas.microsoft.com/office/drawing/2014/main" id="{848BB728-0A9E-E64B-8D80-21C822F5A59C}"/>
                </a:ext>
              </a:extLst>
            </p:cNvPr>
            <p:cNvPicPr>
              <a:picLocks noChangeAspect="1"/>
            </p:cNvPicPr>
            <p:nvPr/>
          </p:nvPicPr>
          <p:blipFill>
            <a:blip r:embed="rId5"/>
            <a:srcRect/>
            <a:stretch/>
          </p:blipFill>
          <p:spPr>
            <a:xfrm>
              <a:off x="666625" y="1843741"/>
              <a:ext cx="1140909" cy="619599"/>
            </a:xfrm>
            <a:prstGeom prst="rect">
              <a:avLst/>
            </a:prstGeom>
          </p:spPr>
        </p:pic>
      </p:grpSp>
    </p:spTree>
    <p:extLst>
      <p:ext uri="{BB962C8B-B14F-4D97-AF65-F5344CB8AC3E}">
        <p14:creationId xmlns:p14="http://schemas.microsoft.com/office/powerpoint/2010/main" val="320207866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blank" preserve="1">
  <p:cSld name="3_Valores: RESPONSABILIDA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3E07A26-4ACB-4040-AA9B-FA2A217A31FE}"/>
              </a:ext>
            </a:extLst>
          </p:cNvPr>
          <p:cNvPicPr>
            <a:picLocks noChangeAspect="1"/>
          </p:cNvPicPr>
          <p:nvPr userDrawn="1"/>
        </p:nvPicPr>
        <p:blipFill>
          <a:blip r:embed="rId2"/>
          <a:srcRect/>
          <a:stretch/>
        </p:blipFill>
        <p:spPr>
          <a:xfrm>
            <a:off x="839074" y="3040"/>
            <a:ext cx="11352926" cy="6385605"/>
          </a:xfrm>
          <a:prstGeom prst="rect">
            <a:avLst/>
          </a:prstGeom>
        </p:spPr>
      </p:pic>
      <p:pic>
        <p:nvPicPr>
          <p:cNvPr id="4" name="Graphic 3">
            <a:extLst>
              <a:ext uri="{FF2B5EF4-FFF2-40B4-BE49-F238E27FC236}">
                <a16:creationId xmlns:a16="http://schemas.microsoft.com/office/drawing/2014/main" id="{96CEA337-3B05-7743-8E97-C96F05C6752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8694" y="512676"/>
            <a:ext cx="2862188" cy="1656184"/>
          </a:xfrm>
          <a:prstGeom prst="rect">
            <a:avLst/>
          </a:prstGeom>
        </p:spPr>
      </p:pic>
      <p:sp>
        <p:nvSpPr>
          <p:cNvPr id="5" name="TextBox 4">
            <a:extLst>
              <a:ext uri="{FF2B5EF4-FFF2-40B4-BE49-F238E27FC236}">
                <a16:creationId xmlns:a16="http://schemas.microsoft.com/office/drawing/2014/main" id="{6F9483A2-F911-FE4D-9DB5-B2B8DF18D849}"/>
              </a:ext>
            </a:extLst>
          </p:cNvPr>
          <p:cNvSpPr txBox="1"/>
          <p:nvPr userDrawn="1"/>
        </p:nvSpPr>
        <p:spPr>
          <a:xfrm>
            <a:off x="478694" y="2702379"/>
            <a:ext cx="5797021" cy="769441"/>
          </a:xfrm>
          <a:prstGeom prst="rect">
            <a:avLst/>
          </a:prstGeom>
          <a:noFill/>
        </p:spPr>
        <p:txBody>
          <a:bodyPr wrap="square" rtlCol="0">
            <a:spAutoFit/>
          </a:bodyPr>
          <a:lstStyle/>
          <a:p>
            <a:r>
              <a:rPr lang="en-US" sz="4400" b="1"/>
              <a:t>RESPETO</a:t>
            </a:r>
            <a:endParaRPr lang="en-GT" sz="4400" b="1"/>
          </a:p>
        </p:txBody>
      </p:sp>
      <p:sp>
        <p:nvSpPr>
          <p:cNvPr id="6" name="TextBox 5">
            <a:extLst>
              <a:ext uri="{FF2B5EF4-FFF2-40B4-BE49-F238E27FC236}">
                <a16:creationId xmlns:a16="http://schemas.microsoft.com/office/drawing/2014/main" id="{58BF03E3-58E0-CE42-A9BB-D86EE00FA2BC}"/>
              </a:ext>
            </a:extLst>
          </p:cNvPr>
          <p:cNvSpPr txBox="1"/>
          <p:nvPr userDrawn="1"/>
        </p:nvSpPr>
        <p:spPr>
          <a:xfrm>
            <a:off x="478694" y="3429000"/>
            <a:ext cx="5797021" cy="923330"/>
          </a:xfrm>
          <a:prstGeom prst="rect">
            <a:avLst/>
          </a:prstGeom>
          <a:noFill/>
        </p:spPr>
        <p:txBody>
          <a:bodyPr wrap="square" rtlCol="0">
            <a:spAutoFit/>
          </a:bodyPr>
          <a:lstStyle/>
          <a:p>
            <a:r>
              <a:rPr lang="es-ES_tradnl" sz="2700" b="0" noProof="0"/>
              <a:t>Tratamos a los demás como queremos ser tratados</a:t>
            </a:r>
          </a:p>
        </p:txBody>
      </p:sp>
      <p:pic>
        <p:nvPicPr>
          <p:cNvPr id="7" name="Imagen 6">
            <a:extLst>
              <a:ext uri="{FF2B5EF4-FFF2-40B4-BE49-F238E27FC236}">
                <a16:creationId xmlns:a16="http://schemas.microsoft.com/office/drawing/2014/main" id="{5F136179-BA56-664B-9905-999D0458856E}"/>
              </a:ext>
            </a:extLst>
          </p:cNvPr>
          <p:cNvPicPr>
            <a:picLocks noChangeAspect="1"/>
          </p:cNvPicPr>
          <p:nvPr userDrawn="1"/>
        </p:nvPicPr>
        <p:blipFill>
          <a:blip r:embed="rId4"/>
          <a:srcRect/>
          <a:stretch/>
        </p:blipFill>
        <p:spPr>
          <a:xfrm>
            <a:off x="478694" y="6000467"/>
            <a:ext cx="2432165" cy="689715"/>
          </a:xfrm>
          <a:prstGeom prst="rect">
            <a:avLst/>
          </a:prstGeom>
        </p:spPr>
      </p:pic>
      <p:sp>
        <p:nvSpPr>
          <p:cNvPr id="11" name="Rectangle 10">
            <a:extLst>
              <a:ext uri="{FF2B5EF4-FFF2-40B4-BE49-F238E27FC236}">
                <a16:creationId xmlns:a16="http://schemas.microsoft.com/office/drawing/2014/main" id="{9DEC475B-E1C5-2A4E-B2D1-2804211575BF}"/>
              </a:ext>
            </a:extLst>
          </p:cNvPr>
          <p:cNvSpPr/>
          <p:nvPr userDrawn="1"/>
        </p:nvSpPr>
        <p:spPr>
          <a:xfrm>
            <a:off x="10848837" y="368660"/>
            <a:ext cx="1188209"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T" sz="900"/>
          </a:p>
        </p:txBody>
      </p:sp>
      <p:grpSp>
        <p:nvGrpSpPr>
          <p:cNvPr id="8" name="Grupo 2">
            <a:extLst>
              <a:ext uri="{FF2B5EF4-FFF2-40B4-BE49-F238E27FC236}">
                <a16:creationId xmlns:a16="http://schemas.microsoft.com/office/drawing/2014/main" id="{D2A034BF-212A-F643-92A9-8EF88ECC3CE7}"/>
              </a:ext>
            </a:extLst>
          </p:cNvPr>
          <p:cNvGrpSpPr/>
          <p:nvPr userDrawn="1"/>
        </p:nvGrpSpPr>
        <p:grpSpPr>
          <a:xfrm>
            <a:off x="11244907" y="296652"/>
            <a:ext cx="612108" cy="612068"/>
            <a:chOff x="484021" y="1418770"/>
            <a:chExt cx="1506119" cy="1506119"/>
          </a:xfrm>
        </p:grpSpPr>
        <p:sp>
          <p:nvSpPr>
            <p:cNvPr id="9" name="Elipse 3">
              <a:extLst>
                <a:ext uri="{FF2B5EF4-FFF2-40B4-BE49-F238E27FC236}">
                  <a16:creationId xmlns:a16="http://schemas.microsoft.com/office/drawing/2014/main" id="{28D77B45-53D8-6A47-922E-050503DC28CA}"/>
                </a:ext>
              </a:extLst>
            </p:cNvPr>
            <p:cNvSpPr/>
            <p:nvPr/>
          </p:nvSpPr>
          <p:spPr>
            <a:xfrm>
              <a:off x="484021" y="1418770"/>
              <a:ext cx="1506119" cy="1506119"/>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pic>
          <p:nvPicPr>
            <p:cNvPr id="10" name="Imagen 4">
              <a:extLst>
                <a:ext uri="{FF2B5EF4-FFF2-40B4-BE49-F238E27FC236}">
                  <a16:creationId xmlns:a16="http://schemas.microsoft.com/office/drawing/2014/main" id="{848BB728-0A9E-E64B-8D80-21C822F5A59C}"/>
                </a:ext>
              </a:extLst>
            </p:cNvPr>
            <p:cNvPicPr>
              <a:picLocks noChangeAspect="1"/>
            </p:cNvPicPr>
            <p:nvPr/>
          </p:nvPicPr>
          <p:blipFill>
            <a:blip r:embed="rId5"/>
            <a:srcRect/>
            <a:stretch/>
          </p:blipFill>
          <p:spPr>
            <a:xfrm>
              <a:off x="666625" y="1843741"/>
              <a:ext cx="1140909" cy="619599"/>
            </a:xfrm>
            <a:prstGeom prst="rect">
              <a:avLst/>
            </a:prstGeom>
          </p:spPr>
        </p:pic>
      </p:grpSp>
    </p:spTree>
    <p:extLst>
      <p:ext uri="{BB962C8B-B14F-4D97-AF65-F5344CB8AC3E}">
        <p14:creationId xmlns:p14="http://schemas.microsoft.com/office/powerpoint/2010/main" val="415308240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Presentaciones CMI">
    <p:spTree>
      <p:nvGrpSpPr>
        <p:cNvPr id="1" name=""/>
        <p:cNvGrpSpPr/>
        <p:nvPr/>
      </p:nvGrpSpPr>
      <p:grpSpPr>
        <a:xfrm>
          <a:off x="0" y="0"/>
          <a:ext cx="0" cy="0"/>
          <a:chOff x="0" y="0"/>
          <a:chExt cx="0" cy="0"/>
        </a:xfrm>
      </p:grpSpPr>
      <p:sp>
        <p:nvSpPr>
          <p:cNvPr id="10" name="Rectángulo 1">
            <a:extLst>
              <a:ext uri="{FF2B5EF4-FFF2-40B4-BE49-F238E27FC236}">
                <a16:creationId xmlns:a16="http://schemas.microsoft.com/office/drawing/2014/main" id="{328559EE-AE10-254F-AFB9-4D4D0723141A}"/>
              </a:ext>
            </a:extLst>
          </p:cNvPr>
          <p:cNvSpPr/>
          <p:nvPr userDrawn="1"/>
        </p:nvSpPr>
        <p:spPr>
          <a:xfrm>
            <a:off x="0" y="369151"/>
            <a:ext cx="10848836" cy="581219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latin typeface="Century Gothic" panose="020B0502020202020204" pitchFamily="34" charset="0"/>
            </a:endParaRPr>
          </a:p>
        </p:txBody>
      </p:sp>
      <p:sp>
        <p:nvSpPr>
          <p:cNvPr id="6" name="Slide Number Placeholder 5">
            <a:extLst>
              <a:ext uri="{FF2B5EF4-FFF2-40B4-BE49-F238E27FC236}">
                <a16:creationId xmlns:a16="http://schemas.microsoft.com/office/drawing/2014/main" id="{E287EC64-D962-AB46-9779-D95C74D92251}"/>
              </a:ext>
            </a:extLst>
          </p:cNvPr>
          <p:cNvSpPr>
            <a:spLocks noGrp="1" noChangeArrowheads="1"/>
          </p:cNvSpPr>
          <p:nvPr>
            <p:ph type="sldNum" sz="quarter" idx="10"/>
          </p:nvPr>
        </p:nvSpPr>
        <p:spPr bwMode="auto">
          <a:xfrm>
            <a:off x="370706" y="6380957"/>
            <a:ext cx="324665" cy="92333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algn="r" defTabSz="228600" rtl="0" eaLnBrk="1" fontAlgn="auto" hangingPunct="1">
              <a:spcBef>
                <a:spcPts val="0"/>
              </a:spcBef>
              <a:spcAft>
                <a:spcPts val="0"/>
              </a:spcAft>
              <a:defRPr b="1" kern="1200" smtClean="0">
                <a:solidFill>
                  <a:schemeClr val="accent3"/>
                </a:solidFill>
                <a:latin typeface="+mn-lt"/>
                <a:ea typeface="+mn-ea"/>
                <a:cs typeface="+mn-cs"/>
              </a:defRPr>
            </a:lvl1pPr>
            <a:lvl2pPr marL="228600" algn="l" defTabSz="2286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457200" algn="l" defTabSz="2286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685800" algn="l" defTabSz="2286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914400" algn="l" defTabSz="2286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1143000" algn="l" defTabSz="457200" rtl="0" eaLnBrk="1" latinLnBrk="0" hangingPunct="1">
              <a:defRPr kern="1200">
                <a:solidFill>
                  <a:schemeClr val="tx1"/>
                </a:solidFill>
                <a:latin typeface="Century Gothic" panose="020B0502020202020204" pitchFamily="34" charset="0"/>
                <a:ea typeface="+mn-ea"/>
                <a:cs typeface="+mn-cs"/>
              </a:defRPr>
            </a:lvl6pPr>
            <a:lvl7pPr marL="1371600" algn="l" defTabSz="457200" rtl="0" eaLnBrk="1" latinLnBrk="0" hangingPunct="1">
              <a:defRPr kern="1200">
                <a:solidFill>
                  <a:schemeClr val="tx1"/>
                </a:solidFill>
                <a:latin typeface="Century Gothic" panose="020B0502020202020204" pitchFamily="34" charset="0"/>
                <a:ea typeface="+mn-ea"/>
                <a:cs typeface="+mn-cs"/>
              </a:defRPr>
            </a:lvl7pPr>
            <a:lvl8pPr marL="1600200" algn="l" defTabSz="457200" rtl="0" eaLnBrk="1" latinLnBrk="0" hangingPunct="1">
              <a:defRPr kern="1200">
                <a:solidFill>
                  <a:schemeClr val="tx1"/>
                </a:solidFill>
                <a:latin typeface="Century Gothic" panose="020B0502020202020204" pitchFamily="34" charset="0"/>
                <a:ea typeface="+mn-ea"/>
                <a:cs typeface="+mn-cs"/>
              </a:defRPr>
            </a:lvl8pPr>
            <a:lvl9pPr marL="1828800" algn="l" defTabSz="457200" rtl="0" eaLnBrk="1" latinLnBrk="0" hangingPunct="1">
              <a:defRPr kern="1200">
                <a:solidFill>
                  <a:schemeClr val="tx1"/>
                </a:solidFill>
                <a:latin typeface="Century Gothic" panose="020B0502020202020204" pitchFamily="34" charset="0"/>
                <a:ea typeface="+mn-ea"/>
                <a:cs typeface="+mn-cs"/>
              </a:defRPr>
            </a:lvl9pPr>
          </a:lstStyle>
          <a:p>
            <a:pPr fontAlgn="base">
              <a:spcBef>
                <a:spcPct val="0"/>
              </a:spcBef>
              <a:spcAft>
                <a:spcPct val="0"/>
              </a:spcAft>
              <a:defRPr/>
            </a:pPr>
            <a:fld id="{3C702241-5B3F-D642-8C27-5729CD629F90}" type="slidenum">
              <a:rPr lang="es-ES_tradnl" smtClean="0">
                <a:latin typeface="Century Gothic" panose="020B0502020202020204" pitchFamily="34" charset="0"/>
              </a:rPr>
              <a:pPr fontAlgn="base">
                <a:spcBef>
                  <a:spcPct val="0"/>
                </a:spcBef>
                <a:spcAft>
                  <a:spcPct val="0"/>
                </a:spcAft>
                <a:defRPr/>
              </a:pPr>
              <a:t>‹Nº›</a:t>
            </a:fld>
            <a:endParaRPr lang="es-ES_tradnl" altLang="es-GT">
              <a:solidFill>
                <a:srgbClr val="EF8920"/>
              </a:solidFill>
              <a:latin typeface="Century Gothic" panose="020B0502020202020204" pitchFamily="34" charset="0"/>
            </a:endParaRPr>
          </a:p>
        </p:txBody>
      </p:sp>
      <p:sp>
        <p:nvSpPr>
          <p:cNvPr id="4" name="TextBox 3">
            <a:extLst>
              <a:ext uri="{FF2B5EF4-FFF2-40B4-BE49-F238E27FC236}">
                <a16:creationId xmlns:a16="http://schemas.microsoft.com/office/drawing/2014/main" id="{219E6D80-B498-2A45-960E-7D22D7D5280C}"/>
              </a:ext>
            </a:extLst>
          </p:cNvPr>
          <p:cNvSpPr txBox="1"/>
          <p:nvPr userDrawn="1"/>
        </p:nvSpPr>
        <p:spPr>
          <a:xfrm>
            <a:off x="1703226" y="2999013"/>
            <a:ext cx="7381300" cy="1477328"/>
          </a:xfrm>
          <a:prstGeom prst="rect">
            <a:avLst/>
          </a:prstGeom>
          <a:noFill/>
        </p:spPr>
        <p:txBody>
          <a:bodyPr wrap="square" rtlCol="0">
            <a:spAutoFit/>
          </a:bodyPr>
          <a:lstStyle/>
          <a:p>
            <a:r>
              <a:rPr lang="es-ES_tradnl" sz="1800">
                <a:solidFill>
                  <a:schemeClr val="bg1"/>
                </a:solidFill>
              </a:rPr>
              <a:t>Con el objetivo de garantizar la unidad y coherencia de nuestra imagen corporativa en todas las presentaciones que se realicen internamente, compartimos con ustedes la siguiente guía para el uso adecuado de la plantilla institucional de Power Point de CMI. </a:t>
            </a:r>
          </a:p>
        </p:txBody>
      </p:sp>
      <p:sp>
        <p:nvSpPr>
          <p:cNvPr id="7" name="TextBox 6">
            <a:extLst>
              <a:ext uri="{FF2B5EF4-FFF2-40B4-BE49-F238E27FC236}">
                <a16:creationId xmlns:a16="http://schemas.microsoft.com/office/drawing/2014/main" id="{15DF04BC-BE61-F145-8D5A-D7B3AFD41083}"/>
              </a:ext>
            </a:extLst>
          </p:cNvPr>
          <p:cNvSpPr txBox="1"/>
          <p:nvPr userDrawn="1"/>
        </p:nvSpPr>
        <p:spPr>
          <a:xfrm>
            <a:off x="1703226" y="2012252"/>
            <a:ext cx="7489319" cy="600164"/>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3300" b="1">
                <a:solidFill>
                  <a:schemeClr val="bg1"/>
                </a:solidFill>
              </a:rPr>
              <a:t>PRESENTACIONES INTERNAS DE CMI</a:t>
            </a:r>
          </a:p>
        </p:txBody>
      </p:sp>
      <p:sp>
        <p:nvSpPr>
          <p:cNvPr id="8" name="TextBox 7">
            <a:extLst>
              <a:ext uri="{FF2B5EF4-FFF2-40B4-BE49-F238E27FC236}">
                <a16:creationId xmlns:a16="http://schemas.microsoft.com/office/drawing/2014/main" id="{6A91EA6E-F605-1849-B86E-AF6431D139F5}"/>
              </a:ext>
            </a:extLst>
          </p:cNvPr>
          <p:cNvSpPr txBox="1"/>
          <p:nvPr userDrawn="1"/>
        </p:nvSpPr>
        <p:spPr>
          <a:xfrm>
            <a:off x="1703226" y="1781419"/>
            <a:ext cx="5184913"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1200" b="1">
                <a:solidFill>
                  <a:schemeClr val="bg1"/>
                </a:solidFill>
              </a:rPr>
              <a:t>GUÍA DE USO</a:t>
            </a:r>
          </a:p>
        </p:txBody>
      </p:sp>
      <p:sp>
        <p:nvSpPr>
          <p:cNvPr id="9" name="Line">
            <a:extLst>
              <a:ext uri="{FF2B5EF4-FFF2-40B4-BE49-F238E27FC236}">
                <a16:creationId xmlns:a16="http://schemas.microsoft.com/office/drawing/2014/main" id="{142EBE39-555D-1547-BD05-22573F05F05D}"/>
              </a:ext>
            </a:extLst>
          </p:cNvPr>
          <p:cNvSpPr/>
          <p:nvPr userDrawn="1"/>
        </p:nvSpPr>
        <p:spPr>
          <a:xfrm>
            <a:off x="1778334" y="2760238"/>
            <a:ext cx="855475" cy="0"/>
          </a:xfrm>
          <a:prstGeom prst="line">
            <a:avLst/>
          </a:prstGeom>
          <a:ln w="63500">
            <a:solidFill>
              <a:schemeClr val="accent3"/>
            </a:solidFill>
          </a:ln>
        </p:spPr>
        <p:txBody>
          <a:bodyPr lIns="60960" tIns="60960" rIns="60960" bIns="60960" anchor="t"/>
          <a:lstStyle/>
          <a:p>
            <a:endParaRPr sz="900">
              <a:solidFill>
                <a:schemeClr val="bg1"/>
              </a:solidFill>
              <a:latin typeface="Century Gothic" panose="020B0502020202020204" pitchFamily="34" charset="0"/>
            </a:endParaRPr>
          </a:p>
        </p:txBody>
      </p:sp>
      <p:sp>
        <p:nvSpPr>
          <p:cNvPr id="14" name="TextBox 13">
            <a:extLst>
              <a:ext uri="{FF2B5EF4-FFF2-40B4-BE49-F238E27FC236}">
                <a16:creationId xmlns:a16="http://schemas.microsoft.com/office/drawing/2014/main" id="{0A235CE3-4145-964E-BFA3-312708E3C37C}"/>
              </a:ext>
            </a:extLst>
          </p:cNvPr>
          <p:cNvSpPr txBox="1"/>
          <p:nvPr userDrawn="1"/>
        </p:nvSpPr>
        <p:spPr>
          <a:xfrm>
            <a:off x="1703226" y="4961164"/>
            <a:ext cx="7381300" cy="755463"/>
          </a:xfrm>
          <a:prstGeom prst="rect">
            <a:avLst/>
          </a:prstGeom>
          <a:noFill/>
        </p:spPr>
        <p:txBody>
          <a:bodyPr wrap="square" rtlCol="0">
            <a:spAutoFit/>
          </a:bodyPr>
          <a:lstStyle/>
          <a:p>
            <a:pPr>
              <a:lnSpc>
                <a:spcPct val="150000"/>
              </a:lnSpc>
              <a:spcBef>
                <a:spcPts val="0"/>
              </a:spcBef>
            </a:pPr>
            <a:r>
              <a:rPr lang="es-ES_tradnl" sz="1000">
                <a:solidFill>
                  <a:schemeClr val="bg1"/>
                </a:solidFill>
              </a:rPr>
              <a:t>En caso fuera necesario realizar cualquier cambio, comunicarse con:   </a:t>
            </a:r>
          </a:p>
          <a:p>
            <a:pPr>
              <a:lnSpc>
                <a:spcPct val="150000"/>
              </a:lnSpc>
              <a:spcBef>
                <a:spcPts val="0"/>
              </a:spcBef>
            </a:pPr>
            <a:r>
              <a:rPr lang="es-ES_tradnl" sz="1000" b="1">
                <a:solidFill>
                  <a:schemeClr val="bg1"/>
                </a:solidFill>
              </a:rPr>
              <a:t>Ivan Bonilla von Ahn </a:t>
            </a:r>
            <a:r>
              <a:rPr lang="es-ES_tradnl" sz="1000" b="0">
                <a:solidFill>
                  <a:schemeClr val="bg1"/>
                </a:solidFill>
              </a:rPr>
              <a:t>Comunicación Externa </a:t>
            </a:r>
            <a:r>
              <a:rPr lang="es-ES_tradnl" sz="1000" i="1">
                <a:solidFill>
                  <a:schemeClr val="accent3"/>
                </a:solidFill>
              </a:rPr>
              <a:t>ivan.bonilla@somoscmi.com</a:t>
            </a:r>
          </a:p>
          <a:p>
            <a:pPr>
              <a:lnSpc>
                <a:spcPct val="150000"/>
              </a:lnSpc>
              <a:spcBef>
                <a:spcPts val="0"/>
              </a:spcBef>
            </a:pPr>
            <a:r>
              <a:rPr lang="es-ES_tradnl" sz="1000" b="1">
                <a:solidFill>
                  <a:schemeClr val="bg1"/>
                </a:solidFill>
              </a:rPr>
              <a:t>Pablo Ramos </a:t>
            </a:r>
            <a:r>
              <a:rPr lang="es-ES_tradnl" sz="1000" b="0">
                <a:solidFill>
                  <a:schemeClr val="bg1"/>
                </a:solidFill>
              </a:rPr>
              <a:t>Comunicación Interna </a:t>
            </a:r>
            <a:r>
              <a:rPr lang="es-ES_tradnl" sz="1000" i="1">
                <a:solidFill>
                  <a:schemeClr val="accent3"/>
                </a:solidFill>
              </a:rPr>
              <a:t>pablo.ramos@somoscmi.com</a:t>
            </a:r>
          </a:p>
        </p:txBody>
      </p:sp>
    </p:spTree>
    <p:extLst>
      <p:ext uri="{BB962C8B-B14F-4D97-AF65-F5344CB8AC3E}">
        <p14:creationId xmlns:p14="http://schemas.microsoft.com/office/powerpoint/2010/main" val="1689424462"/>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Objetivos">
    <p:spTree>
      <p:nvGrpSpPr>
        <p:cNvPr id="1" name=""/>
        <p:cNvGrpSpPr/>
        <p:nvPr/>
      </p:nvGrpSpPr>
      <p:grpSpPr>
        <a:xfrm>
          <a:off x="0" y="0"/>
          <a:ext cx="0" cy="0"/>
          <a:chOff x="0" y="0"/>
          <a:chExt cx="0" cy="0"/>
        </a:xfrm>
      </p:grpSpPr>
      <p:grpSp>
        <p:nvGrpSpPr>
          <p:cNvPr id="7" name="Grupo 2">
            <a:extLst>
              <a:ext uri="{FF2B5EF4-FFF2-40B4-BE49-F238E27FC236}">
                <a16:creationId xmlns:a16="http://schemas.microsoft.com/office/drawing/2014/main" id="{7FC9BB83-F4F3-0044-8C1D-93191D9D4BAF}"/>
              </a:ext>
            </a:extLst>
          </p:cNvPr>
          <p:cNvGrpSpPr/>
          <p:nvPr userDrawn="1"/>
        </p:nvGrpSpPr>
        <p:grpSpPr>
          <a:xfrm>
            <a:off x="5879961" y="5295665"/>
            <a:ext cx="5508971" cy="763499"/>
            <a:chOff x="11975182" y="10458400"/>
            <a:chExt cx="11449266" cy="1586878"/>
          </a:xfrm>
        </p:grpSpPr>
        <p:grpSp>
          <p:nvGrpSpPr>
            <p:cNvPr id="8" name="Group 24">
              <a:extLst>
                <a:ext uri="{FF2B5EF4-FFF2-40B4-BE49-F238E27FC236}">
                  <a16:creationId xmlns:a16="http://schemas.microsoft.com/office/drawing/2014/main" id="{E3FBC96B-5063-3E4C-A9D0-09202B83B169}"/>
                </a:ext>
              </a:extLst>
            </p:cNvPr>
            <p:cNvGrpSpPr/>
            <p:nvPr/>
          </p:nvGrpSpPr>
          <p:grpSpPr>
            <a:xfrm>
              <a:off x="11975182" y="10458400"/>
              <a:ext cx="11449266" cy="1586878"/>
              <a:chOff x="-242042" y="5312220"/>
              <a:chExt cx="7696923" cy="1272209"/>
            </a:xfrm>
          </p:grpSpPr>
          <p:sp>
            <p:nvSpPr>
              <p:cNvPr id="13" name="Rectangle 14">
                <a:extLst>
                  <a:ext uri="{FF2B5EF4-FFF2-40B4-BE49-F238E27FC236}">
                    <a16:creationId xmlns:a16="http://schemas.microsoft.com/office/drawing/2014/main" id="{0A69F55A-7271-5543-979F-803F226D8804}"/>
                  </a:ext>
                </a:extLst>
              </p:cNvPr>
              <p:cNvSpPr/>
              <p:nvPr/>
            </p:nvSpPr>
            <p:spPr>
              <a:xfrm>
                <a:off x="5154741" y="5312220"/>
                <a:ext cx="2300136" cy="1254268"/>
              </a:xfrm>
              <a:prstGeom prst="rect">
                <a:avLst/>
              </a:prstGeom>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p>
            </p:txBody>
          </p:sp>
          <p:sp>
            <p:nvSpPr>
              <p:cNvPr id="14" name="Rectangle 20">
                <a:extLst>
                  <a:ext uri="{FF2B5EF4-FFF2-40B4-BE49-F238E27FC236}">
                    <a16:creationId xmlns:a16="http://schemas.microsoft.com/office/drawing/2014/main" id="{B798A502-32B5-844F-8E39-19AEF948246E}"/>
                  </a:ext>
                </a:extLst>
              </p:cNvPr>
              <p:cNvSpPr/>
              <p:nvPr/>
            </p:nvSpPr>
            <p:spPr>
              <a:xfrm>
                <a:off x="-242042" y="5312220"/>
                <a:ext cx="7696923" cy="1254268"/>
              </a:xfrm>
              <a:prstGeom prst="rect">
                <a:avLst/>
              </a:prstGeom>
              <a:noFill/>
              <a:ln w="254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p>
            </p:txBody>
          </p:sp>
          <p:cxnSp>
            <p:nvCxnSpPr>
              <p:cNvPr id="15" name="Straight Connector 23">
                <a:extLst>
                  <a:ext uri="{FF2B5EF4-FFF2-40B4-BE49-F238E27FC236}">
                    <a16:creationId xmlns:a16="http://schemas.microsoft.com/office/drawing/2014/main" id="{794326CC-986D-5248-8D54-37726526CD0B}"/>
                  </a:ext>
                </a:extLst>
              </p:cNvPr>
              <p:cNvCxnSpPr/>
              <p:nvPr/>
            </p:nvCxnSpPr>
            <p:spPr>
              <a:xfrm>
                <a:off x="2852530" y="5312220"/>
                <a:ext cx="0" cy="1272209"/>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pic>
          <p:nvPicPr>
            <p:cNvPr id="9" name="Picture 13">
              <a:extLst>
                <a:ext uri="{FF2B5EF4-FFF2-40B4-BE49-F238E27FC236}">
                  <a16:creationId xmlns:a16="http://schemas.microsoft.com/office/drawing/2014/main" id="{E57A8CA2-529E-FD46-8D3D-CCAEBC46C90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20311645" y="10724794"/>
              <a:ext cx="2804114" cy="1048007"/>
            </a:xfrm>
            <a:prstGeom prst="rect">
              <a:avLst/>
            </a:prstGeom>
          </p:spPr>
        </p:pic>
        <p:pic>
          <p:nvPicPr>
            <p:cNvPr id="10" name="Picture 19">
              <a:extLst>
                <a:ext uri="{FF2B5EF4-FFF2-40B4-BE49-F238E27FC236}">
                  <a16:creationId xmlns:a16="http://schemas.microsoft.com/office/drawing/2014/main" id="{00141C1C-9FDA-6C4C-A39D-2369EB7B550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6929622" y="10764194"/>
              <a:ext cx="2722114" cy="1008609"/>
            </a:xfrm>
            <a:prstGeom prst="rect">
              <a:avLst/>
            </a:prstGeom>
          </p:spPr>
        </p:pic>
        <p:pic>
          <p:nvPicPr>
            <p:cNvPr id="11" name="Picture 10">
              <a:extLst>
                <a:ext uri="{FF2B5EF4-FFF2-40B4-BE49-F238E27FC236}">
                  <a16:creationId xmlns:a16="http://schemas.microsoft.com/office/drawing/2014/main" id="{784B8BAC-87A2-7241-8EAA-0314B2D9DF0A}"/>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3548656" y="10764192"/>
              <a:ext cx="2678514" cy="1008609"/>
            </a:xfrm>
            <a:prstGeom prst="rect">
              <a:avLst/>
            </a:prstGeom>
          </p:spPr>
        </p:pic>
        <p:sp>
          <p:nvSpPr>
            <p:cNvPr id="12" name="TextBox 26">
              <a:extLst>
                <a:ext uri="{FF2B5EF4-FFF2-40B4-BE49-F238E27FC236}">
                  <a16:creationId xmlns:a16="http://schemas.microsoft.com/office/drawing/2014/main" id="{7E7AF6B1-0C7C-F54C-A504-117ADF331A85}"/>
                </a:ext>
              </a:extLst>
            </p:cNvPr>
            <p:cNvSpPr txBox="1"/>
            <p:nvPr/>
          </p:nvSpPr>
          <p:spPr>
            <a:xfrm rot="16200000">
              <a:off x="12160394" y="11034095"/>
              <a:ext cx="1270055" cy="383790"/>
            </a:xfrm>
            <a:prstGeom prst="rect">
              <a:avLst/>
            </a:prstGeom>
            <a:noFill/>
          </p:spPr>
          <p:txBody>
            <a:bodyPr wrap="none" rtlCol="0">
              <a:spAutoFit/>
            </a:bodyPr>
            <a:lstStyle/>
            <a:p>
              <a:pPr algn="ctr"/>
              <a:r>
                <a:rPr lang="en-US" sz="600" b="1">
                  <a:solidFill>
                    <a:schemeClr val="tx2"/>
                  </a:solidFill>
                  <a:latin typeface="Century Gothic" panose="020B0502020202020204" pitchFamily="34" charset="0"/>
                  <a:ea typeface="Montserrat" charset="0"/>
                  <a:cs typeface="Montserrat" charset="0"/>
                </a:rPr>
                <a:t>LOGOTIPOS</a:t>
              </a:r>
              <a:endParaRPr lang="en-US" sz="600">
                <a:solidFill>
                  <a:schemeClr val="tx2"/>
                </a:solidFill>
                <a:latin typeface="Century Gothic" panose="020B0502020202020204" pitchFamily="34" charset="0"/>
                <a:ea typeface="Montserrat" charset="0"/>
                <a:cs typeface="Montserrat" charset="0"/>
              </a:endParaRPr>
            </a:p>
          </p:txBody>
        </p:sp>
      </p:grpSp>
      <p:pic>
        <p:nvPicPr>
          <p:cNvPr id="16" name="Marcador de posición de imagen 32">
            <a:extLst>
              <a:ext uri="{FF2B5EF4-FFF2-40B4-BE49-F238E27FC236}">
                <a16:creationId xmlns:a16="http://schemas.microsoft.com/office/drawing/2014/main" id="{A5D3DC55-C42C-1140-A859-8A64160405B2}"/>
              </a:ext>
            </a:extLst>
          </p:cNvPr>
          <p:cNvPicPr>
            <a:picLocks noChangeAspect="1"/>
          </p:cNvPicPr>
          <p:nvPr userDrawn="1"/>
        </p:nvPicPr>
        <p:blipFill rotWithShape="1">
          <a:blip r:embed="rId5"/>
          <a:srcRect t="2499" b="5527"/>
          <a:stretch/>
        </p:blipFill>
        <p:spPr>
          <a:xfrm>
            <a:off x="0" y="0"/>
            <a:ext cx="6059993" cy="6309318"/>
          </a:xfrm>
          <a:prstGeom prst="rect">
            <a:avLst/>
          </a:prstGeom>
          <a:noFill/>
        </p:spPr>
      </p:pic>
      <p:sp>
        <p:nvSpPr>
          <p:cNvPr id="2" name="TextBox 1">
            <a:extLst>
              <a:ext uri="{FF2B5EF4-FFF2-40B4-BE49-F238E27FC236}">
                <a16:creationId xmlns:a16="http://schemas.microsoft.com/office/drawing/2014/main" id="{3330C528-54CE-544F-987D-2F2C0DA7BC8C}"/>
              </a:ext>
            </a:extLst>
          </p:cNvPr>
          <p:cNvSpPr txBox="1"/>
          <p:nvPr userDrawn="1"/>
        </p:nvSpPr>
        <p:spPr>
          <a:xfrm>
            <a:off x="5879961" y="2731671"/>
            <a:ext cx="5508971" cy="2371355"/>
          </a:xfrm>
          <a:prstGeom prst="rect">
            <a:avLst/>
          </a:prstGeom>
          <a:noFill/>
        </p:spPr>
        <p:txBody>
          <a:bodyPr wrap="square" rtlCol="0">
            <a:spAutoFit/>
          </a:bodyPr>
          <a:lstStyle/>
          <a:p>
            <a:pPr marL="228600" indent="-228600" algn="just">
              <a:lnSpc>
                <a:spcPct val="150000"/>
              </a:lnSpc>
              <a:buClr>
                <a:schemeClr val="accent3"/>
              </a:buClr>
              <a:buFont typeface="+mj-lt"/>
              <a:buAutoNum type="arabicPeriod"/>
            </a:pPr>
            <a:r>
              <a:rPr lang="es-ES_tradnl" sz="1000">
                <a:solidFill>
                  <a:schemeClr val="tx2"/>
                </a:solidFill>
              </a:rPr>
              <a:t>Utilizar la tipografía “Century Gothic” para esta plantilla. </a:t>
            </a:r>
          </a:p>
          <a:p>
            <a:pPr marL="228600" indent="-228600" algn="just">
              <a:lnSpc>
                <a:spcPct val="150000"/>
              </a:lnSpc>
              <a:buClr>
                <a:schemeClr val="accent3"/>
              </a:buClr>
              <a:buFont typeface="+mj-lt"/>
              <a:buAutoNum type="arabicPeriod"/>
            </a:pPr>
            <a:r>
              <a:rPr lang="es-ES_tradnl" sz="1000">
                <a:solidFill>
                  <a:schemeClr val="tx2"/>
                </a:solidFill>
              </a:rPr>
              <a:t>Mantén los colores institucionales. </a:t>
            </a:r>
          </a:p>
          <a:p>
            <a:pPr marL="228600" indent="-228600" algn="just">
              <a:lnSpc>
                <a:spcPct val="150000"/>
              </a:lnSpc>
              <a:buClr>
                <a:schemeClr val="accent3"/>
              </a:buClr>
              <a:buFont typeface="+mj-lt"/>
              <a:buAutoNum type="arabicPeriod"/>
            </a:pPr>
            <a:r>
              <a:rPr lang="es-ES_tradnl" sz="1000">
                <a:solidFill>
                  <a:schemeClr val="tx2"/>
                </a:solidFill>
              </a:rPr>
              <a:t>Usa fotografías apropiadas al tema.</a:t>
            </a:r>
          </a:p>
          <a:p>
            <a:pPr marL="228600" indent="-228600" algn="just">
              <a:lnSpc>
                <a:spcPct val="150000"/>
              </a:lnSpc>
              <a:buClr>
                <a:schemeClr val="accent3"/>
              </a:buClr>
              <a:buFont typeface="+mj-lt"/>
              <a:buAutoNum type="arabicPeriod"/>
            </a:pPr>
            <a:r>
              <a:rPr lang="es-ES_tradnl" sz="1000">
                <a:solidFill>
                  <a:schemeClr val="tx2"/>
                </a:solidFill>
              </a:rPr>
              <a:t>Los íconos que aparecen en la plantilla de Power Point son únicamente para uso interno. (Es permitido utilizar los iconos que ya trae tu programa de Power Point)</a:t>
            </a:r>
          </a:p>
          <a:p>
            <a:pPr marL="228600" indent="-228600" algn="just">
              <a:lnSpc>
                <a:spcPct val="150000"/>
              </a:lnSpc>
              <a:buClr>
                <a:schemeClr val="accent3"/>
              </a:buClr>
              <a:buFont typeface="+mj-lt"/>
              <a:buAutoNum type="arabicPeriod"/>
            </a:pPr>
            <a:r>
              <a:rPr lang="es-ES_tradnl" sz="1000">
                <a:solidFill>
                  <a:schemeClr val="tx2"/>
                </a:solidFill>
              </a:rPr>
              <a:t>El diseño de la plantilla debe usarse únicamente para la realización de presentaciones internas. No está permitida la alteración de las filminas para diseño de comunicados o algún otro material.</a:t>
            </a:r>
          </a:p>
          <a:p>
            <a:pPr marL="228600" indent="-228600" algn="just">
              <a:lnSpc>
                <a:spcPct val="150000"/>
              </a:lnSpc>
              <a:buClr>
                <a:schemeClr val="accent3"/>
              </a:buClr>
              <a:buFont typeface="+mj-lt"/>
              <a:buAutoNum type="arabicPeriod"/>
            </a:pPr>
            <a:r>
              <a:rPr lang="es-ES_tradnl" sz="1000">
                <a:solidFill>
                  <a:schemeClr val="tx2"/>
                </a:solidFill>
              </a:rPr>
              <a:t>Utilizar únicamente las versiones permitidas del logotipo: full color, blanco y blanco y negro. </a:t>
            </a:r>
          </a:p>
        </p:txBody>
      </p:sp>
      <p:sp>
        <p:nvSpPr>
          <p:cNvPr id="17" name="TextBox 16">
            <a:extLst>
              <a:ext uri="{FF2B5EF4-FFF2-40B4-BE49-F238E27FC236}">
                <a16:creationId xmlns:a16="http://schemas.microsoft.com/office/drawing/2014/main" id="{C1BDEF32-2A01-1A42-8A2F-2183F7B59CD4}"/>
              </a:ext>
            </a:extLst>
          </p:cNvPr>
          <p:cNvSpPr txBox="1"/>
          <p:nvPr userDrawn="1"/>
        </p:nvSpPr>
        <p:spPr>
          <a:xfrm>
            <a:off x="5879962" y="1744910"/>
            <a:ext cx="5328939" cy="600164"/>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3300" b="1">
                <a:solidFill>
                  <a:schemeClr val="accent1"/>
                </a:solidFill>
              </a:rPr>
              <a:t>OBJETIVOS</a:t>
            </a:r>
          </a:p>
        </p:txBody>
      </p:sp>
      <p:sp>
        <p:nvSpPr>
          <p:cNvPr id="18" name="TextBox 17">
            <a:extLst>
              <a:ext uri="{FF2B5EF4-FFF2-40B4-BE49-F238E27FC236}">
                <a16:creationId xmlns:a16="http://schemas.microsoft.com/office/drawing/2014/main" id="{A73CCF6F-B852-B148-B6B1-5FB4BB711900}"/>
              </a:ext>
            </a:extLst>
          </p:cNvPr>
          <p:cNvSpPr txBox="1"/>
          <p:nvPr userDrawn="1"/>
        </p:nvSpPr>
        <p:spPr>
          <a:xfrm>
            <a:off x="5879962" y="1514078"/>
            <a:ext cx="5184913"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1200" b="1">
                <a:solidFill>
                  <a:schemeClr val="tx2"/>
                </a:solidFill>
              </a:rPr>
              <a:t>PRESENTACIONES INTERNAS DE CMI</a:t>
            </a:r>
          </a:p>
        </p:txBody>
      </p:sp>
      <p:sp>
        <p:nvSpPr>
          <p:cNvPr id="19" name="Line">
            <a:extLst>
              <a:ext uri="{FF2B5EF4-FFF2-40B4-BE49-F238E27FC236}">
                <a16:creationId xmlns:a16="http://schemas.microsoft.com/office/drawing/2014/main" id="{B734AED5-4C57-5E4A-98C2-8BABA22034EC}"/>
              </a:ext>
            </a:extLst>
          </p:cNvPr>
          <p:cNvSpPr/>
          <p:nvPr userDrawn="1"/>
        </p:nvSpPr>
        <p:spPr>
          <a:xfrm>
            <a:off x="5955069" y="2492896"/>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0" name="Marcador de número de diapositiva 4">
            <a:extLst>
              <a:ext uri="{FF2B5EF4-FFF2-40B4-BE49-F238E27FC236}">
                <a16:creationId xmlns:a16="http://schemas.microsoft.com/office/drawing/2014/main" id="{1571849C-889A-2440-9A43-044106DF3EC0}"/>
              </a:ext>
            </a:extLst>
          </p:cNvPr>
          <p:cNvSpPr>
            <a:spLocks noGrp="1"/>
          </p:cNvSpPr>
          <p:nvPr>
            <p:ph type="sldNum" sz="quarter" idx="14"/>
          </p:nvPr>
        </p:nvSpPr>
        <p:spPr>
          <a:xfrm>
            <a:off x="370706" y="6381328"/>
            <a:ext cx="324343" cy="923330"/>
          </a:xfrm>
        </p:spPr>
        <p:txBody>
          <a:bodyPr/>
          <a:lstStyle>
            <a:lvl1pPr>
              <a:defRPr>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203571078"/>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_Objetivos">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30C528-54CE-544F-987D-2F2C0DA7BC8C}"/>
              </a:ext>
            </a:extLst>
          </p:cNvPr>
          <p:cNvSpPr txBox="1"/>
          <p:nvPr userDrawn="1"/>
        </p:nvSpPr>
        <p:spPr>
          <a:xfrm>
            <a:off x="509136" y="1634098"/>
            <a:ext cx="5184913" cy="4179542"/>
          </a:xfrm>
          <a:prstGeom prst="rect">
            <a:avLst/>
          </a:prstGeom>
          <a:noFill/>
        </p:spPr>
        <p:txBody>
          <a:bodyPr wrap="square" rtlCol="0">
            <a:spAutoFit/>
          </a:bodyPr>
          <a:lstStyle/>
          <a:p>
            <a:pPr marL="228600" indent="-228600" algn="just">
              <a:lnSpc>
                <a:spcPct val="150000"/>
              </a:lnSpc>
              <a:buClr>
                <a:schemeClr val="accent3"/>
              </a:buClr>
              <a:buFont typeface="+mj-lt"/>
              <a:buAutoNum type="arabicPeriod"/>
            </a:pPr>
            <a:r>
              <a:rPr lang="es-ES_tradnl" sz="1000">
                <a:solidFill>
                  <a:schemeClr val="tx2"/>
                </a:solidFill>
              </a:rPr>
              <a:t>Utilizar títulos cortos y claros.</a:t>
            </a:r>
          </a:p>
          <a:p>
            <a:pPr marL="228600" indent="-228600" algn="just">
              <a:lnSpc>
                <a:spcPct val="150000"/>
              </a:lnSpc>
              <a:buClr>
                <a:schemeClr val="accent3"/>
              </a:buClr>
              <a:buFont typeface="+mj-lt"/>
              <a:buAutoNum type="arabicPeriod"/>
            </a:pPr>
            <a:r>
              <a:rPr lang="es-ES_tradnl" sz="1000">
                <a:solidFill>
                  <a:schemeClr val="tx2"/>
                </a:solidFill>
              </a:rPr>
              <a:t>Mantener el texto del contenido lo más breve posible, utilizando mensajes claros. </a:t>
            </a:r>
          </a:p>
          <a:p>
            <a:pPr marL="228600" indent="-228600" algn="just">
              <a:lnSpc>
                <a:spcPct val="150000"/>
              </a:lnSpc>
              <a:buClr>
                <a:schemeClr val="accent3"/>
              </a:buClr>
              <a:buFont typeface="+mj-lt"/>
              <a:buAutoNum type="arabicPeriod"/>
            </a:pPr>
            <a:r>
              <a:rPr lang="es-ES_tradnl" sz="1000">
                <a:solidFill>
                  <a:schemeClr val="tx2"/>
                </a:solidFill>
              </a:rPr>
              <a:t>Respetar siempre los márgenes en los límites de cada filmina al incluir fotografías, cuadros, gráficas y textos.</a:t>
            </a:r>
          </a:p>
          <a:p>
            <a:pPr marL="228600" indent="-228600" algn="just">
              <a:lnSpc>
                <a:spcPct val="150000"/>
              </a:lnSpc>
              <a:buClr>
                <a:schemeClr val="accent3"/>
              </a:buClr>
              <a:buFont typeface="+mj-lt"/>
              <a:buAutoNum type="arabicPeriod"/>
            </a:pPr>
            <a:r>
              <a:rPr lang="es-ES_tradnl" sz="1000">
                <a:solidFill>
                  <a:schemeClr val="tx2"/>
                </a:solidFill>
              </a:rPr>
              <a:t>Utilizar una cantidad limitada de animaciones para evitar saturar la presentación.</a:t>
            </a:r>
          </a:p>
          <a:p>
            <a:pPr marL="228600" indent="-228600" algn="just">
              <a:lnSpc>
                <a:spcPct val="150000"/>
              </a:lnSpc>
              <a:buClr>
                <a:schemeClr val="accent3"/>
              </a:buClr>
              <a:buFont typeface="+mj-lt"/>
              <a:buAutoNum type="arabicPeriod"/>
            </a:pPr>
            <a:r>
              <a:rPr lang="es-ES_tradnl" sz="1000">
                <a:solidFill>
                  <a:schemeClr val="tx2"/>
                </a:solidFill>
              </a:rPr>
              <a:t>Las gráficas o tablas deben facilitar la visualización de los datos. Se recomienda evitar incluir información adicional que explique el contenido de las mismas. Simplifica los gráficos.</a:t>
            </a:r>
          </a:p>
          <a:p>
            <a:pPr marL="228600" indent="-228600" algn="just">
              <a:lnSpc>
                <a:spcPct val="150000"/>
              </a:lnSpc>
              <a:buClr>
                <a:schemeClr val="accent3"/>
              </a:buClr>
              <a:buFont typeface="+mj-lt"/>
              <a:buAutoNum type="arabicPeriod"/>
            </a:pPr>
            <a:r>
              <a:rPr lang="es-ES_tradnl" sz="1000">
                <a:solidFill>
                  <a:schemeClr val="tx2"/>
                </a:solidFill>
              </a:rPr>
              <a:t>Se consistente con el diseño</a:t>
            </a:r>
          </a:p>
          <a:p>
            <a:pPr marL="228600" indent="-228600" algn="just">
              <a:lnSpc>
                <a:spcPct val="150000"/>
              </a:lnSpc>
              <a:buClr>
                <a:schemeClr val="accent3"/>
              </a:buClr>
              <a:buFont typeface="+mj-lt"/>
              <a:buAutoNum type="arabicPeriod"/>
            </a:pPr>
            <a:r>
              <a:rPr lang="es-ES_tradnl" sz="1000">
                <a:solidFill>
                  <a:schemeClr val="tx2"/>
                </a:solidFill>
              </a:rPr>
              <a:t>Usa imágenes de calidad</a:t>
            </a:r>
          </a:p>
          <a:p>
            <a:pPr marL="228600" indent="-228600" algn="just">
              <a:lnSpc>
                <a:spcPct val="150000"/>
              </a:lnSpc>
              <a:buClr>
                <a:schemeClr val="accent3"/>
              </a:buClr>
              <a:buFont typeface="+mj-lt"/>
              <a:buAutoNum type="arabicPeriod"/>
            </a:pPr>
            <a:r>
              <a:rPr lang="es-ES_tradnl" sz="1000">
                <a:solidFill>
                  <a:schemeClr val="tx2"/>
                </a:solidFill>
              </a:rPr>
              <a:t>Incrusta las fuentes en el PPT</a:t>
            </a:r>
          </a:p>
          <a:p>
            <a:pPr marL="447675" indent="0" algn="just">
              <a:lnSpc>
                <a:spcPts val="380"/>
              </a:lnSpc>
              <a:buClr>
                <a:schemeClr val="accent3"/>
              </a:buClr>
              <a:buFont typeface="+mj-lt"/>
              <a:buNone/>
              <a:tabLst/>
            </a:pPr>
            <a:endParaRPr lang="es-ES_tradnl" sz="900">
              <a:solidFill>
                <a:schemeClr val="tx2">
                  <a:lumMod val="60000"/>
                  <a:lumOff val="40000"/>
                </a:schemeClr>
              </a:solidFill>
            </a:endParaRPr>
          </a:p>
          <a:p>
            <a:pPr marL="447675" indent="0" algn="just">
              <a:lnSpc>
                <a:spcPts val="1330"/>
              </a:lnSpc>
              <a:buClr>
                <a:schemeClr val="accent3"/>
              </a:buClr>
              <a:buFont typeface="+mj-lt"/>
              <a:buNone/>
              <a:tabLst/>
            </a:pPr>
            <a:r>
              <a:rPr lang="es-ES_tradnl" sz="900">
                <a:solidFill>
                  <a:schemeClr val="tx2">
                    <a:lumMod val="60000"/>
                    <a:lumOff val="40000"/>
                  </a:schemeClr>
                </a:solidFill>
              </a:rPr>
              <a:t>Para hacerlo, ve a las Preferencias de PowerPoint y entra en el apartado </a:t>
            </a:r>
            <a:r>
              <a:rPr lang="es-ES_tradnl" sz="900" b="1">
                <a:solidFill>
                  <a:schemeClr val="tx2">
                    <a:lumMod val="60000"/>
                    <a:lumOff val="40000"/>
                  </a:schemeClr>
                </a:solidFill>
              </a:rPr>
              <a:t>Guardar</a:t>
            </a:r>
            <a:r>
              <a:rPr lang="es-ES_tradnl" sz="900">
                <a:solidFill>
                  <a:schemeClr val="tx2">
                    <a:lumMod val="60000"/>
                    <a:lumOff val="40000"/>
                  </a:schemeClr>
                </a:solidFill>
              </a:rPr>
              <a:t>. Allí encontrarás la opción </a:t>
            </a:r>
            <a:r>
              <a:rPr lang="es-ES_tradnl" sz="900" b="1">
                <a:solidFill>
                  <a:schemeClr val="tx2">
                    <a:lumMod val="60000"/>
                    <a:lumOff val="40000"/>
                  </a:schemeClr>
                </a:solidFill>
              </a:rPr>
              <a:t>Incrustar fuentes en el archivo</a:t>
            </a:r>
            <a:r>
              <a:rPr lang="es-ES_tradnl" sz="900">
                <a:solidFill>
                  <a:schemeClr val="tx2">
                    <a:lumMod val="60000"/>
                    <a:lumOff val="40000"/>
                  </a:schemeClr>
                </a:solidFill>
              </a:rPr>
              <a:t>, que puedes elegir en dos formas: guardando solo los caracteres que se usan en la presentación -que ocupa menos- o guardándolos todos -que permite a otras personas editar el texto más tarde aunque no tengan la fuente.</a:t>
            </a:r>
          </a:p>
          <a:p>
            <a:pPr marL="228600" indent="-228600" algn="just">
              <a:lnSpc>
                <a:spcPct val="150000"/>
              </a:lnSpc>
              <a:buClr>
                <a:schemeClr val="accent3"/>
              </a:buClr>
              <a:buFont typeface="+mj-lt"/>
              <a:buAutoNum type="arabicPeriod"/>
            </a:pPr>
            <a:endParaRPr lang="es-ES_tradnl" sz="1000">
              <a:solidFill>
                <a:schemeClr val="tx2"/>
              </a:solidFill>
            </a:endParaRPr>
          </a:p>
        </p:txBody>
      </p:sp>
      <p:sp>
        <p:nvSpPr>
          <p:cNvPr id="17" name="TextBox 16">
            <a:extLst>
              <a:ext uri="{FF2B5EF4-FFF2-40B4-BE49-F238E27FC236}">
                <a16:creationId xmlns:a16="http://schemas.microsoft.com/office/drawing/2014/main" id="{C1BDEF32-2A01-1A42-8A2F-2183F7B59CD4}"/>
              </a:ext>
            </a:extLst>
          </p:cNvPr>
          <p:cNvSpPr txBox="1"/>
          <p:nvPr userDrawn="1"/>
        </p:nvSpPr>
        <p:spPr>
          <a:xfrm>
            <a:off x="434029" y="675389"/>
            <a:ext cx="5184913" cy="600164"/>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3300" b="1">
                <a:solidFill>
                  <a:schemeClr val="accent1"/>
                </a:solidFill>
              </a:rPr>
              <a:t>EN LAS PRESENTACIONES</a:t>
            </a:r>
          </a:p>
        </p:txBody>
      </p:sp>
      <p:sp>
        <p:nvSpPr>
          <p:cNvPr id="18" name="TextBox 17">
            <a:extLst>
              <a:ext uri="{FF2B5EF4-FFF2-40B4-BE49-F238E27FC236}">
                <a16:creationId xmlns:a16="http://schemas.microsoft.com/office/drawing/2014/main" id="{A73CCF6F-B852-B148-B6B1-5FB4BB711900}"/>
              </a:ext>
            </a:extLst>
          </p:cNvPr>
          <p:cNvSpPr txBox="1"/>
          <p:nvPr userDrawn="1"/>
        </p:nvSpPr>
        <p:spPr>
          <a:xfrm>
            <a:off x="434029" y="444557"/>
            <a:ext cx="5184913"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1200" b="1">
                <a:solidFill>
                  <a:schemeClr val="tx2"/>
                </a:solidFill>
              </a:rPr>
              <a:t>RECOMENDACIONES GENERALES</a:t>
            </a:r>
          </a:p>
        </p:txBody>
      </p:sp>
      <p:sp>
        <p:nvSpPr>
          <p:cNvPr id="19" name="Line">
            <a:extLst>
              <a:ext uri="{FF2B5EF4-FFF2-40B4-BE49-F238E27FC236}">
                <a16:creationId xmlns:a16="http://schemas.microsoft.com/office/drawing/2014/main" id="{B734AED5-4C57-5E4A-98C2-8BABA22034EC}"/>
              </a:ext>
            </a:extLst>
          </p:cNvPr>
          <p:cNvSpPr/>
          <p:nvPr userDrawn="1"/>
        </p:nvSpPr>
        <p:spPr>
          <a:xfrm>
            <a:off x="509136" y="1423375"/>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0" name="Marcador de número de diapositiva 4">
            <a:extLst>
              <a:ext uri="{FF2B5EF4-FFF2-40B4-BE49-F238E27FC236}">
                <a16:creationId xmlns:a16="http://schemas.microsoft.com/office/drawing/2014/main" id="{1571849C-889A-2440-9A43-044106DF3EC0}"/>
              </a:ext>
            </a:extLst>
          </p:cNvPr>
          <p:cNvSpPr>
            <a:spLocks noGrp="1"/>
          </p:cNvSpPr>
          <p:nvPr>
            <p:ph type="sldNum" sz="quarter" idx="14"/>
          </p:nvPr>
        </p:nvSpPr>
        <p:spPr>
          <a:xfrm>
            <a:off x="370706" y="6381328"/>
            <a:ext cx="324343" cy="923330"/>
          </a:xfrm>
        </p:spPr>
        <p:txBody>
          <a:bodyPr/>
          <a:lstStyle>
            <a:lvl1pPr>
              <a:defRPr>
                <a:latin typeface="Century Gothic" panose="020B0502020202020204" pitchFamily="34" charset="0"/>
              </a:defRPr>
            </a:lvl1pPr>
          </a:lstStyle>
          <a:p>
            <a:fld id="{9754757F-9D13-B94C-817F-4D23A4DA4B76}" type="slidenum">
              <a:rPr lang="es-ES_tradnl" smtClean="0"/>
              <a:pPr/>
              <a:t>‹Nº›</a:t>
            </a:fld>
            <a:endParaRPr lang="es-ES_tradnl"/>
          </a:p>
        </p:txBody>
      </p:sp>
      <p:pic>
        <p:nvPicPr>
          <p:cNvPr id="21" name="Imagen 40">
            <a:extLst>
              <a:ext uri="{FF2B5EF4-FFF2-40B4-BE49-F238E27FC236}">
                <a16:creationId xmlns:a16="http://schemas.microsoft.com/office/drawing/2014/main" id="{986E1C59-D894-B14B-8425-72104EF0BAEC}"/>
              </a:ext>
            </a:extLst>
          </p:cNvPr>
          <p:cNvPicPr>
            <a:picLocks noChangeAspect="1"/>
          </p:cNvPicPr>
          <p:nvPr userDrawn="1"/>
        </p:nvPicPr>
        <p:blipFill rotWithShape="1">
          <a:blip r:embed="rId2"/>
          <a:srcRect l="8" t="3487" r="8"/>
          <a:stretch/>
        </p:blipFill>
        <p:spPr>
          <a:xfrm>
            <a:off x="5798338" y="728700"/>
            <a:ext cx="5869034" cy="5652628"/>
          </a:xfrm>
          <a:prstGeom prst="rect">
            <a:avLst/>
          </a:prstGeom>
        </p:spPr>
      </p:pic>
    </p:spTree>
    <p:extLst>
      <p:ext uri="{BB962C8B-B14F-4D97-AF65-F5344CB8AC3E}">
        <p14:creationId xmlns:p14="http://schemas.microsoft.com/office/powerpoint/2010/main" val="3026898415"/>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2_Objetivos">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30C528-54CE-544F-987D-2F2C0DA7BC8C}"/>
              </a:ext>
            </a:extLst>
          </p:cNvPr>
          <p:cNvSpPr txBox="1"/>
          <p:nvPr userDrawn="1"/>
        </p:nvSpPr>
        <p:spPr>
          <a:xfrm>
            <a:off x="509136" y="1634098"/>
            <a:ext cx="3642521" cy="3063852"/>
          </a:xfrm>
          <a:prstGeom prst="rect">
            <a:avLst/>
          </a:prstGeom>
          <a:noFill/>
        </p:spPr>
        <p:txBody>
          <a:bodyPr wrap="square" rtlCol="0">
            <a:spAutoFit/>
          </a:bodyPr>
          <a:lstStyle/>
          <a:p>
            <a:pPr marL="228600" indent="-228600" algn="just">
              <a:lnSpc>
                <a:spcPct val="150000"/>
              </a:lnSpc>
              <a:buClr>
                <a:schemeClr val="accent3"/>
              </a:buClr>
              <a:buFont typeface="+mj-lt"/>
              <a:buAutoNum type="arabicPeriod"/>
            </a:pPr>
            <a:r>
              <a:rPr lang="es-ES_tradnl" sz="1000">
                <a:solidFill>
                  <a:schemeClr val="tx2"/>
                </a:solidFill>
              </a:rPr>
              <a:t>Para garantizar la unidad y coherencia de nuestra imagen corporativa no está permitido alterar los colores de ningún logotipo, corporativo o comercial. </a:t>
            </a:r>
          </a:p>
          <a:p>
            <a:pPr marL="228600" indent="-228600" algn="just">
              <a:lnSpc>
                <a:spcPct val="150000"/>
              </a:lnSpc>
              <a:buClr>
                <a:schemeClr val="accent3"/>
              </a:buClr>
              <a:buFont typeface="+mj-lt"/>
              <a:buAutoNum type="arabicPeriod"/>
            </a:pPr>
            <a:endParaRPr lang="es-ES_tradnl" sz="1000">
              <a:solidFill>
                <a:schemeClr val="tx2"/>
              </a:solidFill>
            </a:endParaRPr>
          </a:p>
          <a:p>
            <a:pPr marL="228600" indent="-228600" algn="just">
              <a:lnSpc>
                <a:spcPct val="150000"/>
              </a:lnSpc>
              <a:buClr>
                <a:schemeClr val="accent3"/>
              </a:buClr>
              <a:buFont typeface="+mj-lt"/>
              <a:buAutoNum type="arabicPeriod"/>
            </a:pPr>
            <a:r>
              <a:rPr lang="es-ES_tradnl" sz="1000">
                <a:solidFill>
                  <a:schemeClr val="tx2"/>
                </a:solidFill>
              </a:rPr>
              <a:t>No se autoriza la alteración del logotipo corporativo agregando nombres de departamentos o proyectos. </a:t>
            </a:r>
          </a:p>
          <a:p>
            <a:pPr marL="228600" indent="-228600" algn="just">
              <a:lnSpc>
                <a:spcPct val="150000"/>
              </a:lnSpc>
              <a:buClr>
                <a:schemeClr val="accent3"/>
              </a:buClr>
              <a:buFont typeface="+mj-lt"/>
              <a:buAutoNum type="arabicPeriod"/>
            </a:pPr>
            <a:endParaRPr lang="es-ES_tradnl" sz="1000">
              <a:solidFill>
                <a:schemeClr val="tx2"/>
              </a:solidFill>
            </a:endParaRPr>
          </a:p>
          <a:p>
            <a:pPr marL="228600" indent="-228600" algn="just">
              <a:lnSpc>
                <a:spcPct val="150000"/>
              </a:lnSpc>
              <a:buClr>
                <a:schemeClr val="accent3"/>
              </a:buClr>
              <a:buFont typeface="+mj-lt"/>
              <a:buAutoNum type="arabicPeriod"/>
            </a:pPr>
            <a:r>
              <a:rPr lang="es-ES_tradnl" sz="1000">
                <a:solidFill>
                  <a:schemeClr val="tx2"/>
                </a:solidFill>
              </a:rPr>
              <a:t>Se recomienda consultar los lineamientos gráficos en el “Manual de Imagen Corporativa” para referencia sobre la utilización del logotipo corporativo.</a:t>
            </a:r>
          </a:p>
        </p:txBody>
      </p:sp>
      <p:sp>
        <p:nvSpPr>
          <p:cNvPr id="17" name="TextBox 16">
            <a:extLst>
              <a:ext uri="{FF2B5EF4-FFF2-40B4-BE49-F238E27FC236}">
                <a16:creationId xmlns:a16="http://schemas.microsoft.com/office/drawing/2014/main" id="{C1BDEF32-2A01-1A42-8A2F-2183F7B59CD4}"/>
              </a:ext>
            </a:extLst>
          </p:cNvPr>
          <p:cNvSpPr txBox="1"/>
          <p:nvPr userDrawn="1"/>
        </p:nvSpPr>
        <p:spPr>
          <a:xfrm>
            <a:off x="434029" y="675389"/>
            <a:ext cx="5184913" cy="600164"/>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3300" b="1">
                <a:solidFill>
                  <a:schemeClr val="accent1"/>
                </a:solidFill>
              </a:rPr>
              <a:t>RECORDATORIO</a:t>
            </a:r>
          </a:p>
        </p:txBody>
      </p:sp>
      <p:sp>
        <p:nvSpPr>
          <p:cNvPr id="18" name="TextBox 17">
            <a:extLst>
              <a:ext uri="{FF2B5EF4-FFF2-40B4-BE49-F238E27FC236}">
                <a16:creationId xmlns:a16="http://schemas.microsoft.com/office/drawing/2014/main" id="{A73CCF6F-B852-B148-B6B1-5FB4BB711900}"/>
              </a:ext>
            </a:extLst>
          </p:cNvPr>
          <p:cNvSpPr txBox="1"/>
          <p:nvPr userDrawn="1"/>
        </p:nvSpPr>
        <p:spPr>
          <a:xfrm>
            <a:off x="434029" y="444557"/>
            <a:ext cx="5184913"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1200" b="1">
                <a:solidFill>
                  <a:schemeClr val="tx2"/>
                </a:solidFill>
              </a:rPr>
              <a:t>RECOMENDACIONES GENERALES</a:t>
            </a:r>
          </a:p>
        </p:txBody>
      </p:sp>
      <p:sp>
        <p:nvSpPr>
          <p:cNvPr id="19" name="Line">
            <a:extLst>
              <a:ext uri="{FF2B5EF4-FFF2-40B4-BE49-F238E27FC236}">
                <a16:creationId xmlns:a16="http://schemas.microsoft.com/office/drawing/2014/main" id="{B734AED5-4C57-5E4A-98C2-8BABA22034EC}"/>
              </a:ext>
            </a:extLst>
          </p:cNvPr>
          <p:cNvSpPr/>
          <p:nvPr userDrawn="1"/>
        </p:nvSpPr>
        <p:spPr>
          <a:xfrm>
            <a:off x="509136" y="1423375"/>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0" name="Marcador de número de diapositiva 4">
            <a:extLst>
              <a:ext uri="{FF2B5EF4-FFF2-40B4-BE49-F238E27FC236}">
                <a16:creationId xmlns:a16="http://schemas.microsoft.com/office/drawing/2014/main" id="{1571849C-889A-2440-9A43-044106DF3EC0}"/>
              </a:ext>
            </a:extLst>
          </p:cNvPr>
          <p:cNvSpPr>
            <a:spLocks noGrp="1"/>
          </p:cNvSpPr>
          <p:nvPr>
            <p:ph type="sldNum" sz="quarter" idx="14"/>
          </p:nvPr>
        </p:nvSpPr>
        <p:spPr>
          <a:xfrm>
            <a:off x="370706" y="6381328"/>
            <a:ext cx="324343" cy="923330"/>
          </a:xfrm>
        </p:spPr>
        <p:txBody>
          <a:bodyPr/>
          <a:lstStyle>
            <a:lvl1pPr>
              <a:defRPr>
                <a:latin typeface="Century Gothic" panose="020B0502020202020204" pitchFamily="34" charset="0"/>
              </a:defRPr>
            </a:lvl1pPr>
          </a:lstStyle>
          <a:p>
            <a:fld id="{9754757F-9D13-B94C-817F-4D23A4DA4B76}" type="slidenum">
              <a:rPr lang="es-ES_tradnl" smtClean="0"/>
              <a:pPr/>
              <a:t>‹Nº›</a:t>
            </a:fld>
            <a:endParaRPr lang="es-ES_tradnl"/>
          </a:p>
        </p:txBody>
      </p:sp>
      <p:pic>
        <p:nvPicPr>
          <p:cNvPr id="8" name="Imagen 11">
            <a:extLst>
              <a:ext uri="{FF2B5EF4-FFF2-40B4-BE49-F238E27FC236}">
                <a16:creationId xmlns:a16="http://schemas.microsoft.com/office/drawing/2014/main" id="{9B564723-2EC2-2A4D-9BAF-CE6A9EB398B8}"/>
              </a:ext>
            </a:extLst>
          </p:cNvPr>
          <p:cNvPicPr>
            <a:picLocks noChangeAspect="1"/>
          </p:cNvPicPr>
          <p:nvPr userDrawn="1"/>
        </p:nvPicPr>
        <p:blipFill rotWithShape="1">
          <a:blip r:embed="rId2"/>
          <a:srcRect b="5380"/>
          <a:stretch/>
        </p:blipFill>
        <p:spPr>
          <a:xfrm>
            <a:off x="4547727" y="368660"/>
            <a:ext cx="6294284" cy="5955250"/>
          </a:xfrm>
          <a:prstGeom prst="rect">
            <a:avLst/>
          </a:prstGeom>
        </p:spPr>
      </p:pic>
    </p:spTree>
    <p:extLst>
      <p:ext uri="{BB962C8B-B14F-4D97-AF65-F5344CB8AC3E}">
        <p14:creationId xmlns:p14="http://schemas.microsoft.com/office/powerpoint/2010/main" val="3851373583"/>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3_Objetivos">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30C528-54CE-544F-987D-2F2C0DA7BC8C}"/>
              </a:ext>
            </a:extLst>
          </p:cNvPr>
          <p:cNvSpPr txBox="1"/>
          <p:nvPr userDrawn="1"/>
        </p:nvSpPr>
        <p:spPr>
          <a:xfrm>
            <a:off x="509136" y="2469232"/>
            <a:ext cx="3534499" cy="2765694"/>
          </a:xfrm>
          <a:prstGeom prst="rect">
            <a:avLst/>
          </a:prstGeom>
          <a:noFill/>
        </p:spPr>
        <p:txBody>
          <a:bodyPr wrap="square" rtlCol="0">
            <a:spAutoFit/>
          </a:bodyPr>
          <a:lstStyle/>
          <a:p>
            <a:pPr marL="171450" indent="-171450">
              <a:lnSpc>
                <a:spcPts val="1500"/>
              </a:lnSpc>
              <a:buClr>
                <a:schemeClr val="accent1"/>
              </a:buClr>
              <a:buFont typeface="Arial" panose="020B0604020202020204" pitchFamily="34" charset="0"/>
              <a:buChar char="•"/>
            </a:pPr>
            <a:r>
              <a:rPr lang="es-ES_tradnl" sz="1000" b="1"/>
              <a:t>Desplácese por los iconos o vaya directamente a una categoría</a:t>
            </a:r>
            <a:r>
              <a:rPr lang="es-ES_tradnl" sz="1000"/>
              <a:t> (para hacerlo, elija el nombre en el panel de navegación). También puede buscar con el cuadro situado cerca de la parte superior.</a:t>
            </a:r>
          </a:p>
          <a:p>
            <a:pPr marL="171450" indent="-171450">
              <a:lnSpc>
                <a:spcPts val="1500"/>
              </a:lnSpc>
              <a:buClr>
                <a:schemeClr val="accent1"/>
              </a:buClr>
              <a:buFont typeface="Arial" panose="020B0604020202020204" pitchFamily="34" charset="0"/>
              <a:buChar char="•"/>
            </a:pPr>
            <a:r>
              <a:rPr lang="es-ES_tradnl" sz="1000" b="1"/>
              <a:t>Elija un icono </a:t>
            </a:r>
            <a:r>
              <a:rPr lang="es-ES_tradnl" sz="1000"/>
              <a:t>y, a continuación, seleccione </a:t>
            </a:r>
            <a:r>
              <a:rPr lang="es-ES_tradnl" sz="1000" b="1"/>
              <a:t>Insertar</a:t>
            </a:r>
            <a:r>
              <a:rPr lang="es-ES_tradnl" sz="1000"/>
              <a:t> en la parte inferior derecha.</a:t>
            </a:r>
          </a:p>
          <a:p>
            <a:pPr marL="171450" indent="-171450">
              <a:lnSpc>
                <a:spcPts val="1500"/>
              </a:lnSpc>
              <a:buClr>
                <a:schemeClr val="accent1"/>
              </a:buClr>
              <a:buFont typeface="Arial" panose="020B0604020202020204" pitchFamily="34" charset="0"/>
              <a:buChar char="•"/>
            </a:pPr>
            <a:r>
              <a:rPr lang="es-ES_tradnl" sz="1000"/>
              <a:t>Puede insertar varios iconos al mismo tiempo eligiendo cada uno de ellos antes de hacer clic en Insertar.</a:t>
            </a:r>
          </a:p>
          <a:p>
            <a:pPr marL="171450" indent="-171450">
              <a:lnSpc>
                <a:spcPts val="1500"/>
              </a:lnSpc>
              <a:buClr>
                <a:schemeClr val="accent1"/>
              </a:buClr>
              <a:buFont typeface="Arial" panose="020B0604020202020204" pitchFamily="34" charset="0"/>
              <a:buChar char="•"/>
            </a:pPr>
            <a:r>
              <a:rPr lang="es-ES_tradnl" sz="1000" b="1"/>
              <a:t>Gire, coloree y cambie el tamaño </a:t>
            </a:r>
            <a:r>
              <a:rPr lang="es-ES_tradnl" sz="1000"/>
              <a:t>del icono.</a:t>
            </a:r>
          </a:p>
          <a:p>
            <a:pPr marL="171450" indent="-171450">
              <a:lnSpc>
                <a:spcPts val="1500"/>
              </a:lnSpc>
              <a:buClr>
                <a:schemeClr val="accent1"/>
              </a:buClr>
              <a:buFont typeface="Arial" panose="020B0604020202020204" pitchFamily="34" charset="0"/>
              <a:buChar char="•"/>
            </a:pPr>
            <a:r>
              <a:rPr lang="es-ES_tradnl" sz="1000" b="1">
                <a:solidFill>
                  <a:schemeClr val="accent1"/>
                </a:solidFill>
              </a:rPr>
              <a:t>Sugerencia: </a:t>
            </a:r>
            <a:r>
              <a:rPr lang="es-ES_tradnl" sz="1000">
                <a:solidFill>
                  <a:schemeClr val="accent1"/>
                </a:solidFill>
              </a:rPr>
              <a:t>¿Desea cambiar rápidamente el color del icono? Haga clic con el botón derecho en el icono, elija Rellenar y seleccione el color que desee.</a:t>
            </a:r>
          </a:p>
        </p:txBody>
      </p:sp>
      <p:sp>
        <p:nvSpPr>
          <p:cNvPr id="17" name="TextBox 16">
            <a:extLst>
              <a:ext uri="{FF2B5EF4-FFF2-40B4-BE49-F238E27FC236}">
                <a16:creationId xmlns:a16="http://schemas.microsoft.com/office/drawing/2014/main" id="{C1BDEF32-2A01-1A42-8A2F-2183F7B59CD4}"/>
              </a:ext>
            </a:extLst>
          </p:cNvPr>
          <p:cNvSpPr txBox="1"/>
          <p:nvPr userDrawn="1"/>
        </p:nvSpPr>
        <p:spPr>
          <a:xfrm>
            <a:off x="434029" y="675389"/>
            <a:ext cx="5184913" cy="600164"/>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3300" b="1">
                <a:solidFill>
                  <a:schemeClr val="accent1"/>
                </a:solidFill>
              </a:rPr>
              <a:t>MANUALES DE USO</a:t>
            </a:r>
          </a:p>
        </p:txBody>
      </p:sp>
      <p:sp>
        <p:nvSpPr>
          <p:cNvPr id="18" name="TextBox 17">
            <a:extLst>
              <a:ext uri="{FF2B5EF4-FFF2-40B4-BE49-F238E27FC236}">
                <a16:creationId xmlns:a16="http://schemas.microsoft.com/office/drawing/2014/main" id="{A73CCF6F-B852-B148-B6B1-5FB4BB711900}"/>
              </a:ext>
            </a:extLst>
          </p:cNvPr>
          <p:cNvSpPr txBox="1"/>
          <p:nvPr userDrawn="1"/>
        </p:nvSpPr>
        <p:spPr>
          <a:xfrm>
            <a:off x="434029" y="444557"/>
            <a:ext cx="5184913"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1200" b="1">
                <a:solidFill>
                  <a:schemeClr val="tx2"/>
                </a:solidFill>
              </a:rPr>
              <a:t>PLANTILLA DE USO INTERNO SOMOS CMI</a:t>
            </a:r>
          </a:p>
        </p:txBody>
      </p:sp>
      <p:sp>
        <p:nvSpPr>
          <p:cNvPr id="19" name="Line">
            <a:extLst>
              <a:ext uri="{FF2B5EF4-FFF2-40B4-BE49-F238E27FC236}">
                <a16:creationId xmlns:a16="http://schemas.microsoft.com/office/drawing/2014/main" id="{B734AED5-4C57-5E4A-98C2-8BABA22034EC}"/>
              </a:ext>
            </a:extLst>
          </p:cNvPr>
          <p:cNvSpPr/>
          <p:nvPr userDrawn="1"/>
        </p:nvSpPr>
        <p:spPr>
          <a:xfrm>
            <a:off x="509136" y="1423375"/>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0" name="Marcador de número de diapositiva 4">
            <a:extLst>
              <a:ext uri="{FF2B5EF4-FFF2-40B4-BE49-F238E27FC236}">
                <a16:creationId xmlns:a16="http://schemas.microsoft.com/office/drawing/2014/main" id="{1571849C-889A-2440-9A43-044106DF3EC0}"/>
              </a:ext>
            </a:extLst>
          </p:cNvPr>
          <p:cNvSpPr>
            <a:spLocks noGrp="1"/>
          </p:cNvSpPr>
          <p:nvPr>
            <p:ph type="sldNum" sz="quarter" idx="14"/>
          </p:nvPr>
        </p:nvSpPr>
        <p:spPr>
          <a:xfrm>
            <a:off x="370706" y="6381328"/>
            <a:ext cx="324343" cy="923330"/>
          </a:xfrm>
        </p:spPr>
        <p:txBody>
          <a:bodyPr/>
          <a:lstStyle>
            <a:lvl1pPr>
              <a:defRPr>
                <a:latin typeface="Century Gothic" panose="020B0502020202020204" pitchFamily="34" charset="0"/>
              </a:defRPr>
            </a:lvl1pPr>
          </a:lstStyle>
          <a:p>
            <a:fld id="{9754757F-9D13-B94C-817F-4D23A4DA4B76}" type="slidenum">
              <a:rPr lang="es-ES_tradnl" smtClean="0"/>
              <a:pPr/>
              <a:t>‹Nº›</a:t>
            </a:fld>
            <a:endParaRPr lang="es-ES_tradnl"/>
          </a:p>
        </p:txBody>
      </p:sp>
      <p:grpSp>
        <p:nvGrpSpPr>
          <p:cNvPr id="5" name="Group 4">
            <a:extLst>
              <a:ext uri="{FF2B5EF4-FFF2-40B4-BE49-F238E27FC236}">
                <a16:creationId xmlns:a16="http://schemas.microsoft.com/office/drawing/2014/main" id="{3FFDAC6F-C9B7-A84C-8206-7C00C0549C9B}"/>
              </a:ext>
            </a:extLst>
          </p:cNvPr>
          <p:cNvGrpSpPr/>
          <p:nvPr userDrawn="1"/>
        </p:nvGrpSpPr>
        <p:grpSpPr>
          <a:xfrm>
            <a:off x="370706" y="1712405"/>
            <a:ext cx="11422579" cy="4308884"/>
            <a:chOff x="741363" y="3268197"/>
            <a:chExt cx="22843671" cy="8774379"/>
          </a:xfrm>
        </p:grpSpPr>
        <p:cxnSp>
          <p:nvCxnSpPr>
            <p:cNvPr id="4" name="Straight Connector 3">
              <a:extLst>
                <a:ext uri="{FF2B5EF4-FFF2-40B4-BE49-F238E27FC236}">
                  <a16:creationId xmlns:a16="http://schemas.microsoft.com/office/drawing/2014/main" id="{17677A08-7798-B442-826C-C77104349910}"/>
                </a:ext>
              </a:extLst>
            </p:cNvPr>
            <p:cNvCxnSpPr/>
            <p:nvPr userDrawn="1"/>
          </p:nvCxnSpPr>
          <p:spPr>
            <a:xfrm flipV="1">
              <a:off x="741363" y="3268197"/>
              <a:ext cx="0" cy="877437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FE4BFDF-5ADF-3540-95D7-2EA82815D79F}"/>
                </a:ext>
              </a:extLst>
            </p:cNvPr>
            <p:cNvCxnSpPr/>
            <p:nvPr userDrawn="1"/>
          </p:nvCxnSpPr>
          <p:spPr>
            <a:xfrm flipV="1">
              <a:off x="8355920" y="3268197"/>
              <a:ext cx="0" cy="877437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3A7D834-D637-604C-A438-C4AC7092D16A}"/>
                </a:ext>
              </a:extLst>
            </p:cNvPr>
            <p:cNvCxnSpPr/>
            <p:nvPr userDrawn="1"/>
          </p:nvCxnSpPr>
          <p:spPr>
            <a:xfrm flipV="1">
              <a:off x="15970477" y="3268197"/>
              <a:ext cx="0" cy="877437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3B34F4D-0DD8-C74B-AF8F-E5CE05CAA93E}"/>
                </a:ext>
              </a:extLst>
            </p:cNvPr>
            <p:cNvCxnSpPr/>
            <p:nvPr userDrawn="1"/>
          </p:nvCxnSpPr>
          <p:spPr>
            <a:xfrm flipV="1">
              <a:off x="23585034" y="3268197"/>
              <a:ext cx="0" cy="877437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42" name="TextBox 41">
            <a:extLst>
              <a:ext uri="{FF2B5EF4-FFF2-40B4-BE49-F238E27FC236}">
                <a16:creationId xmlns:a16="http://schemas.microsoft.com/office/drawing/2014/main" id="{8E6BC5F1-E8C0-A54B-B24E-83BD997BEC3C}"/>
              </a:ext>
            </a:extLst>
          </p:cNvPr>
          <p:cNvSpPr txBox="1"/>
          <p:nvPr userDrawn="1"/>
        </p:nvSpPr>
        <p:spPr>
          <a:xfrm>
            <a:off x="509136" y="1769332"/>
            <a:ext cx="3534501" cy="400110"/>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2000" b="0">
                <a:solidFill>
                  <a:schemeClr val="tx2"/>
                </a:solidFill>
              </a:rPr>
              <a:t>Insertar iconos</a:t>
            </a:r>
          </a:p>
        </p:txBody>
      </p:sp>
      <p:sp>
        <p:nvSpPr>
          <p:cNvPr id="43" name="TextBox 42">
            <a:extLst>
              <a:ext uri="{FF2B5EF4-FFF2-40B4-BE49-F238E27FC236}">
                <a16:creationId xmlns:a16="http://schemas.microsoft.com/office/drawing/2014/main" id="{7B380BE8-0369-7349-99BC-3CDA321E6C4A}"/>
              </a:ext>
            </a:extLst>
          </p:cNvPr>
          <p:cNvSpPr txBox="1"/>
          <p:nvPr userDrawn="1"/>
        </p:nvSpPr>
        <p:spPr>
          <a:xfrm>
            <a:off x="509136" y="2136725"/>
            <a:ext cx="3534501"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1200" b="1">
                <a:solidFill>
                  <a:schemeClr val="accent1"/>
                </a:solidFill>
              </a:rPr>
              <a:t>Seleccione Insertar &gt; Iconos</a:t>
            </a:r>
          </a:p>
        </p:txBody>
      </p:sp>
      <p:sp>
        <p:nvSpPr>
          <p:cNvPr id="44" name="TextBox 43">
            <a:extLst>
              <a:ext uri="{FF2B5EF4-FFF2-40B4-BE49-F238E27FC236}">
                <a16:creationId xmlns:a16="http://schemas.microsoft.com/office/drawing/2014/main" id="{EA145C08-EDB8-AF45-9E8B-3BA9A03E1E2D}"/>
              </a:ext>
            </a:extLst>
          </p:cNvPr>
          <p:cNvSpPr txBox="1"/>
          <p:nvPr userDrawn="1"/>
        </p:nvSpPr>
        <p:spPr>
          <a:xfrm>
            <a:off x="4313940" y="2469232"/>
            <a:ext cx="3534499" cy="3535135"/>
          </a:xfrm>
          <a:prstGeom prst="rect">
            <a:avLst/>
          </a:prstGeom>
          <a:noFill/>
        </p:spPr>
        <p:txBody>
          <a:bodyPr wrap="square" rtlCol="0">
            <a:spAutoFit/>
          </a:bodyPr>
          <a:lstStyle/>
          <a:p>
            <a:pPr marL="171450" indent="-171450" algn="just">
              <a:lnSpc>
                <a:spcPts val="1500"/>
              </a:lnSpc>
              <a:buClr>
                <a:schemeClr val="accent1"/>
              </a:buClr>
              <a:buFont typeface="Arial" panose="020B0604020202020204" pitchFamily="34" charset="0"/>
              <a:buChar char="•"/>
            </a:pPr>
            <a:r>
              <a:rPr lang="es-ES_tradnl" sz="1000"/>
              <a:t>Haga clic en el </a:t>
            </a:r>
            <a:r>
              <a:rPr lang="es-ES_tradnl" sz="1000" b="1"/>
              <a:t>tipo de gráfico </a:t>
            </a:r>
            <a:r>
              <a:rPr lang="es-ES_tradnl" sz="1000"/>
              <a:t>y luego haga doble clic en el </a:t>
            </a:r>
            <a:r>
              <a:rPr lang="es-ES_tradnl" sz="1000" b="1"/>
              <a:t>gráfico</a:t>
            </a:r>
            <a:r>
              <a:rPr lang="es-ES_tradnl" sz="1000"/>
              <a:t> que quiera.</a:t>
            </a:r>
          </a:p>
          <a:p>
            <a:pPr marL="171450" indent="-171450" algn="just">
              <a:lnSpc>
                <a:spcPts val="1500"/>
              </a:lnSpc>
              <a:buClr>
                <a:schemeClr val="accent1"/>
              </a:buClr>
              <a:buFont typeface="Arial" panose="020B0604020202020204" pitchFamily="34" charset="0"/>
              <a:buChar char="•"/>
            </a:pPr>
            <a:r>
              <a:rPr lang="es-ES_tradnl" sz="1000"/>
              <a:t>En la </a:t>
            </a:r>
            <a:r>
              <a:rPr lang="es-ES_tradnl" sz="1000" b="1"/>
              <a:t>hoja de cálculo </a:t>
            </a:r>
            <a:r>
              <a:rPr lang="es-ES_tradnl" sz="1000"/>
              <a:t>que aparece, cambie los datos de los marcadores de posición por su propia información.</a:t>
            </a:r>
          </a:p>
          <a:p>
            <a:pPr marL="171450" indent="-171450" algn="just">
              <a:lnSpc>
                <a:spcPts val="1500"/>
              </a:lnSpc>
              <a:buClr>
                <a:schemeClr val="accent1"/>
              </a:buClr>
              <a:buFont typeface="Arial" panose="020B0604020202020204" pitchFamily="34" charset="0"/>
              <a:buChar char="•"/>
            </a:pPr>
            <a:r>
              <a:rPr lang="es-ES_tradnl" sz="1000"/>
              <a:t>Al insertar un gráfico, aparecerán unos botones pequeños junto a la esquina superior. Use el botón </a:t>
            </a:r>
            <a:r>
              <a:rPr lang="es-ES_tradnl" sz="1000" b="1"/>
              <a:t>Elementos de gráfico </a:t>
            </a:r>
            <a:r>
              <a:rPr lang="es-ES_tradnl" sz="1000"/>
              <a:t>para mostrar, ocultar o dar formato a elementos, como, por ejemplo, títulos de eje o etiquetas de datos. O use el botón </a:t>
            </a:r>
            <a:r>
              <a:rPr lang="es-ES_tradnl" sz="1000" b="1"/>
              <a:t>Estilos de diseño</a:t>
            </a:r>
            <a:r>
              <a:rPr lang="es-ES_tradnl" sz="1000"/>
              <a:t> para personalizar la apariencia del gráfico y cambiar el color o el diseño del gráfico.</a:t>
            </a:r>
          </a:p>
          <a:p>
            <a:pPr marL="171450" indent="-171450" algn="just">
              <a:lnSpc>
                <a:spcPts val="1500"/>
              </a:lnSpc>
              <a:buClr>
                <a:schemeClr val="accent1"/>
              </a:buClr>
              <a:buFont typeface="Arial" panose="020B0604020202020204" pitchFamily="34" charset="0"/>
              <a:buChar char="•"/>
            </a:pPr>
            <a:r>
              <a:rPr lang="es-ES_tradnl" sz="1000"/>
              <a:t>Cuando termine, cierre la hoja de cálculo.</a:t>
            </a:r>
          </a:p>
          <a:p>
            <a:pPr marL="171450" indent="-171450" algn="just">
              <a:lnSpc>
                <a:spcPts val="1500"/>
              </a:lnSpc>
              <a:buClr>
                <a:schemeClr val="accent1"/>
              </a:buClr>
              <a:buFont typeface="Arial" panose="020B0604020202020204" pitchFamily="34" charset="0"/>
              <a:buChar char="•"/>
            </a:pPr>
            <a:r>
              <a:rPr lang="es-ES_tradnl" sz="1000" b="1">
                <a:solidFill>
                  <a:schemeClr val="accent1"/>
                </a:solidFill>
              </a:rPr>
              <a:t>Sugerencia: </a:t>
            </a:r>
            <a:r>
              <a:rPr lang="es-ES_tradnl" sz="1000">
                <a:solidFill>
                  <a:schemeClr val="accent1"/>
                </a:solidFill>
              </a:rPr>
              <a:t>Si ya tiene un gráfico, pero solo desea cambiar su tipo: Seleccione el gráfico, haga clic en la pestaña Diseño de gráfico, haga clic en </a:t>
            </a:r>
            <a:r>
              <a:rPr lang="es-ES_tradnl" sz="1000" b="1">
                <a:solidFill>
                  <a:schemeClr val="accent1"/>
                </a:solidFill>
              </a:rPr>
              <a:t>Cambiar tipo de gráfico</a:t>
            </a:r>
            <a:r>
              <a:rPr lang="es-ES_tradnl" sz="1000">
                <a:solidFill>
                  <a:schemeClr val="accent1"/>
                </a:solidFill>
              </a:rPr>
              <a:t>. Elija un nuevo tipo de gráfico en el cuadro.</a:t>
            </a:r>
          </a:p>
        </p:txBody>
      </p:sp>
      <p:sp>
        <p:nvSpPr>
          <p:cNvPr id="45" name="TextBox 44">
            <a:extLst>
              <a:ext uri="{FF2B5EF4-FFF2-40B4-BE49-F238E27FC236}">
                <a16:creationId xmlns:a16="http://schemas.microsoft.com/office/drawing/2014/main" id="{6A13E4DD-5B55-6D45-8822-7EE87A3E200D}"/>
              </a:ext>
            </a:extLst>
          </p:cNvPr>
          <p:cNvSpPr txBox="1"/>
          <p:nvPr userDrawn="1"/>
        </p:nvSpPr>
        <p:spPr>
          <a:xfrm>
            <a:off x="4313941" y="1769332"/>
            <a:ext cx="3534501" cy="400110"/>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2000" b="0">
                <a:solidFill>
                  <a:schemeClr val="tx2"/>
                </a:solidFill>
              </a:rPr>
              <a:t>Gráficos y diagramas</a:t>
            </a:r>
          </a:p>
        </p:txBody>
      </p:sp>
      <p:sp>
        <p:nvSpPr>
          <p:cNvPr id="46" name="TextBox 45">
            <a:extLst>
              <a:ext uri="{FF2B5EF4-FFF2-40B4-BE49-F238E27FC236}">
                <a16:creationId xmlns:a16="http://schemas.microsoft.com/office/drawing/2014/main" id="{CD835CF8-30AA-914E-A342-EF2376E81382}"/>
              </a:ext>
            </a:extLst>
          </p:cNvPr>
          <p:cNvSpPr txBox="1"/>
          <p:nvPr userDrawn="1"/>
        </p:nvSpPr>
        <p:spPr>
          <a:xfrm>
            <a:off x="4313941" y="2136725"/>
            <a:ext cx="3534501"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1200" b="1">
                <a:solidFill>
                  <a:schemeClr val="accent1"/>
                </a:solidFill>
              </a:rPr>
              <a:t>Haga clic en Insertar &gt; Gráfico</a:t>
            </a:r>
          </a:p>
        </p:txBody>
      </p:sp>
      <p:sp>
        <p:nvSpPr>
          <p:cNvPr id="47" name="TextBox 46">
            <a:extLst>
              <a:ext uri="{FF2B5EF4-FFF2-40B4-BE49-F238E27FC236}">
                <a16:creationId xmlns:a16="http://schemas.microsoft.com/office/drawing/2014/main" id="{830FCEAD-0802-584B-8ED5-F0D7A67BB6BF}"/>
              </a:ext>
            </a:extLst>
          </p:cNvPr>
          <p:cNvSpPr txBox="1"/>
          <p:nvPr userDrawn="1"/>
        </p:nvSpPr>
        <p:spPr>
          <a:xfrm>
            <a:off x="8126910" y="2469232"/>
            <a:ext cx="3534499" cy="2380973"/>
          </a:xfrm>
          <a:prstGeom prst="rect">
            <a:avLst/>
          </a:prstGeom>
          <a:noFill/>
        </p:spPr>
        <p:txBody>
          <a:bodyPr wrap="square" rtlCol="0">
            <a:spAutoFit/>
          </a:bodyPr>
          <a:lstStyle/>
          <a:p>
            <a:pPr marL="171450" indent="-171450">
              <a:lnSpc>
                <a:spcPts val="1500"/>
              </a:lnSpc>
              <a:buClr>
                <a:schemeClr val="accent3"/>
              </a:buClr>
              <a:buFont typeface="Arial" panose="020B0604020202020204" pitchFamily="34" charset="0"/>
              <a:buChar char="•"/>
            </a:pPr>
            <a:r>
              <a:rPr lang="es-ES_tradnl" sz="1000"/>
              <a:t>En el cuadro de diálogo </a:t>
            </a:r>
            <a:r>
              <a:rPr lang="es-ES_tradnl" sz="1000" b="1"/>
              <a:t>Elegir un elemento gráfico SmartArt</a:t>
            </a:r>
            <a:r>
              <a:rPr lang="es-ES_tradnl" sz="1000"/>
              <a:t>, haga clic en el tipo y el diseño que quiera.</a:t>
            </a:r>
          </a:p>
          <a:p>
            <a:pPr marL="171450" indent="-171450">
              <a:lnSpc>
                <a:spcPts val="1500"/>
              </a:lnSpc>
              <a:buClr>
                <a:schemeClr val="accent3"/>
              </a:buClr>
              <a:buFont typeface="Arial" panose="020B0604020202020204" pitchFamily="34" charset="0"/>
              <a:buChar char="•"/>
            </a:pPr>
            <a:r>
              <a:rPr lang="es-ES_tradnl" sz="1000"/>
              <a:t>Escriba el texto de una de estas formas:</a:t>
            </a:r>
          </a:p>
          <a:p>
            <a:pPr marL="628627" lvl="1" indent="-171450">
              <a:lnSpc>
                <a:spcPts val="1500"/>
              </a:lnSpc>
              <a:buClr>
                <a:schemeClr val="accent3"/>
              </a:buClr>
              <a:buFont typeface="Arial" panose="020B0604020202020204" pitchFamily="34" charset="0"/>
              <a:buChar char="•"/>
            </a:pPr>
            <a:r>
              <a:rPr lang="es-ES_tradnl" sz="1000">
                <a:solidFill>
                  <a:schemeClr val="tx2"/>
                </a:solidFill>
              </a:rPr>
              <a:t>Haga clic en </a:t>
            </a:r>
            <a:r>
              <a:rPr lang="es-ES_tradnl" sz="1000" b="1">
                <a:solidFill>
                  <a:schemeClr val="tx2"/>
                </a:solidFill>
              </a:rPr>
              <a:t>[Texto] </a:t>
            </a:r>
            <a:r>
              <a:rPr lang="es-ES_tradnl" sz="1000">
                <a:solidFill>
                  <a:schemeClr val="tx2"/>
                </a:solidFill>
              </a:rPr>
              <a:t>en el panel y escriba.</a:t>
            </a:r>
          </a:p>
          <a:p>
            <a:pPr marL="628627" lvl="1" indent="-171450">
              <a:lnSpc>
                <a:spcPts val="1500"/>
              </a:lnSpc>
              <a:buClr>
                <a:schemeClr val="accent3"/>
              </a:buClr>
              <a:buFont typeface="Arial" panose="020B0604020202020204" pitchFamily="34" charset="0"/>
              <a:buChar char="•"/>
            </a:pPr>
            <a:r>
              <a:rPr lang="es-ES_tradnl" sz="1000">
                <a:solidFill>
                  <a:schemeClr val="tx2"/>
                </a:solidFill>
              </a:rPr>
              <a:t>Copie texto de otra ubicación o programa, haga clic en </a:t>
            </a:r>
            <a:r>
              <a:rPr lang="es-ES_tradnl" sz="1000" b="1">
                <a:solidFill>
                  <a:schemeClr val="tx2"/>
                </a:solidFill>
              </a:rPr>
              <a:t>[Texto] </a:t>
            </a:r>
            <a:r>
              <a:rPr lang="es-ES_tradnl" sz="1000">
                <a:solidFill>
                  <a:schemeClr val="tx2"/>
                </a:solidFill>
              </a:rPr>
              <a:t>en el panel y péguelo.</a:t>
            </a:r>
          </a:p>
          <a:p>
            <a:pPr marL="628627" lvl="1" indent="-171450">
              <a:lnSpc>
                <a:spcPts val="1500"/>
              </a:lnSpc>
              <a:buClr>
                <a:schemeClr val="accent3"/>
              </a:buClr>
              <a:buFont typeface="Arial" panose="020B0604020202020204" pitchFamily="34" charset="0"/>
              <a:buChar char="•"/>
            </a:pPr>
            <a:r>
              <a:rPr lang="es-ES_tradnl" sz="1000">
                <a:solidFill>
                  <a:schemeClr val="tx2"/>
                </a:solidFill>
              </a:rPr>
              <a:t>Haga clic en un cuadro en el elemento gráfico </a:t>
            </a:r>
            <a:r>
              <a:rPr lang="es-ES_tradnl" sz="1000" b="1">
                <a:solidFill>
                  <a:schemeClr val="tx2"/>
                </a:solidFill>
              </a:rPr>
              <a:t>SmartArt</a:t>
            </a:r>
            <a:r>
              <a:rPr lang="es-ES_tradnl" sz="1000">
                <a:solidFill>
                  <a:schemeClr val="tx2"/>
                </a:solidFill>
              </a:rPr>
              <a:t> y luego escriba el texto. Para obtener los mejores resultados, use esta opción después de agregar todos los cuadros que desee.</a:t>
            </a:r>
          </a:p>
        </p:txBody>
      </p:sp>
      <p:sp>
        <p:nvSpPr>
          <p:cNvPr id="48" name="TextBox 47">
            <a:extLst>
              <a:ext uri="{FF2B5EF4-FFF2-40B4-BE49-F238E27FC236}">
                <a16:creationId xmlns:a16="http://schemas.microsoft.com/office/drawing/2014/main" id="{43E1810B-B9B5-A544-877C-33EE4D8F1A2E}"/>
              </a:ext>
            </a:extLst>
          </p:cNvPr>
          <p:cNvSpPr txBox="1"/>
          <p:nvPr userDrawn="1"/>
        </p:nvSpPr>
        <p:spPr>
          <a:xfrm>
            <a:off x="8126910" y="1769332"/>
            <a:ext cx="3534501" cy="400110"/>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2000" b="0">
                <a:solidFill>
                  <a:schemeClr val="tx2"/>
                </a:solidFill>
              </a:rPr>
              <a:t>Agregar SmartArt</a:t>
            </a:r>
          </a:p>
        </p:txBody>
      </p:sp>
      <p:sp>
        <p:nvSpPr>
          <p:cNvPr id="49" name="TextBox 48">
            <a:extLst>
              <a:ext uri="{FF2B5EF4-FFF2-40B4-BE49-F238E27FC236}">
                <a16:creationId xmlns:a16="http://schemas.microsoft.com/office/drawing/2014/main" id="{22C69571-6587-5E49-8161-5F1DE370B776}"/>
              </a:ext>
            </a:extLst>
          </p:cNvPr>
          <p:cNvSpPr txBox="1"/>
          <p:nvPr userDrawn="1"/>
        </p:nvSpPr>
        <p:spPr>
          <a:xfrm>
            <a:off x="8126910" y="2136725"/>
            <a:ext cx="3534501"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1200" b="1">
                <a:solidFill>
                  <a:schemeClr val="accent1"/>
                </a:solidFill>
              </a:rPr>
              <a:t>Seleccione Insertar&gt; SmartArt</a:t>
            </a:r>
          </a:p>
        </p:txBody>
      </p:sp>
      <p:sp>
        <p:nvSpPr>
          <p:cNvPr id="50" name="TextBox 49">
            <a:extLst>
              <a:ext uri="{FF2B5EF4-FFF2-40B4-BE49-F238E27FC236}">
                <a16:creationId xmlns:a16="http://schemas.microsoft.com/office/drawing/2014/main" id="{CCCB8F38-861A-3740-B5D5-CE56633C2120}"/>
              </a:ext>
            </a:extLst>
          </p:cNvPr>
          <p:cNvSpPr txBox="1"/>
          <p:nvPr userDrawn="1"/>
        </p:nvSpPr>
        <p:spPr>
          <a:xfrm>
            <a:off x="8126910" y="5117321"/>
            <a:ext cx="3534499" cy="842090"/>
          </a:xfrm>
          <a:prstGeom prst="rect">
            <a:avLst/>
          </a:prstGeom>
          <a:noFill/>
        </p:spPr>
        <p:txBody>
          <a:bodyPr wrap="square" rtlCol="0">
            <a:spAutoFit/>
          </a:bodyPr>
          <a:lstStyle/>
          <a:p>
            <a:pPr marL="171450" indent="-171450">
              <a:lnSpc>
                <a:spcPts val="1500"/>
              </a:lnSpc>
              <a:buClr>
                <a:schemeClr val="accent3"/>
              </a:buClr>
              <a:buFont typeface="Arial" panose="020B0604020202020204" pitchFamily="34" charset="0"/>
              <a:buChar char="•"/>
            </a:pPr>
            <a:r>
              <a:rPr lang="es-ES_tradnl" sz="1000"/>
              <a:t>Seleccione el texto.</a:t>
            </a:r>
          </a:p>
          <a:p>
            <a:pPr marL="171450" indent="-171450">
              <a:lnSpc>
                <a:spcPts val="1500"/>
              </a:lnSpc>
              <a:buClr>
                <a:schemeClr val="accent3"/>
              </a:buClr>
              <a:buFont typeface="Arial" panose="020B0604020202020204" pitchFamily="34" charset="0"/>
              <a:buChar char="•"/>
            </a:pPr>
            <a:r>
              <a:rPr lang="es-ES_tradnl" sz="1000"/>
              <a:t>Seleccione Inicio &gt; Convertir en SmartArt.</a:t>
            </a:r>
          </a:p>
          <a:p>
            <a:pPr marL="171450" indent="-171450">
              <a:lnSpc>
                <a:spcPts val="1500"/>
              </a:lnSpc>
              <a:buClr>
                <a:schemeClr val="accent3"/>
              </a:buClr>
              <a:buFont typeface="Arial" panose="020B0604020202020204" pitchFamily="34" charset="0"/>
              <a:buChar char="•"/>
            </a:pPr>
            <a:r>
              <a:rPr lang="es-ES_tradnl" sz="1000"/>
              <a:t>Seleccione el elemento gráfico SmartArt que prefiera.</a:t>
            </a:r>
          </a:p>
        </p:txBody>
      </p:sp>
      <p:sp>
        <p:nvSpPr>
          <p:cNvPr id="51" name="TextBox 50">
            <a:extLst>
              <a:ext uri="{FF2B5EF4-FFF2-40B4-BE49-F238E27FC236}">
                <a16:creationId xmlns:a16="http://schemas.microsoft.com/office/drawing/2014/main" id="{F3A3E607-746A-D744-902E-614697D7C290}"/>
              </a:ext>
            </a:extLst>
          </p:cNvPr>
          <p:cNvSpPr txBox="1"/>
          <p:nvPr userDrawn="1"/>
        </p:nvSpPr>
        <p:spPr>
          <a:xfrm>
            <a:off x="8126910" y="4763058"/>
            <a:ext cx="3534501"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1200" b="1">
                <a:solidFill>
                  <a:schemeClr val="accent1"/>
                </a:solidFill>
              </a:rPr>
              <a:t>Convertir texto en SmartArt</a:t>
            </a:r>
          </a:p>
        </p:txBody>
      </p:sp>
      <p:pic>
        <p:nvPicPr>
          <p:cNvPr id="52" name="Imagen 9">
            <a:extLst>
              <a:ext uri="{FF2B5EF4-FFF2-40B4-BE49-F238E27FC236}">
                <a16:creationId xmlns:a16="http://schemas.microsoft.com/office/drawing/2014/main" id="{7389CD92-B158-234E-A947-D8FAC8C25757}"/>
              </a:ext>
            </a:extLst>
          </p:cNvPr>
          <p:cNvPicPr>
            <a:picLocks noChangeAspect="1"/>
          </p:cNvPicPr>
          <p:nvPr userDrawn="1"/>
        </p:nvPicPr>
        <p:blipFill rotWithShape="1">
          <a:blip r:embed="rId2"/>
          <a:srcRect l="-16249" r="-22289"/>
          <a:stretch/>
        </p:blipFill>
        <p:spPr>
          <a:xfrm>
            <a:off x="502379" y="5191272"/>
            <a:ext cx="3541719" cy="722004"/>
          </a:xfrm>
          <a:prstGeom prst="rect">
            <a:avLst/>
          </a:prstGeom>
          <a:solidFill>
            <a:schemeClr val="tx1">
              <a:lumMod val="75000"/>
            </a:schemeClr>
          </a:solidFill>
        </p:spPr>
      </p:pic>
    </p:spTree>
    <p:extLst>
      <p:ext uri="{BB962C8B-B14F-4D97-AF65-F5344CB8AC3E}">
        <p14:creationId xmlns:p14="http://schemas.microsoft.com/office/powerpoint/2010/main" val="144064376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Objetivos">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30C528-54CE-544F-987D-2F2C0DA7BC8C}"/>
              </a:ext>
            </a:extLst>
          </p:cNvPr>
          <p:cNvSpPr txBox="1"/>
          <p:nvPr userDrawn="1"/>
        </p:nvSpPr>
        <p:spPr>
          <a:xfrm>
            <a:off x="509135" y="2469232"/>
            <a:ext cx="7344747" cy="2188612"/>
          </a:xfrm>
          <a:prstGeom prst="rect">
            <a:avLst/>
          </a:prstGeom>
          <a:noFill/>
        </p:spPr>
        <p:txBody>
          <a:bodyPr wrap="square" rtlCol="0">
            <a:spAutoFit/>
          </a:bodyPr>
          <a:lstStyle/>
          <a:p>
            <a:pPr marL="0" indent="0">
              <a:lnSpc>
                <a:spcPts val="1500"/>
              </a:lnSpc>
              <a:buClr>
                <a:schemeClr val="accent1"/>
              </a:buClr>
              <a:buFont typeface="Arial" panose="020B0604020202020204" pitchFamily="34" charset="0"/>
              <a:buNone/>
            </a:pPr>
            <a:r>
              <a:rPr lang="es-ES_tradnl" sz="1000" b="0"/>
              <a:t>En el panel de miniaturas de la </a:t>
            </a:r>
            <a:r>
              <a:rPr lang="es-ES_tradnl" sz="1000" b="1"/>
              <a:t>BASE SOMOS CMI</a:t>
            </a:r>
            <a:r>
              <a:rPr lang="es-ES_tradnl" sz="1000" b="0"/>
              <a:t>, Seleccione un diseño de la diapositiva que quiere utilizar. </a:t>
            </a:r>
          </a:p>
          <a:p>
            <a:pPr marL="0" indent="0">
              <a:lnSpc>
                <a:spcPts val="1500"/>
              </a:lnSpc>
              <a:buClr>
                <a:schemeClr val="accent1"/>
              </a:buClr>
              <a:buFont typeface="Arial" panose="020B0604020202020204" pitchFamily="34" charset="0"/>
              <a:buNone/>
            </a:pPr>
            <a:endParaRPr lang="es-ES_tradnl" sz="1000" b="0"/>
          </a:p>
          <a:p>
            <a:pPr marL="0" indent="0">
              <a:lnSpc>
                <a:spcPts val="1500"/>
              </a:lnSpc>
              <a:buClr>
                <a:schemeClr val="accent1"/>
              </a:buClr>
              <a:buFont typeface="Arial" panose="020B0604020202020204" pitchFamily="34" charset="0"/>
              <a:buNone/>
            </a:pPr>
            <a:r>
              <a:rPr lang="es-ES_tradnl" sz="1000" b="1" i="1"/>
              <a:t>Los diseños de diapositiva </a:t>
            </a:r>
            <a:r>
              <a:rPr lang="es-ES_tradnl" sz="1000" b="0"/>
              <a:t>contienen cuadros de formato, posicionamiento y marcador de posición para todo el contenido que aparece en una diapositiva. Los marcadores de posición son los contenedores de línea de puntos en diseños de diapositiva que contiene contenido como: </a:t>
            </a:r>
          </a:p>
          <a:p>
            <a:pPr marL="0" indent="0">
              <a:lnSpc>
                <a:spcPts val="1500"/>
              </a:lnSpc>
              <a:buClr>
                <a:schemeClr val="accent1"/>
              </a:buClr>
              <a:buFont typeface="Arial" panose="020B0604020202020204" pitchFamily="34" charset="0"/>
              <a:buNone/>
            </a:pPr>
            <a:endParaRPr lang="es-ES_tradnl" sz="1000" b="0"/>
          </a:p>
          <a:p>
            <a:pPr marL="0" indent="0" algn="ctr">
              <a:lnSpc>
                <a:spcPts val="1500"/>
              </a:lnSpc>
              <a:buClr>
                <a:schemeClr val="accent1"/>
              </a:buClr>
              <a:buFont typeface="Arial" panose="020B0604020202020204" pitchFamily="34" charset="0"/>
              <a:buNone/>
            </a:pPr>
            <a:r>
              <a:rPr lang="es-ES_tradnl" sz="1200" b="1">
                <a:solidFill>
                  <a:schemeClr val="accent1"/>
                </a:solidFill>
              </a:rPr>
              <a:t>Títulos, texto de cuerpo, tablas, gráficos, Gráficos SmartArt, imágenes,</a:t>
            </a:r>
          </a:p>
          <a:p>
            <a:pPr marL="0" indent="0" algn="ctr">
              <a:lnSpc>
                <a:spcPts val="1500"/>
              </a:lnSpc>
              <a:buClr>
                <a:schemeClr val="accent1"/>
              </a:buClr>
              <a:buFont typeface="Arial" panose="020B0604020202020204" pitchFamily="34" charset="0"/>
              <a:buNone/>
            </a:pPr>
            <a:r>
              <a:rPr lang="es-ES_tradnl" sz="1200" b="1">
                <a:solidFill>
                  <a:schemeClr val="accent1"/>
                </a:solidFill>
              </a:rPr>
              <a:t>imágenes prediseñadas y vídeos. </a:t>
            </a:r>
          </a:p>
          <a:p>
            <a:pPr marL="0" indent="0">
              <a:lnSpc>
                <a:spcPts val="1500"/>
              </a:lnSpc>
              <a:buClr>
                <a:schemeClr val="accent1"/>
              </a:buClr>
              <a:buFont typeface="Arial" panose="020B0604020202020204" pitchFamily="34" charset="0"/>
              <a:buNone/>
            </a:pPr>
            <a:endParaRPr lang="es-ES_tradnl" sz="1000" b="0"/>
          </a:p>
          <a:p>
            <a:pPr marL="0" indent="0">
              <a:lnSpc>
                <a:spcPts val="1500"/>
              </a:lnSpc>
              <a:buClr>
                <a:schemeClr val="accent1"/>
              </a:buClr>
              <a:buFont typeface="Arial" panose="020B0604020202020204" pitchFamily="34" charset="0"/>
              <a:buNone/>
            </a:pPr>
            <a:r>
              <a:rPr lang="es-ES_tradnl" sz="1000" b="0"/>
              <a:t>Los diseños de diapositiva también contienen los </a:t>
            </a:r>
            <a:r>
              <a:rPr lang="es-ES_tradnl" sz="1000" b="1"/>
              <a:t>colores, las fuentes, los efectos y el fondo </a:t>
            </a:r>
          </a:p>
          <a:p>
            <a:pPr marL="0" indent="0">
              <a:lnSpc>
                <a:spcPts val="1500"/>
              </a:lnSpc>
              <a:buClr>
                <a:schemeClr val="accent1"/>
              </a:buClr>
              <a:buFont typeface="Arial" panose="020B0604020202020204" pitchFamily="34" charset="0"/>
              <a:buNone/>
            </a:pPr>
            <a:r>
              <a:rPr lang="es-ES_tradnl" sz="1000" b="0"/>
              <a:t>(denominado colectivamente el tema)de una diapositiva.</a:t>
            </a:r>
          </a:p>
        </p:txBody>
      </p:sp>
      <p:sp>
        <p:nvSpPr>
          <p:cNvPr id="17" name="TextBox 16">
            <a:extLst>
              <a:ext uri="{FF2B5EF4-FFF2-40B4-BE49-F238E27FC236}">
                <a16:creationId xmlns:a16="http://schemas.microsoft.com/office/drawing/2014/main" id="{C1BDEF32-2A01-1A42-8A2F-2183F7B59CD4}"/>
              </a:ext>
            </a:extLst>
          </p:cNvPr>
          <p:cNvSpPr txBox="1"/>
          <p:nvPr userDrawn="1"/>
        </p:nvSpPr>
        <p:spPr>
          <a:xfrm>
            <a:off x="434029" y="675389"/>
            <a:ext cx="7551729" cy="600164"/>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3300" b="1">
                <a:solidFill>
                  <a:schemeClr val="accent1"/>
                </a:solidFill>
              </a:rPr>
              <a:t>AGREGAR UNA NUEVA DIAPOSITIVA</a:t>
            </a:r>
          </a:p>
        </p:txBody>
      </p:sp>
      <p:sp>
        <p:nvSpPr>
          <p:cNvPr id="18" name="TextBox 17">
            <a:extLst>
              <a:ext uri="{FF2B5EF4-FFF2-40B4-BE49-F238E27FC236}">
                <a16:creationId xmlns:a16="http://schemas.microsoft.com/office/drawing/2014/main" id="{A73CCF6F-B852-B148-B6B1-5FB4BB711900}"/>
              </a:ext>
            </a:extLst>
          </p:cNvPr>
          <p:cNvSpPr txBox="1"/>
          <p:nvPr userDrawn="1"/>
        </p:nvSpPr>
        <p:spPr>
          <a:xfrm>
            <a:off x="434029" y="444557"/>
            <a:ext cx="5184913"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1200" b="1">
                <a:solidFill>
                  <a:schemeClr val="tx2"/>
                </a:solidFill>
              </a:rPr>
              <a:t>PLANTILLA DE USO INTERNO SOMOS CMI</a:t>
            </a:r>
          </a:p>
        </p:txBody>
      </p:sp>
      <p:sp>
        <p:nvSpPr>
          <p:cNvPr id="19" name="Line">
            <a:extLst>
              <a:ext uri="{FF2B5EF4-FFF2-40B4-BE49-F238E27FC236}">
                <a16:creationId xmlns:a16="http://schemas.microsoft.com/office/drawing/2014/main" id="{B734AED5-4C57-5E4A-98C2-8BABA22034EC}"/>
              </a:ext>
            </a:extLst>
          </p:cNvPr>
          <p:cNvSpPr/>
          <p:nvPr userDrawn="1"/>
        </p:nvSpPr>
        <p:spPr>
          <a:xfrm>
            <a:off x="509136" y="1423375"/>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0" name="Marcador de número de diapositiva 4">
            <a:extLst>
              <a:ext uri="{FF2B5EF4-FFF2-40B4-BE49-F238E27FC236}">
                <a16:creationId xmlns:a16="http://schemas.microsoft.com/office/drawing/2014/main" id="{1571849C-889A-2440-9A43-044106DF3EC0}"/>
              </a:ext>
            </a:extLst>
          </p:cNvPr>
          <p:cNvSpPr>
            <a:spLocks noGrp="1"/>
          </p:cNvSpPr>
          <p:nvPr>
            <p:ph type="sldNum" sz="quarter" idx="14"/>
          </p:nvPr>
        </p:nvSpPr>
        <p:spPr>
          <a:xfrm>
            <a:off x="370706" y="6381328"/>
            <a:ext cx="324343" cy="923330"/>
          </a:xfrm>
        </p:spPr>
        <p:txBody>
          <a:bodyPr/>
          <a:lstStyle>
            <a:lvl1pPr>
              <a:defRPr>
                <a:latin typeface="Century Gothic" panose="020B0502020202020204" pitchFamily="34" charset="0"/>
              </a:defRPr>
            </a:lvl1pPr>
          </a:lstStyle>
          <a:p>
            <a:fld id="{9754757F-9D13-B94C-817F-4D23A4DA4B76}" type="slidenum">
              <a:rPr lang="es-ES_tradnl" smtClean="0"/>
              <a:pPr/>
              <a:t>‹Nº›</a:t>
            </a:fld>
            <a:endParaRPr lang="es-ES_tradnl"/>
          </a:p>
        </p:txBody>
      </p:sp>
      <p:grpSp>
        <p:nvGrpSpPr>
          <p:cNvPr id="5" name="Group 4">
            <a:extLst>
              <a:ext uri="{FF2B5EF4-FFF2-40B4-BE49-F238E27FC236}">
                <a16:creationId xmlns:a16="http://schemas.microsoft.com/office/drawing/2014/main" id="{3FFDAC6F-C9B7-A84C-8206-7C00C0549C9B}"/>
              </a:ext>
            </a:extLst>
          </p:cNvPr>
          <p:cNvGrpSpPr/>
          <p:nvPr userDrawn="1"/>
        </p:nvGrpSpPr>
        <p:grpSpPr>
          <a:xfrm>
            <a:off x="370706" y="1712405"/>
            <a:ext cx="11422579" cy="4308884"/>
            <a:chOff x="741363" y="3268197"/>
            <a:chExt cx="22843671" cy="8774379"/>
          </a:xfrm>
        </p:grpSpPr>
        <p:cxnSp>
          <p:nvCxnSpPr>
            <p:cNvPr id="4" name="Straight Connector 3">
              <a:extLst>
                <a:ext uri="{FF2B5EF4-FFF2-40B4-BE49-F238E27FC236}">
                  <a16:creationId xmlns:a16="http://schemas.microsoft.com/office/drawing/2014/main" id="{17677A08-7798-B442-826C-C77104349910}"/>
                </a:ext>
              </a:extLst>
            </p:cNvPr>
            <p:cNvCxnSpPr/>
            <p:nvPr userDrawn="1"/>
          </p:nvCxnSpPr>
          <p:spPr>
            <a:xfrm flipV="1">
              <a:off x="741363" y="3268197"/>
              <a:ext cx="0" cy="877437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3A7D834-D637-604C-A438-C4AC7092D16A}"/>
                </a:ext>
              </a:extLst>
            </p:cNvPr>
            <p:cNvCxnSpPr/>
            <p:nvPr userDrawn="1"/>
          </p:nvCxnSpPr>
          <p:spPr>
            <a:xfrm flipV="1">
              <a:off x="15970477" y="3268197"/>
              <a:ext cx="0" cy="877437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3B34F4D-0DD8-C74B-AF8F-E5CE05CAA93E}"/>
                </a:ext>
              </a:extLst>
            </p:cNvPr>
            <p:cNvCxnSpPr/>
            <p:nvPr userDrawn="1"/>
          </p:nvCxnSpPr>
          <p:spPr>
            <a:xfrm flipV="1">
              <a:off x="23585034" y="3268197"/>
              <a:ext cx="0" cy="877437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42" name="TextBox 41">
            <a:extLst>
              <a:ext uri="{FF2B5EF4-FFF2-40B4-BE49-F238E27FC236}">
                <a16:creationId xmlns:a16="http://schemas.microsoft.com/office/drawing/2014/main" id="{8E6BC5F1-E8C0-A54B-B24E-83BD997BEC3C}"/>
              </a:ext>
            </a:extLst>
          </p:cNvPr>
          <p:cNvSpPr txBox="1"/>
          <p:nvPr userDrawn="1"/>
        </p:nvSpPr>
        <p:spPr>
          <a:xfrm>
            <a:off x="509136" y="1769332"/>
            <a:ext cx="3534501" cy="400110"/>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2000" b="0">
                <a:solidFill>
                  <a:schemeClr val="tx2"/>
                </a:solidFill>
              </a:rPr>
              <a:t>Agregar diapositivas</a:t>
            </a:r>
          </a:p>
        </p:txBody>
      </p:sp>
      <p:sp>
        <p:nvSpPr>
          <p:cNvPr id="43" name="TextBox 42">
            <a:extLst>
              <a:ext uri="{FF2B5EF4-FFF2-40B4-BE49-F238E27FC236}">
                <a16:creationId xmlns:a16="http://schemas.microsoft.com/office/drawing/2014/main" id="{7B380BE8-0369-7349-99BC-3CDA321E6C4A}"/>
              </a:ext>
            </a:extLst>
          </p:cNvPr>
          <p:cNvSpPr txBox="1"/>
          <p:nvPr userDrawn="1"/>
        </p:nvSpPr>
        <p:spPr>
          <a:xfrm>
            <a:off x="509136" y="2136725"/>
            <a:ext cx="3534501"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1200" b="1">
                <a:solidFill>
                  <a:schemeClr val="accent1"/>
                </a:solidFill>
              </a:rPr>
              <a:t>Seleccione Inicio &gt; Nueva diapositiva</a:t>
            </a:r>
          </a:p>
        </p:txBody>
      </p:sp>
      <p:sp>
        <p:nvSpPr>
          <p:cNvPr id="47" name="TextBox 46">
            <a:extLst>
              <a:ext uri="{FF2B5EF4-FFF2-40B4-BE49-F238E27FC236}">
                <a16:creationId xmlns:a16="http://schemas.microsoft.com/office/drawing/2014/main" id="{830FCEAD-0802-584B-8ED5-F0D7A67BB6BF}"/>
              </a:ext>
            </a:extLst>
          </p:cNvPr>
          <p:cNvSpPr txBox="1"/>
          <p:nvPr userDrawn="1"/>
        </p:nvSpPr>
        <p:spPr>
          <a:xfrm>
            <a:off x="8126910" y="4683573"/>
            <a:ext cx="3534499" cy="1408078"/>
          </a:xfrm>
          <a:prstGeom prst="rect">
            <a:avLst/>
          </a:prstGeom>
          <a:noFill/>
        </p:spPr>
        <p:txBody>
          <a:bodyPr wrap="square" rtlCol="0">
            <a:spAutoFit/>
          </a:bodyPr>
          <a:lstStyle/>
          <a:p>
            <a:pPr marL="0" indent="0" algn="just">
              <a:lnSpc>
                <a:spcPct val="100000"/>
              </a:lnSpc>
              <a:buClr>
                <a:schemeClr val="accent3"/>
              </a:buClr>
              <a:buFont typeface="Arial" panose="020B0604020202020204" pitchFamily="34" charset="0"/>
              <a:buNone/>
            </a:pPr>
            <a:r>
              <a:rPr lang="es-ES_tradnl" sz="950"/>
              <a:t>Incluso si tiene diapositivas existentes, le recomendamos que aplique la </a:t>
            </a:r>
            <a:r>
              <a:rPr lang="es-ES_tradnl" sz="950" b="1"/>
              <a:t>plantilla SOMOS CMI </a:t>
            </a:r>
            <a:r>
              <a:rPr lang="es-ES_tradnl" sz="950"/>
              <a:t>empezando de cero con la plantilla, importando las diapositivas existentes a la plantilla nueva.</a:t>
            </a:r>
          </a:p>
          <a:p>
            <a:pPr marL="0" indent="0" algn="just">
              <a:lnSpc>
                <a:spcPct val="100000"/>
              </a:lnSpc>
              <a:buClr>
                <a:schemeClr val="accent3"/>
              </a:buClr>
              <a:buFont typeface="Arial" panose="020B0604020202020204" pitchFamily="34" charset="0"/>
              <a:buNone/>
            </a:pPr>
            <a:endParaRPr lang="es-ES_tradnl" sz="950"/>
          </a:p>
          <a:p>
            <a:pPr marL="0" indent="0" algn="just">
              <a:lnSpc>
                <a:spcPct val="100000"/>
              </a:lnSpc>
              <a:buClr>
                <a:schemeClr val="accent3"/>
              </a:buClr>
              <a:buFont typeface="Arial" panose="020B0604020202020204" pitchFamily="34" charset="0"/>
              <a:buNone/>
            </a:pPr>
            <a:r>
              <a:rPr lang="es-ES_tradnl" sz="950"/>
              <a:t>Este proceso ayuda a garantizar que todo el contenido de la presentación (especialmente las cosas que aún no ha creado) adopte el aspecto y el formato que prescriba la plantilla.</a:t>
            </a:r>
          </a:p>
        </p:txBody>
      </p:sp>
      <p:sp>
        <p:nvSpPr>
          <p:cNvPr id="48" name="TextBox 47">
            <a:extLst>
              <a:ext uri="{FF2B5EF4-FFF2-40B4-BE49-F238E27FC236}">
                <a16:creationId xmlns:a16="http://schemas.microsoft.com/office/drawing/2014/main" id="{43E1810B-B9B5-A544-877C-33EE4D8F1A2E}"/>
              </a:ext>
            </a:extLst>
          </p:cNvPr>
          <p:cNvSpPr txBox="1"/>
          <p:nvPr userDrawn="1"/>
        </p:nvSpPr>
        <p:spPr>
          <a:xfrm>
            <a:off x="8126910" y="3599969"/>
            <a:ext cx="3534501" cy="1015663"/>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2000" b="0">
                <a:solidFill>
                  <a:schemeClr val="tx2"/>
                </a:solidFill>
              </a:rPr>
              <a:t>Por qué </a:t>
            </a:r>
            <a:r>
              <a:rPr lang="es-ES_tradnl" sz="2000" b="1">
                <a:solidFill>
                  <a:schemeClr val="tx2"/>
                </a:solidFill>
              </a:rPr>
              <a:t>es mejor empezar de cero</a:t>
            </a:r>
            <a:r>
              <a:rPr lang="es-ES_tradnl" sz="2000" b="0">
                <a:solidFill>
                  <a:schemeClr val="tx2"/>
                </a:solidFill>
              </a:rPr>
              <a:t> al aplicar una plantilla</a:t>
            </a:r>
          </a:p>
        </p:txBody>
      </p:sp>
      <p:pic>
        <p:nvPicPr>
          <p:cNvPr id="23" name="Imagen 22">
            <a:extLst>
              <a:ext uri="{FF2B5EF4-FFF2-40B4-BE49-F238E27FC236}">
                <a16:creationId xmlns:a16="http://schemas.microsoft.com/office/drawing/2014/main" id="{3176A51C-5626-F44A-BDBC-156B8F0659C3}"/>
              </a:ext>
            </a:extLst>
          </p:cNvPr>
          <p:cNvPicPr>
            <a:picLocks noChangeAspect="1"/>
          </p:cNvPicPr>
          <p:nvPr userDrawn="1"/>
        </p:nvPicPr>
        <p:blipFill>
          <a:blip r:embed="rId2"/>
          <a:stretch>
            <a:fillRect/>
          </a:stretch>
        </p:blipFill>
        <p:spPr>
          <a:xfrm>
            <a:off x="2753342" y="4840003"/>
            <a:ext cx="2680339" cy="1165659"/>
          </a:xfrm>
          <a:prstGeom prst="rect">
            <a:avLst/>
          </a:prstGeom>
        </p:spPr>
      </p:pic>
      <p:sp>
        <p:nvSpPr>
          <p:cNvPr id="24" name="Elipse 23">
            <a:extLst>
              <a:ext uri="{FF2B5EF4-FFF2-40B4-BE49-F238E27FC236}">
                <a16:creationId xmlns:a16="http://schemas.microsoft.com/office/drawing/2014/main" id="{28BA58E3-6BD7-6046-B043-D0B485145595}"/>
              </a:ext>
            </a:extLst>
          </p:cNvPr>
          <p:cNvSpPr/>
          <p:nvPr userDrawn="1"/>
        </p:nvSpPr>
        <p:spPr>
          <a:xfrm>
            <a:off x="3903185" y="5353812"/>
            <a:ext cx="722987" cy="722940"/>
          </a:xfrm>
          <a:prstGeom prst="ellipse">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p>
        </p:txBody>
      </p:sp>
      <p:sp>
        <p:nvSpPr>
          <p:cNvPr id="25" name="Elipse 26">
            <a:extLst>
              <a:ext uri="{FF2B5EF4-FFF2-40B4-BE49-F238E27FC236}">
                <a16:creationId xmlns:a16="http://schemas.microsoft.com/office/drawing/2014/main" id="{42184310-3466-1E47-BEEB-0B8EA69A3A85}"/>
              </a:ext>
            </a:extLst>
          </p:cNvPr>
          <p:cNvSpPr/>
          <p:nvPr userDrawn="1"/>
        </p:nvSpPr>
        <p:spPr>
          <a:xfrm>
            <a:off x="4531876" y="5133376"/>
            <a:ext cx="722987" cy="722940"/>
          </a:xfrm>
          <a:prstGeom prst="ellipse">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00"/>
          </a:p>
        </p:txBody>
      </p:sp>
      <p:cxnSp>
        <p:nvCxnSpPr>
          <p:cNvPr id="26" name="Conector recto de flecha 25">
            <a:extLst>
              <a:ext uri="{FF2B5EF4-FFF2-40B4-BE49-F238E27FC236}">
                <a16:creationId xmlns:a16="http://schemas.microsoft.com/office/drawing/2014/main" id="{D080D765-0658-0F4C-8340-743826D5E556}"/>
              </a:ext>
            </a:extLst>
          </p:cNvPr>
          <p:cNvCxnSpPr>
            <a:cxnSpLocks/>
          </p:cNvCxnSpPr>
          <p:nvPr userDrawn="1"/>
        </p:nvCxnSpPr>
        <p:spPr>
          <a:xfrm>
            <a:off x="5271426" y="5509882"/>
            <a:ext cx="1008178"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 name="Conector recto de flecha 30">
            <a:extLst>
              <a:ext uri="{FF2B5EF4-FFF2-40B4-BE49-F238E27FC236}">
                <a16:creationId xmlns:a16="http://schemas.microsoft.com/office/drawing/2014/main" id="{F1BAED67-D292-D349-AB00-1E320DB990EE}"/>
              </a:ext>
            </a:extLst>
          </p:cNvPr>
          <p:cNvCxnSpPr>
            <a:cxnSpLocks/>
          </p:cNvCxnSpPr>
          <p:nvPr userDrawn="1"/>
        </p:nvCxnSpPr>
        <p:spPr>
          <a:xfrm flipH="1">
            <a:off x="2318906" y="5736073"/>
            <a:ext cx="1584279"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8" name="Marcador de texto 4">
            <a:extLst>
              <a:ext uri="{FF2B5EF4-FFF2-40B4-BE49-F238E27FC236}">
                <a16:creationId xmlns:a16="http://schemas.microsoft.com/office/drawing/2014/main" id="{F277C9D2-7FAF-2F4E-AEDB-DC7AA73804A6}"/>
              </a:ext>
            </a:extLst>
          </p:cNvPr>
          <p:cNvSpPr txBox="1">
            <a:spLocks/>
          </p:cNvSpPr>
          <p:nvPr userDrawn="1"/>
        </p:nvSpPr>
        <p:spPr>
          <a:xfrm>
            <a:off x="902726" y="5614257"/>
            <a:ext cx="1416180" cy="243632"/>
          </a:xfrm>
          <a:prstGeom prst="rect">
            <a:avLst/>
          </a:prstGeom>
        </p:spPr>
        <p:txBody>
          <a:bodyPr lIns="0" tIns="0" rIns="0" bIns="0" anchor="ctr"/>
          <a:lstStyle>
            <a:lvl1pPr marL="0" indent="0" algn="l" defTabSz="1828709" rtl="0" eaLnBrk="1" latinLnBrk="0" hangingPunct="1">
              <a:lnSpc>
                <a:spcPct val="90000"/>
              </a:lnSpc>
              <a:spcBef>
                <a:spcPts val="2000"/>
              </a:spcBef>
              <a:buFont typeface="Arial" panose="020B0604020202020204" pitchFamily="34" charset="0"/>
              <a:buNone/>
              <a:defRPr sz="2400" b="1" kern="1200">
                <a:solidFill>
                  <a:schemeClr val="accent3"/>
                </a:solidFill>
                <a:latin typeface="Century Gothic" panose="020B0502020202020204" pitchFamily="34" charset="0"/>
                <a:ea typeface="+mn-ea"/>
                <a:cs typeface="+mn-cs"/>
              </a:defRPr>
            </a:lvl1pPr>
            <a:lvl2pPr marL="914354" indent="0" algn="l" defTabSz="1828709" rtl="0" eaLnBrk="1" latinLnBrk="0" hangingPunct="1">
              <a:lnSpc>
                <a:spcPct val="90000"/>
              </a:lnSpc>
              <a:spcBef>
                <a:spcPts val="1000"/>
              </a:spcBef>
              <a:buFont typeface="Arial" panose="020B0604020202020204" pitchFamily="34" charset="0"/>
              <a:buNone/>
              <a:defRPr sz="4800" kern="1200">
                <a:solidFill>
                  <a:schemeClr val="tx1"/>
                </a:solidFill>
                <a:latin typeface="+mn-lt"/>
                <a:ea typeface="+mn-ea"/>
                <a:cs typeface="+mn-cs"/>
              </a:defRPr>
            </a:lvl2pPr>
            <a:lvl3pPr marL="1828709" indent="0" algn="l" defTabSz="1828709" rtl="0" eaLnBrk="1" latinLnBrk="0" hangingPunct="1">
              <a:lnSpc>
                <a:spcPct val="90000"/>
              </a:lnSpc>
              <a:spcBef>
                <a:spcPts val="1000"/>
              </a:spcBef>
              <a:buFont typeface="Arial" panose="020B0604020202020204" pitchFamily="34" charset="0"/>
              <a:buNone/>
              <a:defRPr sz="4000" kern="1200">
                <a:solidFill>
                  <a:schemeClr val="tx1"/>
                </a:solidFill>
                <a:latin typeface="+mn-lt"/>
                <a:ea typeface="+mn-ea"/>
                <a:cs typeface="+mn-cs"/>
              </a:defRPr>
            </a:lvl3pPr>
            <a:lvl4pPr marL="2743063" indent="0" algn="l" defTabSz="1828709"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4pPr>
            <a:lvl5pPr marL="3657417" indent="0" algn="l" defTabSz="1828709"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s-ES_tradnl" sz="1200"/>
              <a:t>Nueva diapositiva</a:t>
            </a:r>
          </a:p>
        </p:txBody>
      </p:sp>
      <p:sp>
        <p:nvSpPr>
          <p:cNvPr id="29" name="Marcador de texto 4">
            <a:extLst>
              <a:ext uri="{FF2B5EF4-FFF2-40B4-BE49-F238E27FC236}">
                <a16:creationId xmlns:a16="http://schemas.microsoft.com/office/drawing/2014/main" id="{40B77A87-0F40-7E48-9F9B-B77392C90EFA}"/>
              </a:ext>
            </a:extLst>
          </p:cNvPr>
          <p:cNvSpPr txBox="1">
            <a:spLocks/>
          </p:cNvSpPr>
          <p:nvPr userDrawn="1"/>
        </p:nvSpPr>
        <p:spPr>
          <a:xfrm>
            <a:off x="6421403" y="5263208"/>
            <a:ext cx="1416180" cy="493349"/>
          </a:xfrm>
          <a:prstGeom prst="rect">
            <a:avLst/>
          </a:prstGeom>
        </p:spPr>
        <p:txBody>
          <a:bodyPr lIns="0" tIns="0" rIns="0" bIns="0" anchor="ctr"/>
          <a:lstStyle>
            <a:lvl1pPr marL="0" indent="0" algn="l" defTabSz="1828709" rtl="0" eaLnBrk="1" latinLnBrk="0" hangingPunct="1">
              <a:lnSpc>
                <a:spcPct val="90000"/>
              </a:lnSpc>
              <a:spcBef>
                <a:spcPts val="2000"/>
              </a:spcBef>
              <a:buFont typeface="Arial" panose="020B0604020202020204" pitchFamily="34" charset="0"/>
              <a:buNone/>
              <a:defRPr sz="2400" b="1" kern="1200">
                <a:solidFill>
                  <a:schemeClr val="accent3"/>
                </a:solidFill>
                <a:latin typeface="Century Gothic" panose="020B0502020202020204" pitchFamily="34" charset="0"/>
                <a:ea typeface="+mn-ea"/>
                <a:cs typeface="+mn-cs"/>
              </a:defRPr>
            </a:lvl1pPr>
            <a:lvl2pPr marL="914354" indent="0" algn="l" defTabSz="1828709" rtl="0" eaLnBrk="1" latinLnBrk="0" hangingPunct="1">
              <a:lnSpc>
                <a:spcPct val="90000"/>
              </a:lnSpc>
              <a:spcBef>
                <a:spcPts val="1000"/>
              </a:spcBef>
              <a:buFont typeface="Arial" panose="020B0604020202020204" pitchFamily="34" charset="0"/>
              <a:buNone/>
              <a:defRPr sz="4800" kern="1200">
                <a:solidFill>
                  <a:schemeClr val="tx1"/>
                </a:solidFill>
                <a:latin typeface="+mn-lt"/>
                <a:ea typeface="+mn-ea"/>
                <a:cs typeface="+mn-cs"/>
              </a:defRPr>
            </a:lvl2pPr>
            <a:lvl3pPr marL="1828709" indent="0" algn="l" defTabSz="1828709" rtl="0" eaLnBrk="1" latinLnBrk="0" hangingPunct="1">
              <a:lnSpc>
                <a:spcPct val="90000"/>
              </a:lnSpc>
              <a:spcBef>
                <a:spcPts val="1000"/>
              </a:spcBef>
              <a:buFont typeface="Arial" panose="020B0604020202020204" pitchFamily="34" charset="0"/>
              <a:buNone/>
              <a:defRPr sz="4000" kern="1200">
                <a:solidFill>
                  <a:schemeClr val="tx1"/>
                </a:solidFill>
                <a:latin typeface="+mn-lt"/>
                <a:ea typeface="+mn-ea"/>
                <a:cs typeface="+mn-cs"/>
              </a:defRPr>
            </a:lvl3pPr>
            <a:lvl4pPr marL="2743063" indent="0" algn="l" defTabSz="1828709"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4pPr>
            <a:lvl5pPr marL="3657417" indent="0" algn="l" defTabSz="1828709"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s-ES_tradnl" sz="1200"/>
              <a:t>Cambiar diapositiva existente</a:t>
            </a:r>
          </a:p>
        </p:txBody>
      </p:sp>
      <p:pic>
        <p:nvPicPr>
          <p:cNvPr id="30" name="Imagen 34">
            <a:extLst>
              <a:ext uri="{FF2B5EF4-FFF2-40B4-BE49-F238E27FC236}">
                <a16:creationId xmlns:a16="http://schemas.microsoft.com/office/drawing/2014/main" id="{C4DBBABC-29B8-5844-88CB-97A1053BD0E2}"/>
              </a:ext>
            </a:extLst>
          </p:cNvPr>
          <p:cNvPicPr>
            <a:picLocks noChangeAspect="1"/>
          </p:cNvPicPr>
          <p:nvPr userDrawn="1"/>
        </p:nvPicPr>
        <p:blipFill rotWithShape="1">
          <a:blip r:embed="rId3"/>
          <a:srcRect t="1735"/>
          <a:stretch/>
        </p:blipFill>
        <p:spPr>
          <a:xfrm>
            <a:off x="8400406" y="675389"/>
            <a:ext cx="3027962" cy="2975218"/>
          </a:xfrm>
          <a:prstGeom prst="rect">
            <a:avLst/>
          </a:prstGeom>
        </p:spPr>
      </p:pic>
    </p:spTree>
    <p:extLst>
      <p:ext uri="{BB962C8B-B14F-4D97-AF65-F5344CB8AC3E}">
        <p14:creationId xmlns:p14="http://schemas.microsoft.com/office/powerpoint/2010/main" val="3225070281"/>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5_Objetivos">
    <p:spTree>
      <p:nvGrpSpPr>
        <p:cNvPr id="1" name=""/>
        <p:cNvGrpSpPr/>
        <p:nvPr/>
      </p:nvGrpSpPr>
      <p:grpSpPr>
        <a:xfrm>
          <a:off x="0" y="0"/>
          <a:ext cx="0" cy="0"/>
          <a:chOff x="0" y="0"/>
          <a:chExt cx="0" cy="0"/>
        </a:xfrm>
      </p:grpSpPr>
      <p:sp>
        <p:nvSpPr>
          <p:cNvPr id="53" name="Rectángulo 16">
            <a:extLst>
              <a:ext uri="{FF2B5EF4-FFF2-40B4-BE49-F238E27FC236}">
                <a16:creationId xmlns:a16="http://schemas.microsoft.com/office/drawing/2014/main" id="{F8BFF46E-1F7D-A547-B093-E7E469C9E7F3}"/>
              </a:ext>
            </a:extLst>
          </p:cNvPr>
          <p:cNvSpPr/>
          <p:nvPr userDrawn="1"/>
        </p:nvSpPr>
        <p:spPr>
          <a:xfrm>
            <a:off x="370706" y="2310996"/>
            <a:ext cx="11438222" cy="3818305"/>
          </a:xfrm>
          <a:prstGeom prst="rect">
            <a:avLst/>
          </a:prstGeom>
          <a:solidFill>
            <a:schemeClr val="bg1">
              <a:lumMod val="95000"/>
              <a:alpha val="7284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es-ES" sz="900" noProof="0"/>
          </a:p>
        </p:txBody>
      </p:sp>
      <p:sp>
        <p:nvSpPr>
          <p:cNvPr id="2" name="TextBox 1">
            <a:extLst>
              <a:ext uri="{FF2B5EF4-FFF2-40B4-BE49-F238E27FC236}">
                <a16:creationId xmlns:a16="http://schemas.microsoft.com/office/drawing/2014/main" id="{3330C528-54CE-544F-987D-2F2C0DA7BC8C}"/>
              </a:ext>
            </a:extLst>
          </p:cNvPr>
          <p:cNvSpPr txBox="1"/>
          <p:nvPr userDrawn="1"/>
        </p:nvSpPr>
        <p:spPr>
          <a:xfrm>
            <a:off x="509136" y="3298360"/>
            <a:ext cx="3534499" cy="2948436"/>
          </a:xfrm>
          <a:prstGeom prst="rect">
            <a:avLst/>
          </a:prstGeom>
          <a:noFill/>
        </p:spPr>
        <p:txBody>
          <a:bodyPr wrap="square" rtlCol="0">
            <a:spAutoFit/>
          </a:bodyPr>
          <a:lstStyle/>
          <a:p>
            <a:pPr marL="228600" indent="-228600">
              <a:lnSpc>
                <a:spcPts val="1400"/>
              </a:lnSpc>
              <a:buClr>
                <a:schemeClr val="accent1"/>
              </a:buClr>
              <a:buFont typeface="+mj-lt"/>
              <a:buAutoNum type="arabicPeriod"/>
            </a:pPr>
            <a:r>
              <a:rPr lang="es-ES_tradnl" sz="1000"/>
              <a:t>En la cinta de opciones, seleccione </a:t>
            </a:r>
            <a:r>
              <a:rPr lang="es-ES_tradnl" sz="1000" b="1"/>
              <a:t>Compartir</a:t>
            </a:r>
            <a:r>
              <a:rPr lang="es-ES_tradnl" sz="1000"/>
              <a:t>. </a:t>
            </a:r>
            <a:r>
              <a:rPr lang="es-ES_tradnl" sz="1000">
                <a:solidFill>
                  <a:schemeClr val="accent1"/>
                </a:solidFill>
              </a:rPr>
              <a:t>(Si la presentación aún no está guardada en OneDrive, se le pedirá que la guarde allí.)</a:t>
            </a:r>
            <a:endParaRPr lang="es-ES_tradnl" sz="1000"/>
          </a:p>
          <a:p>
            <a:pPr marL="228600" indent="-228600">
              <a:lnSpc>
                <a:spcPts val="1400"/>
              </a:lnSpc>
              <a:buClr>
                <a:schemeClr val="accent1"/>
              </a:buClr>
              <a:buFont typeface="+mj-lt"/>
              <a:buAutoNum type="arabicPeriod"/>
            </a:pPr>
            <a:r>
              <a:rPr lang="es-ES_tradnl" sz="1000"/>
              <a:t>En el </a:t>
            </a:r>
            <a:r>
              <a:rPr lang="es-ES_tradnl" sz="1000" b="1"/>
              <a:t>cuadro de diálogo Enviar vínculo</a:t>
            </a:r>
            <a:r>
              <a:rPr lang="es-ES_tradnl" sz="1000"/>
              <a:t>, haga lo siguiente: Escriba los nombres o las direcciones de correo electrónico de los usuarios con los que quiere compartir el archivo. Seleccione la lista desplegable para cambiar los permisos, si lo desea. </a:t>
            </a:r>
            <a:r>
              <a:rPr lang="es-ES_tradnl" sz="1000">
                <a:solidFill>
                  <a:schemeClr val="accent1"/>
                </a:solidFill>
              </a:rPr>
              <a:t>(La opción predeterminada es </a:t>
            </a:r>
            <a:r>
              <a:rPr lang="es-ES_tradnl" sz="1000" b="1">
                <a:solidFill>
                  <a:schemeClr val="accent1"/>
                </a:solidFill>
              </a:rPr>
              <a:t>Permitir la edición</a:t>
            </a:r>
            <a:r>
              <a:rPr lang="es-ES_tradnl" sz="1000">
                <a:solidFill>
                  <a:schemeClr val="accent1"/>
                </a:solidFill>
              </a:rPr>
              <a:t>. Para cambiar el permiso a solo lectura, desactive esta casilla y seleccione </a:t>
            </a:r>
            <a:r>
              <a:rPr lang="es-ES_tradnl" sz="1000" b="1">
                <a:solidFill>
                  <a:schemeClr val="accent1"/>
                </a:solidFill>
              </a:rPr>
              <a:t>Aplicar</a:t>
            </a:r>
            <a:r>
              <a:rPr lang="es-ES_tradnl" sz="1000">
                <a:solidFill>
                  <a:schemeClr val="accent1"/>
                </a:solidFill>
              </a:rPr>
              <a:t>.)</a:t>
            </a:r>
          </a:p>
          <a:p>
            <a:pPr marL="228600" indent="-228600">
              <a:lnSpc>
                <a:spcPts val="1400"/>
              </a:lnSpc>
              <a:buClr>
                <a:schemeClr val="accent1"/>
              </a:buClr>
              <a:buFont typeface="+mj-lt"/>
              <a:buAutoNum type="arabicPeriod"/>
            </a:pPr>
            <a:r>
              <a:rPr lang="es-ES_tradnl" sz="1000"/>
              <a:t>Incluya un mensaje si lo desea y seleccione </a:t>
            </a:r>
            <a:r>
              <a:rPr lang="es-ES_tradnl" sz="1000" b="1"/>
              <a:t>Enviar</a:t>
            </a:r>
            <a:r>
              <a:rPr lang="es-ES_tradnl" sz="1000"/>
              <a:t>.</a:t>
            </a:r>
          </a:p>
          <a:p>
            <a:pPr marL="228600" indent="-228600">
              <a:lnSpc>
                <a:spcPts val="1400"/>
              </a:lnSpc>
              <a:buClr>
                <a:schemeClr val="accent1"/>
              </a:buClr>
              <a:buFont typeface="+mj-lt"/>
              <a:buAutoNum type="arabicPeriod"/>
            </a:pPr>
            <a:r>
              <a:rPr lang="es-ES_tradnl" sz="1000"/>
              <a:t>También puede seleccionar </a:t>
            </a:r>
            <a:r>
              <a:rPr lang="es-ES_tradnl" sz="1000" b="1"/>
              <a:t>Obtener un vínculo </a:t>
            </a:r>
            <a:r>
              <a:rPr lang="es-ES_tradnl" sz="1000"/>
              <a:t>para crear un vínculo que puede copiar en un correo electrónico.</a:t>
            </a:r>
            <a:endParaRPr lang="es-ES_tradnl" sz="1000">
              <a:solidFill>
                <a:schemeClr val="accent1"/>
              </a:solidFill>
            </a:endParaRPr>
          </a:p>
        </p:txBody>
      </p:sp>
      <p:sp>
        <p:nvSpPr>
          <p:cNvPr id="17" name="TextBox 16">
            <a:extLst>
              <a:ext uri="{FF2B5EF4-FFF2-40B4-BE49-F238E27FC236}">
                <a16:creationId xmlns:a16="http://schemas.microsoft.com/office/drawing/2014/main" id="{C1BDEF32-2A01-1A42-8A2F-2183F7B59CD4}"/>
              </a:ext>
            </a:extLst>
          </p:cNvPr>
          <p:cNvSpPr txBox="1"/>
          <p:nvPr userDrawn="1"/>
        </p:nvSpPr>
        <p:spPr>
          <a:xfrm>
            <a:off x="434028" y="675389"/>
            <a:ext cx="11359253" cy="600164"/>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3300" b="1">
                <a:solidFill>
                  <a:schemeClr val="accent1"/>
                </a:solidFill>
              </a:rPr>
              <a:t>TRABAJAR DE FORMA CONJUNTA EN TIEMPO REAL</a:t>
            </a:r>
          </a:p>
        </p:txBody>
      </p:sp>
      <p:sp>
        <p:nvSpPr>
          <p:cNvPr id="18" name="TextBox 17">
            <a:extLst>
              <a:ext uri="{FF2B5EF4-FFF2-40B4-BE49-F238E27FC236}">
                <a16:creationId xmlns:a16="http://schemas.microsoft.com/office/drawing/2014/main" id="{A73CCF6F-B852-B148-B6B1-5FB4BB711900}"/>
              </a:ext>
            </a:extLst>
          </p:cNvPr>
          <p:cNvSpPr txBox="1"/>
          <p:nvPr userDrawn="1"/>
        </p:nvSpPr>
        <p:spPr>
          <a:xfrm>
            <a:off x="434029" y="444557"/>
            <a:ext cx="5184913"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1200" b="1">
                <a:solidFill>
                  <a:schemeClr val="tx2"/>
                </a:solidFill>
              </a:rPr>
              <a:t>PLANTILLA DE USO INTERNO SOMOS CMI</a:t>
            </a:r>
          </a:p>
        </p:txBody>
      </p:sp>
      <p:sp>
        <p:nvSpPr>
          <p:cNvPr id="19" name="Line">
            <a:extLst>
              <a:ext uri="{FF2B5EF4-FFF2-40B4-BE49-F238E27FC236}">
                <a16:creationId xmlns:a16="http://schemas.microsoft.com/office/drawing/2014/main" id="{B734AED5-4C57-5E4A-98C2-8BABA22034EC}"/>
              </a:ext>
            </a:extLst>
          </p:cNvPr>
          <p:cNvSpPr/>
          <p:nvPr userDrawn="1"/>
        </p:nvSpPr>
        <p:spPr>
          <a:xfrm>
            <a:off x="509136" y="1423375"/>
            <a:ext cx="855475" cy="0"/>
          </a:xfrm>
          <a:prstGeom prst="line">
            <a:avLst/>
          </a:prstGeom>
          <a:ln w="63500">
            <a:solidFill>
              <a:schemeClr val="accent3"/>
            </a:solidFill>
          </a:ln>
        </p:spPr>
        <p:txBody>
          <a:bodyPr lIns="60960" tIns="60960" rIns="60960" bIns="60960" anchor="t"/>
          <a:lstStyle/>
          <a:p>
            <a:endParaRPr sz="900">
              <a:latin typeface="Century Gothic" panose="020B0502020202020204" pitchFamily="34" charset="0"/>
            </a:endParaRPr>
          </a:p>
        </p:txBody>
      </p:sp>
      <p:sp>
        <p:nvSpPr>
          <p:cNvPr id="20" name="Marcador de número de diapositiva 4">
            <a:extLst>
              <a:ext uri="{FF2B5EF4-FFF2-40B4-BE49-F238E27FC236}">
                <a16:creationId xmlns:a16="http://schemas.microsoft.com/office/drawing/2014/main" id="{1571849C-889A-2440-9A43-044106DF3EC0}"/>
              </a:ext>
            </a:extLst>
          </p:cNvPr>
          <p:cNvSpPr>
            <a:spLocks noGrp="1"/>
          </p:cNvSpPr>
          <p:nvPr>
            <p:ph type="sldNum" sz="quarter" idx="14"/>
          </p:nvPr>
        </p:nvSpPr>
        <p:spPr>
          <a:xfrm>
            <a:off x="370706" y="6381328"/>
            <a:ext cx="324343" cy="923330"/>
          </a:xfrm>
        </p:spPr>
        <p:txBody>
          <a:bodyPr/>
          <a:lstStyle>
            <a:lvl1pPr>
              <a:defRPr>
                <a:latin typeface="Century Gothic" panose="020B0502020202020204" pitchFamily="34" charset="0"/>
              </a:defRPr>
            </a:lvl1pPr>
          </a:lstStyle>
          <a:p>
            <a:fld id="{9754757F-9D13-B94C-817F-4D23A4DA4B76}" type="slidenum">
              <a:rPr lang="es-ES_tradnl" smtClean="0"/>
              <a:pPr/>
              <a:t>‹Nº›</a:t>
            </a:fld>
            <a:endParaRPr lang="es-ES_tradnl"/>
          </a:p>
        </p:txBody>
      </p:sp>
      <p:grpSp>
        <p:nvGrpSpPr>
          <p:cNvPr id="5" name="Group 4">
            <a:extLst>
              <a:ext uri="{FF2B5EF4-FFF2-40B4-BE49-F238E27FC236}">
                <a16:creationId xmlns:a16="http://schemas.microsoft.com/office/drawing/2014/main" id="{3FFDAC6F-C9B7-A84C-8206-7C00C0549C9B}"/>
              </a:ext>
            </a:extLst>
          </p:cNvPr>
          <p:cNvGrpSpPr/>
          <p:nvPr userDrawn="1"/>
        </p:nvGrpSpPr>
        <p:grpSpPr>
          <a:xfrm>
            <a:off x="4178232" y="2384888"/>
            <a:ext cx="3807526" cy="3672407"/>
            <a:chOff x="8355920" y="3268197"/>
            <a:chExt cx="7614557" cy="8774379"/>
          </a:xfrm>
        </p:grpSpPr>
        <p:cxnSp>
          <p:nvCxnSpPr>
            <p:cNvPr id="39" name="Straight Connector 38">
              <a:extLst>
                <a:ext uri="{FF2B5EF4-FFF2-40B4-BE49-F238E27FC236}">
                  <a16:creationId xmlns:a16="http://schemas.microsoft.com/office/drawing/2014/main" id="{3FE4BFDF-5ADF-3540-95D7-2EA82815D79F}"/>
                </a:ext>
              </a:extLst>
            </p:cNvPr>
            <p:cNvCxnSpPr/>
            <p:nvPr userDrawn="1"/>
          </p:nvCxnSpPr>
          <p:spPr>
            <a:xfrm flipV="1">
              <a:off x="8355920" y="3268197"/>
              <a:ext cx="0" cy="877437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3A7D834-D637-604C-A438-C4AC7092D16A}"/>
                </a:ext>
              </a:extLst>
            </p:cNvPr>
            <p:cNvCxnSpPr/>
            <p:nvPr userDrawn="1"/>
          </p:nvCxnSpPr>
          <p:spPr>
            <a:xfrm flipV="1">
              <a:off x="15970477" y="3268197"/>
              <a:ext cx="0" cy="877437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7B380BE8-0369-7349-99BC-3CDA321E6C4A}"/>
              </a:ext>
            </a:extLst>
          </p:cNvPr>
          <p:cNvSpPr txBox="1"/>
          <p:nvPr userDrawn="1"/>
        </p:nvSpPr>
        <p:spPr>
          <a:xfrm>
            <a:off x="509136" y="3018150"/>
            <a:ext cx="3534501"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1200" b="1">
                <a:solidFill>
                  <a:schemeClr val="accent1"/>
                </a:solidFill>
              </a:rPr>
              <a:t>Compartir la presentación</a:t>
            </a:r>
          </a:p>
        </p:txBody>
      </p:sp>
      <p:sp>
        <p:nvSpPr>
          <p:cNvPr id="23" name="Título 56">
            <a:extLst>
              <a:ext uri="{FF2B5EF4-FFF2-40B4-BE49-F238E27FC236}">
                <a16:creationId xmlns:a16="http://schemas.microsoft.com/office/drawing/2014/main" id="{883B5CC8-155D-8B47-8F7A-934D57DEBF78}"/>
              </a:ext>
            </a:extLst>
          </p:cNvPr>
          <p:cNvSpPr txBox="1">
            <a:spLocks/>
          </p:cNvSpPr>
          <p:nvPr userDrawn="1"/>
        </p:nvSpPr>
        <p:spPr>
          <a:xfrm>
            <a:off x="533098" y="1625802"/>
            <a:ext cx="10478131" cy="193899"/>
          </a:xfrm>
          <a:prstGeom prst="rect">
            <a:avLst/>
          </a:prstGeom>
        </p:spPr>
        <p:txBody>
          <a:bodyPr wrap="square" lIns="0" tIns="0" rIns="0" bIns="0">
            <a:spAutoFit/>
          </a:bodyPr>
          <a:lstStyle>
            <a:lvl1pPr algn="l" defTabSz="1828709" rtl="0" eaLnBrk="1" latinLnBrk="0" hangingPunct="1">
              <a:lnSpc>
                <a:spcPct val="90000"/>
              </a:lnSpc>
              <a:spcBef>
                <a:spcPct val="0"/>
              </a:spcBef>
              <a:buNone/>
              <a:defRPr sz="2800" kern="1200">
                <a:solidFill>
                  <a:schemeClr val="tx2"/>
                </a:solidFill>
                <a:latin typeface="Century Gothic" panose="020B0502020202020204" pitchFamily="34" charset="0"/>
                <a:ea typeface="+mj-ea"/>
                <a:cs typeface="+mj-cs"/>
              </a:defRPr>
            </a:lvl1pPr>
          </a:lstStyle>
          <a:p>
            <a:r>
              <a:rPr lang="es-ES_tradnl" sz="1400">
                <a:solidFill>
                  <a:schemeClr val="tx2"/>
                </a:solidFill>
              </a:rPr>
              <a:t>Al compartir la presentación con otros usuarios, podrá ver cómo trabajan varios a la vez. </a:t>
            </a:r>
          </a:p>
        </p:txBody>
      </p:sp>
      <p:sp>
        <p:nvSpPr>
          <p:cNvPr id="24" name="Título 56">
            <a:extLst>
              <a:ext uri="{FF2B5EF4-FFF2-40B4-BE49-F238E27FC236}">
                <a16:creationId xmlns:a16="http://schemas.microsoft.com/office/drawing/2014/main" id="{07669F4D-C249-2545-9059-1EBC1FE6AD22}"/>
              </a:ext>
            </a:extLst>
          </p:cNvPr>
          <p:cNvSpPr txBox="1">
            <a:spLocks/>
          </p:cNvSpPr>
          <p:nvPr userDrawn="1"/>
        </p:nvSpPr>
        <p:spPr>
          <a:xfrm>
            <a:off x="532878" y="1894996"/>
            <a:ext cx="10478131" cy="304699"/>
          </a:xfrm>
          <a:prstGeom prst="rect">
            <a:avLst/>
          </a:prstGeom>
        </p:spPr>
        <p:txBody>
          <a:bodyPr wrap="square" lIns="0" tIns="0" rIns="0" bIns="0">
            <a:spAutoFit/>
          </a:bodyPr>
          <a:lstStyle>
            <a:lvl1pPr algn="l" defTabSz="1828709" rtl="0" eaLnBrk="1" latinLnBrk="0" hangingPunct="1">
              <a:lnSpc>
                <a:spcPct val="90000"/>
              </a:lnSpc>
              <a:spcBef>
                <a:spcPct val="0"/>
              </a:spcBef>
              <a:buNone/>
              <a:defRPr sz="2800" kern="1200">
                <a:solidFill>
                  <a:schemeClr val="tx2"/>
                </a:solidFill>
                <a:latin typeface="Century Gothic" panose="020B0502020202020204" pitchFamily="34" charset="0"/>
                <a:ea typeface="+mj-ea"/>
                <a:cs typeface="+mj-cs"/>
              </a:defRPr>
            </a:lvl1pPr>
          </a:lstStyle>
          <a:p>
            <a:r>
              <a:rPr lang="es-ES_tradnl" sz="2200">
                <a:solidFill>
                  <a:schemeClr val="tx2"/>
                </a:solidFill>
              </a:rPr>
              <a:t>Funciona de la siguiente manera:</a:t>
            </a:r>
          </a:p>
        </p:txBody>
      </p:sp>
      <p:sp>
        <p:nvSpPr>
          <p:cNvPr id="29" name="TextBox 28">
            <a:extLst>
              <a:ext uri="{FF2B5EF4-FFF2-40B4-BE49-F238E27FC236}">
                <a16:creationId xmlns:a16="http://schemas.microsoft.com/office/drawing/2014/main" id="{757C38A3-A5CE-2741-BC72-7A5492A248EB}"/>
              </a:ext>
            </a:extLst>
          </p:cNvPr>
          <p:cNvSpPr txBox="1"/>
          <p:nvPr userDrawn="1"/>
        </p:nvSpPr>
        <p:spPr>
          <a:xfrm>
            <a:off x="509136" y="2399273"/>
            <a:ext cx="3534501" cy="553998"/>
          </a:xfrm>
          <a:prstGeom prst="rect">
            <a:avLst/>
          </a:prstGeom>
          <a:solidFill>
            <a:schemeClr val="accent1"/>
          </a:solidFill>
        </p:spPr>
        <p:txBody>
          <a:bodyPr wrap="square" rtlCol="0">
            <a:spAutoFit/>
          </a:bodyPr>
          <a:lstStyle/>
          <a:p>
            <a:pPr marL="178594" marR="0" lvl="0" indent="0" algn="l" defTabSz="228600" rtl="0" eaLnBrk="1" fontAlgn="auto" latinLnBrk="0" hangingPunct="1">
              <a:lnSpc>
                <a:spcPct val="100000"/>
              </a:lnSpc>
              <a:spcBef>
                <a:spcPts val="0"/>
              </a:spcBef>
              <a:spcAft>
                <a:spcPts val="0"/>
              </a:spcAft>
              <a:buClrTx/>
              <a:buSzTx/>
              <a:buFontTx/>
              <a:buNone/>
              <a:tabLst/>
              <a:defRPr/>
            </a:pPr>
            <a:r>
              <a:rPr lang="es-ES_tradnl" sz="3000" b="1">
                <a:solidFill>
                  <a:schemeClr val="bg1"/>
                </a:solidFill>
              </a:rPr>
              <a:t>01</a:t>
            </a:r>
          </a:p>
        </p:txBody>
      </p:sp>
      <p:sp>
        <p:nvSpPr>
          <p:cNvPr id="30" name="TextBox 29">
            <a:extLst>
              <a:ext uri="{FF2B5EF4-FFF2-40B4-BE49-F238E27FC236}">
                <a16:creationId xmlns:a16="http://schemas.microsoft.com/office/drawing/2014/main" id="{862E70A7-1DA9-9A41-8CC8-511E630997DD}"/>
              </a:ext>
            </a:extLst>
          </p:cNvPr>
          <p:cNvSpPr txBox="1"/>
          <p:nvPr userDrawn="1"/>
        </p:nvSpPr>
        <p:spPr>
          <a:xfrm>
            <a:off x="4305776" y="3298360"/>
            <a:ext cx="3534499" cy="1153073"/>
          </a:xfrm>
          <a:prstGeom prst="rect">
            <a:avLst/>
          </a:prstGeom>
          <a:noFill/>
        </p:spPr>
        <p:txBody>
          <a:bodyPr wrap="square" rtlCol="0">
            <a:spAutoFit/>
          </a:bodyPr>
          <a:lstStyle/>
          <a:p>
            <a:pPr>
              <a:lnSpc>
                <a:spcPts val="1400"/>
              </a:lnSpc>
            </a:pPr>
            <a:r>
              <a:rPr lang="es-ES_tradnl" sz="1000" b="1"/>
              <a:t>Después de compartir el archivo, puede trabajar en colaboración al mismo tiempo.</a:t>
            </a:r>
          </a:p>
          <a:p>
            <a:pPr marL="171450" indent="-171450">
              <a:lnSpc>
                <a:spcPts val="1400"/>
              </a:lnSpc>
              <a:buClr>
                <a:schemeClr val="accent1"/>
              </a:buClr>
              <a:buFont typeface="Arial" panose="020B0604020202020204" pitchFamily="34" charset="0"/>
              <a:buChar char="•"/>
            </a:pPr>
            <a:r>
              <a:rPr lang="es-ES_tradnl" sz="1000"/>
              <a:t>En </a:t>
            </a:r>
            <a:r>
              <a:rPr lang="es-ES_tradnl" sz="1000" b="1"/>
              <a:t>Compartir,</a:t>
            </a:r>
            <a:r>
              <a:rPr lang="es-ES_tradnl" sz="1000"/>
              <a:t> vea quién está trabajando también en el archivo.</a:t>
            </a:r>
          </a:p>
          <a:p>
            <a:pPr marL="171450" indent="-171450">
              <a:lnSpc>
                <a:spcPts val="1400"/>
              </a:lnSpc>
              <a:buClr>
                <a:schemeClr val="accent1"/>
              </a:buClr>
              <a:buFont typeface="Arial" panose="020B0604020202020204" pitchFamily="34" charset="0"/>
              <a:buChar char="•"/>
            </a:pPr>
            <a:r>
              <a:rPr lang="es-ES_tradnl" sz="1000"/>
              <a:t>Las </a:t>
            </a:r>
            <a:r>
              <a:rPr lang="es-ES_tradnl" sz="1000" b="1"/>
              <a:t>marcas coloreadas </a:t>
            </a:r>
            <a:r>
              <a:rPr lang="es-ES_tradnl" sz="1000"/>
              <a:t>muestran donde está realizando cambios cada persona.</a:t>
            </a:r>
          </a:p>
        </p:txBody>
      </p:sp>
      <p:sp>
        <p:nvSpPr>
          <p:cNvPr id="31" name="TextBox 30">
            <a:extLst>
              <a:ext uri="{FF2B5EF4-FFF2-40B4-BE49-F238E27FC236}">
                <a16:creationId xmlns:a16="http://schemas.microsoft.com/office/drawing/2014/main" id="{BA036E11-FFC5-454E-859A-719118B800F6}"/>
              </a:ext>
            </a:extLst>
          </p:cNvPr>
          <p:cNvSpPr txBox="1"/>
          <p:nvPr userDrawn="1"/>
        </p:nvSpPr>
        <p:spPr>
          <a:xfrm>
            <a:off x="4305776" y="3018150"/>
            <a:ext cx="3534501"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1200" b="1">
                <a:solidFill>
                  <a:schemeClr val="accent1"/>
                </a:solidFill>
              </a:rPr>
              <a:t>Co-autoría de una presentación</a:t>
            </a:r>
          </a:p>
        </p:txBody>
      </p:sp>
      <p:sp>
        <p:nvSpPr>
          <p:cNvPr id="32" name="TextBox 31">
            <a:extLst>
              <a:ext uri="{FF2B5EF4-FFF2-40B4-BE49-F238E27FC236}">
                <a16:creationId xmlns:a16="http://schemas.microsoft.com/office/drawing/2014/main" id="{72914D3D-A9FE-BA41-BAF1-8A1045813925}"/>
              </a:ext>
            </a:extLst>
          </p:cNvPr>
          <p:cNvSpPr txBox="1"/>
          <p:nvPr userDrawn="1"/>
        </p:nvSpPr>
        <p:spPr>
          <a:xfrm>
            <a:off x="4305776" y="2399273"/>
            <a:ext cx="3534501" cy="553998"/>
          </a:xfrm>
          <a:prstGeom prst="rect">
            <a:avLst/>
          </a:prstGeom>
          <a:solidFill>
            <a:schemeClr val="accent1"/>
          </a:solidFill>
        </p:spPr>
        <p:txBody>
          <a:bodyPr wrap="square" rtlCol="0">
            <a:spAutoFit/>
          </a:bodyPr>
          <a:lstStyle/>
          <a:p>
            <a:pPr marL="178594" marR="0" lvl="0" indent="0" algn="l" defTabSz="228600" rtl="0" eaLnBrk="1" fontAlgn="auto" latinLnBrk="0" hangingPunct="1">
              <a:lnSpc>
                <a:spcPct val="100000"/>
              </a:lnSpc>
              <a:spcBef>
                <a:spcPts val="0"/>
              </a:spcBef>
              <a:spcAft>
                <a:spcPts val="0"/>
              </a:spcAft>
              <a:buClrTx/>
              <a:buSzTx/>
              <a:buFontTx/>
              <a:buNone/>
              <a:tabLst/>
              <a:defRPr/>
            </a:pPr>
            <a:r>
              <a:rPr lang="es-ES_tradnl" sz="3000" b="1">
                <a:solidFill>
                  <a:schemeClr val="bg1"/>
                </a:solidFill>
              </a:rPr>
              <a:t>02</a:t>
            </a:r>
          </a:p>
        </p:txBody>
      </p:sp>
      <p:sp>
        <p:nvSpPr>
          <p:cNvPr id="33" name="TextBox 32">
            <a:extLst>
              <a:ext uri="{FF2B5EF4-FFF2-40B4-BE49-F238E27FC236}">
                <a16:creationId xmlns:a16="http://schemas.microsoft.com/office/drawing/2014/main" id="{272FFB26-E4B9-0847-A481-4098CE40CE87}"/>
              </a:ext>
            </a:extLst>
          </p:cNvPr>
          <p:cNvSpPr txBox="1"/>
          <p:nvPr userDrawn="1"/>
        </p:nvSpPr>
        <p:spPr>
          <a:xfrm>
            <a:off x="8118745" y="3298360"/>
            <a:ext cx="3534499" cy="1691682"/>
          </a:xfrm>
          <a:prstGeom prst="rect">
            <a:avLst/>
          </a:prstGeom>
          <a:noFill/>
        </p:spPr>
        <p:txBody>
          <a:bodyPr wrap="square" rtlCol="0">
            <a:spAutoFit/>
          </a:bodyPr>
          <a:lstStyle/>
          <a:p>
            <a:pPr marL="228600" indent="-228600">
              <a:lnSpc>
                <a:spcPts val="1400"/>
              </a:lnSpc>
              <a:buClr>
                <a:schemeClr val="accent1"/>
              </a:buClr>
              <a:buFont typeface="+mj-lt"/>
              <a:buAutoNum type="arabicPeriod"/>
            </a:pPr>
            <a:r>
              <a:rPr lang="es-ES_tradnl" sz="1000"/>
              <a:t>Seleccione </a:t>
            </a:r>
            <a:r>
              <a:rPr lang="es-ES_tradnl" sz="1000" b="1"/>
              <a:t>Revisar &gt;comentario </a:t>
            </a:r>
            <a:r>
              <a:rPr lang="es-ES_tradnl" sz="1000"/>
              <a:t>o </a:t>
            </a:r>
            <a:r>
              <a:rPr lang="es-ES_tradnl" sz="1000" b="1"/>
              <a:t>@ Mención</a:t>
            </a:r>
            <a:r>
              <a:rPr lang="es-ES_tradnl" sz="1000"/>
              <a:t>. Si el panel </a:t>
            </a:r>
            <a:r>
              <a:rPr lang="es-ES_tradnl" sz="1000" b="1"/>
              <a:t>Comentarios</a:t>
            </a:r>
            <a:r>
              <a:rPr lang="es-ES_tradnl" sz="1000"/>
              <a:t> ya está abierto, seleccione </a:t>
            </a:r>
            <a:r>
              <a:rPr lang="es-ES_tradnl" sz="1000" b="1"/>
              <a:t>Nuevo</a:t>
            </a:r>
            <a:r>
              <a:rPr lang="es-ES_tradnl" sz="1000"/>
              <a:t>.</a:t>
            </a:r>
          </a:p>
          <a:p>
            <a:pPr marL="228600" indent="-228600">
              <a:lnSpc>
                <a:spcPts val="1400"/>
              </a:lnSpc>
              <a:buClr>
                <a:schemeClr val="accent1"/>
              </a:buClr>
              <a:buFont typeface="+mj-lt"/>
              <a:buAutoNum type="arabicPeriod"/>
            </a:pPr>
            <a:r>
              <a:rPr lang="es-ES_tradnl" sz="1000"/>
              <a:t>En el </a:t>
            </a:r>
            <a:r>
              <a:rPr lang="es-ES_tradnl" sz="1000" b="1"/>
              <a:t>panel Comentarios</a:t>
            </a:r>
            <a:r>
              <a:rPr lang="es-ES_tradnl" sz="1000"/>
              <a:t>, escriba el comentario en el cuadro, </a:t>
            </a:r>
            <a:r>
              <a:rPr lang="es-ES_tradnl" sz="1000" b="1"/>
              <a:t>@ Mención </a:t>
            </a:r>
            <a:r>
              <a:rPr lang="es-ES_tradnl" sz="1000"/>
              <a:t>un colaborador si lo desea y presione </a:t>
            </a:r>
            <a:r>
              <a:rPr lang="es-ES_tradnl" sz="1000" b="1"/>
              <a:t>Entrar</a:t>
            </a:r>
            <a:r>
              <a:rPr lang="es-ES_tradnl" sz="1000"/>
              <a:t>.</a:t>
            </a:r>
          </a:p>
          <a:p>
            <a:pPr marL="228600" indent="-228600">
              <a:lnSpc>
                <a:spcPts val="1400"/>
              </a:lnSpc>
              <a:buClr>
                <a:schemeClr val="accent1"/>
              </a:buClr>
              <a:buFont typeface="+mj-lt"/>
              <a:buAutoNum type="arabicPeriod"/>
            </a:pPr>
            <a:r>
              <a:rPr lang="es-ES_tradnl" sz="1000"/>
              <a:t>Seleccione </a:t>
            </a:r>
            <a:r>
              <a:rPr lang="es-ES_tradnl" sz="1000" b="1"/>
              <a:t>Responder</a:t>
            </a:r>
            <a:r>
              <a:rPr lang="es-ES_tradnl" sz="1000"/>
              <a:t> y escriba la respuesta.</a:t>
            </a:r>
          </a:p>
          <a:p>
            <a:pPr marL="228600" indent="-228600">
              <a:lnSpc>
                <a:spcPts val="1400"/>
              </a:lnSpc>
              <a:buClr>
                <a:schemeClr val="accent1"/>
              </a:buClr>
              <a:buFont typeface="+mj-lt"/>
              <a:buAutoNum type="arabicPeriod"/>
            </a:pPr>
            <a:r>
              <a:rPr lang="es-ES_tradnl" sz="1000"/>
              <a:t>Seleccione </a:t>
            </a:r>
            <a:r>
              <a:rPr lang="es-ES_tradnl" sz="1000" b="1"/>
              <a:t>Ver más comentarios </a:t>
            </a:r>
            <a:r>
              <a:rPr lang="es-ES_tradnl" sz="1000"/>
              <a:t>para ir entre comentarios y diapositivas.</a:t>
            </a:r>
          </a:p>
        </p:txBody>
      </p:sp>
      <p:sp>
        <p:nvSpPr>
          <p:cNvPr id="34" name="TextBox 33">
            <a:extLst>
              <a:ext uri="{FF2B5EF4-FFF2-40B4-BE49-F238E27FC236}">
                <a16:creationId xmlns:a16="http://schemas.microsoft.com/office/drawing/2014/main" id="{B3D25C04-9F7B-EA42-A9D3-88E946B407DE}"/>
              </a:ext>
            </a:extLst>
          </p:cNvPr>
          <p:cNvSpPr txBox="1"/>
          <p:nvPr userDrawn="1"/>
        </p:nvSpPr>
        <p:spPr>
          <a:xfrm>
            <a:off x="8118746" y="3018150"/>
            <a:ext cx="3534501"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s-ES_tradnl" sz="1200" b="1">
                <a:solidFill>
                  <a:schemeClr val="accent1"/>
                </a:solidFill>
              </a:rPr>
              <a:t>Comentarios en presentaciones</a:t>
            </a:r>
          </a:p>
        </p:txBody>
      </p:sp>
      <p:sp>
        <p:nvSpPr>
          <p:cNvPr id="35" name="TextBox 34">
            <a:extLst>
              <a:ext uri="{FF2B5EF4-FFF2-40B4-BE49-F238E27FC236}">
                <a16:creationId xmlns:a16="http://schemas.microsoft.com/office/drawing/2014/main" id="{8708F183-848C-7743-948D-A1FDD1B621EB}"/>
              </a:ext>
            </a:extLst>
          </p:cNvPr>
          <p:cNvSpPr txBox="1"/>
          <p:nvPr userDrawn="1"/>
        </p:nvSpPr>
        <p:spPr>
          <a:xfrm>
            <a:off x="8118746" y="2399273"/>
            <a:ext cx="3534501" cy="553998"/>
          </a:xfrm>
          <a:prstGeom prst="rect">
            <a:avLst/>
          </a:prstGeom>
          <a:solidFill>
            <a:schemeClr val="accent1"/>
          </a:solidFill>
        </p:spPr>
        <p:txBody>
          <a:bodyPr wrap="square" rtlCol="0">
            <a:spAutoFit/>
          </a:bodyPr>
          <a:lstStyle/>
          <a:p>
            <a:pPr marL="178594" marR="0" lvl="0" indent="0" algn="l" defTabSz="228600" rtl="0" eaLnBrk="1" fontAlgn="auto" latinLnBrk="0" hangingPunct="1">
              <a:lnSpc>
                <a:spcPct val="100000"/>
              </a:lnSpc>
              <a:spcBef>
                <a:spcPts val="0"/>
              </a:spcBef>
              <a:spcAft>
                <a:spcPts val="0"/>
              </a:spcAft>
              <a:buClrTx/>
              <a:buSzTx/>
              <a:buFontTx/>
              <a:buNone/>
              <a:tabLst/>
              <a:defRPr/>
            </a:pPr>
            <a:r>
              <a:rPr lang="es-ES_tradnl" sz="3000" b="1">
                <a:solidFill>
                  <a:schemeClr val="bg1"/>
                </a:solidFill>
              </a:rPr>
              <a:t>03</a:t>
            </a:r>
          </a:p>
        </p:txBody>
      </p:sp>
      <p:grpSp>
        <p:nvGrpSpPr>
          <p:cNvPr id="3" name="Group 2">
            <a:extLst>
              <a:ext uri="{FF2B5EF4-FFF2-40B4-BE49-F238E27FC236}">
                <a16:creationId xmlns:a16="http://schemas.microsoft.com/office/drawing/2014/main" id="{7E7C8B39-BBC9-6349-8A1D-D4BF57A57DA9}"/>
              </a:ext>
            </a:extLst>
          </p:cNvPr>
          <p:cNvGrpSpPr/>
          <p:nvPr userDrawn="1"/>
        </p:nvGrpSpPr>
        <p:grpSpPr>
          <a:xfrm>
            <a:off x="4351732" y="4788603"/>
            <a:ext cx="3472572" cy="1048554"/>
            <a:chOff x="8510694" y="9234263"/>
            <a:chExt cx="7140557" cy="2156253"/>
          </a:xfrm>
        </p:grpSpPr>
        <p:pic>
          <p:nvPicPr>
            <p:cNvPr id="36" name="Imagen 22" descr="Marcador en el que muestra quién está trabajando en una diapositiva">
              <a:extLst>
                <a:ext uri="{FF2B5EF4-FFF2-40B4-BE49-F238E27FC236}">
                  <a16:creationId xmlns:a16="http://schemas.microsoft.com/office/drawing/2014/main" id="{2388F28B-D29F-1B43-A8EB-4A603068F823}"/>
                </a:ext>
              </a:extLst>
            </p:cNvPr>
            <p:cNvPicPr>
              <a:picLocks noChangeAspect="1"/>
            </p:cNvPicPr>
            <p:nvPr userDrawn="1"/>
          </p:nvPicPr>
          <p:blipFill rotWithShape="1">
            <a:blip r:embed="rId2"/>
            <a:srcRect b="21257"/>
            <a:stretch/>
          </p:blipFill>
          <p:spPr>
            <a:xfrm>
              <a:off x="8510694" y="9234263"/>
              <a:ext cx="4186321" cy="2156251"/>
            </a:xfrm>
            <a:prstGeom prst="rect">
              <a:avLst/>
            </a:prstGeom>
          </p:spPr>
        </p:pic>
        <p:pic>
          <p:nvPicPr>
            <p:cNvPr id="37" name="Imagen 23" descr="Marcador en el que se muestra la parte de la diapositiva que se está editando">
              <a:extLst>
                <a:ext uri="{FF2B5EF4-FFF2-40B4-BE49-F238E27FC236}">
                  <a16:creationId xmlns:a16="http://schemas.microsoft.com/office/drawing/2014/main" id="{FDB6BA41-2235-374F-994E-89053A90D66D}"/>
                </a:ext>
              </a:extLst>
            </p:cNvPr>
            <p:cNvPicPr>
              <a:picLocks noChangeAspect="1"/>
            </p:cNvPicPr>
            <p:nvPr userDrawn="1"/>
          </p:nvPicPr>
          <p:blipFill>
            <a:blip r:embed="rId3"/>
            <a:srcRect/>
            <a:stretch/>
          </p:blipFill>
          <p:spPr>
            <a:xfrm>
              <a:off x="12317945" y="9234264"/>
              <a:ext cx="3333306" cy="2156252"/>
            </a:xfrm>
            <a:prstGeom prst="rect">
              <a:avLst/>
            </a:prstGeom>
          </p:spPr>
        </p:pic>
      </p:grpSp>
      <p:pic>
        <p:nvPicPr>
          <p:cNvPr id="38" name="Imagen 27">
            <a:extLst>
              <a:ext uri="{FF2B5EF4-FFF2-40B4-BE49-F238E27FC236}">
                <a16:creationId xmlns:a16="http://schemas.microsoft.com/office/drawing/2014/main" id="{3F18CB78-1063-FF41-A6FD-F657A4034B59}"/>
              </a:ext>
            </a:extLst>
          </p:cNvPr>
          <p:cNvPicPr>
            <a:picLocks noChangeAspect="1"/>
          </p:cNvPicPr>
          <p:nvPr userDrawn="1"/>
        </p:nvPicPr>
        <p:blipFill rotWithShape="1">
          <a:blip r:embed="rId4">
            <a:alphaModFix amt="61000"/>
          </a:blip>
          <a:srcRect b="63621"/>
          <a:stretch/>
        </p:blipFill>
        <p:spPr>
          <a:xfrm>
            <a:off x="8426253" y="5121191"/>
            <a:ext cx="2846161" cy="715966"/>
          </a:xfrm>
          <a:prstGeom prst="rect">
            <a:avLst/>
          </a:prstGeom>
        </p:spPr>
      </p:pic>
    </p:spTree>
    <p:extLst>
      <p:ext uri="{BB962C8B-B14F-4D97-AF65-F5344CB8AC3E}">
        <p14:creationId xmlns:p14="http://schemas.microsoft.com/office/powerpoint/2010/main" val="199092329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Contraportada Guia de Uso ">
    <p:spTree>
      <p:nvGrpSpPr>
        <p:cNvPr id="1" name=""/>
        <p:cNvGrpSpPr/>
        <p:nvPr/>
      </p:nvGrpSpPr>
      <p:grpSpPr>
        <a:xfrm>
          <a:off x="0" y="0"/>
          <a:ext cx="0" cy="0"/>
          <a:chOff x="0" y="0"/>
          <a:chExt cx="0" cy="0"/>
        </a:xfrm>
      </p:grpSpPr>
      <p:sp>
        <p:nvSpPr>
          <p:cNvPr id="4" name="Google Shape;386;p2">
            <a:extLst>
              <a:ext uri="{FF2B5EF4-FFF2-40B4-BE49-F238E27FC236}">
                <a16:creationId xmlns:a16="http://schemas.microsoft.com/office/drawing/2014/main" id="{8BC82C59-B804-4447-89C9-BAA58C9A0AE4}"/>
              </a:ext>
            </a:extLst>
          </p:cNvPr>
          <p:cNvSpPr/>
          <p:nvPr userDrawn="1"/>
        </p:nvSpPr>
        <p:spPr>
          <a:xfrm>
            <a:off x="-1" y="0"/>
            <a:ext cx="12192001" cy="6857554"/>
          </a:xfrm>
          <a:prstGeom prst="rect">
            <a:avLst/>
          </a:prstGeom>
          <a:solidFill>
            <a:schemeClr val="tx1"/>
          </a:solidFill>
          <a:ln>
            <a:noFill/>
          </a:ln>
        </p:spPr>
        <p:txBody>
          <a:bodyPr spcFirstLastPara="1" wrap="square" lIns="34285" tIns="34285" rIns="34285" bIns="34285" anchor="ctr" anchorCtr="0">
            <a:noAutofit/>
          </a:bodyPr>
          <a:lstStyle/>
          <a:p>
            <a:pPr>
              <a:buSzPts val="1400"/>
            </a:pPr>
            <a:endParaRPr sz="900">
              <a:latin typeface="Century Gothic" panose="020B0502020202020204" pitchFamily="34" charset="0"/>
            </a:endParaRPr>
          </a:p>
        </p:txBody>
      </p:sp>
      <p:pic>
        <p:nvPicPr>
          <p:cNvPr id="5" name="Imagen 129">
            <a:hlinkClick r:id="" action="ppaction://noaction"/>
            <a:extLst>
              <a:ext uri="{FF2B5EF4-FFF2-40B4-BE49-F238E27FC236}">
                <a16:creationId xmlns:a16="http://schemas.microsoft.com/office/drawing/2014/main" id="{2FA17FD6-DAA6-9747-B96B-7EABF3018822}"/>
              </a:ext>
            </a:extLst>
          </p:cNvPr>
          <p:cNvPicPr>
            <a:picLocks noChangeAspect="1"/>
          </p:cNvPicPr>
          <p:nvPr userDrawn="1"/>
        </p:nvPicPr>
        <p:blipFill>
          <a:blip r:embed="rId2"/>
          <a:stretch>
            <a:fillRect/>
          </a:stretch>
        </p:blipFill>
        <p:spPr>
          <a:xfrm>
            <a:off x="4756643" y="3825044"/>
            <a:ext cx="2678715" cy="1138380"/>
          </a:xfrm>
          <a:prstGeom prst="rect">
            <a:avLst/>
          </a:prstGeom>
        </p:spPr>
      </p:pic>
      <p:sp>
        <p:nvSpPr>
          <p:cNvPr id="6" name="TextBox 13">
            <a:extLst>
              <a:ext uri="{FF2B5EF4-FFF2-40B4-BE49-F238E27FC236}">
                <a16:creationId xmlns:a16="http://schemas.microsoft.com/office/drawing/2014/main" id="{CF90110A-DC7F-6B40-A2FE-FB68EE971D18}"/>
              </a:ext>
            </a:extLst>
          </p:cNvPr>
          <p:cNvSpPr txBox="1"/>
          <p:nvPr userDrawn="1"/>
        </p:nvSpPr>
        <p:spPr>
          <a:xfrm>
            <a:off x="5186937" y="5373216"/>
            <a:ext cx="1818126" cy="200055"/>
          </a:xfrm>
          <a:prstGeom prst="rect">
            <a:avLst/>
          </a:prstGeom>
          <a:noFill/>
        </p:spPr>
        <p:txBody>
          <a:bodyPr wrap="none" rtlCol="0">
            <a:spAutoFit/>
          </a:bodyPr>
          <a:lstStyle/>
          <a:p>
            <a:pPr algn="ctr"/>
            <a:r>
              <a:rPr lang="en-US" sz="700" b="1" spc="300">
                <a:solidFill>
                  <a:schemeClr val="bg1"/>
                </a:solidFill>
                <a:latin typeface="Century Gothic" panose="020B0502020202020204" pitchFamily="34" charset="0"/>
                <a:ea typeface="Montserrat" charset="0"/>
                <a:cs typeface="Montserrat" charset="0"/>
              </a:rPr>
              <a:t>WWW.SOMOSCMI.COM</a:t>
            </a:r>
          </a:p>
        </p:txBody>
      </p:sp>
      <p:sp>
        <p:nvSpPr>
          <p:cNvPr id="7" name="AutoShape 5">
            <a:extLst>
              <a:ext uri="{FF2B5EF4-FFF2-40B4-BE49-F238E27FC236}">
                <a16:creationId xmlns:a16="http://schemas.microsoft.com/office/drawing/2014/main" id="{6B8EFB59-50D1-534A-A958-A77F1E2F819A}"/>
              </a:ext>
            </a:extLst>
          </p:cNvPr>
          <p:cNvSpPr>
            <a:spLocks noChangeAspect="1" noChangeArrowheads="1" noTextEdit="1"/>
          </p:cNvSpPr>
          <p:nvPr userDrawn="1"/>
        </p:nvSpPr>
        <p:spPr bwMode="auto">
          <a:xfrm>
            <a:off x="6044346" y="5836698"/>
            <a:ext cx="103308" cy="104060"/>
          </a:xfrm>
          <a:prstGeom prst="rect">
            <a:avLst/>
          </a:prstGeom>
          <a:noFill/>
          <a:ln w="9525">
            <a:noFill/>
            <a:miter lim="800000"/>
            <a:headEnd/>
            <a:tailEnd/>
          </a:ln>
        </p:spPr>
        <p:txBody>
          <a:bodyPr vert="horz" wrap="square" lIns="45720" tIns="22860" rIns="45720" bIns="2286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nvGrpSpPr>
          <p:cNvPr id="21" name="Group 20">
            <a:extLst>
              <a:ext uri="{FF2B5EF4-FFF2-40B4-BE49-F238E27FC236}">
                <a16:creationId xmlns:a16="http://schemas.microsoft.com/office/drawing/2014/main" id="{DB81D8C5-32FA-B34A-A8B2-4345505CDFA2}"/>
              </a:ext>
            </a:extLst>
          </p:cNvPr>
          <p:cNvGrpSpPr/>
          <p:nvPr userDrawn="1"/>
        </p:nvGrpSpPr>
        <p:grpSpPr>
          <a:xfrm>
            <a:off x="5446676" y="5694296"/>
            <a:ext cx="1298648" cy="284805"/>
            <a:chOff x="11231679" y="11388591"/>
            <a:chExt cx="2597127" cy="569609"/>
          </a:xfrm>
        </p:grpSpPr>
        <p:grpSp>
          <p:nvGrpSpPr>
            <p:cNvPr id="22" name="Grupo 137">
              <a:extLst>
                <a:ext uri="{FF2B5EF4-FFF2-40B4-BE49-F238E27FC236}">
                  <a16:creationId xmlns:a16="http://schemas.microsoft.com/office/drawing/2014/main" id="{2BEFB6D9-D578-B74E-AFE3-1CD917058F24}"/>
                </a:ext>
              </a:extLst>
            </p:cNvPr>
            <p:cNvGrpSpPr/>
            <p:nvPr/>
          </p:nvGrpSpPr>
          <p:grpSpPr>
            <a:xfrm>
              <a:off x="12579747" y="11388591"/>
              <a:ext cx="569609" cy="569609"/>
              <a:chOff x="6419730" y="5269647"/>
              <a:chExt cx="569609" cy="569609"/>
            </a:xfrm>
          </p:grpSpPr>
          <p:sp>
            <p:nvSpPr>
              <p:cNvPr id="38" name="Elipse 147">
                <a:extLst>
                  <a:ext uri="{FF2B5EF4-FFF2-40B4-BE49-F238E27FC236}">
                    <a16:creationId xmlns:a16="http://schemas.microsoft.com/office/drawing/2014/main" id="{2391FEFD-9441-914E-BD28-5692C601DA93}"/>
                  </a:ext>
                </a:extLst>
              </p:cNvPr>
              <p:cNvSpPr/>
              <p:nvPr/>
            </p:nvSpPr>
            <p:spPr>
              <a:xfrm>
                <a:off x="6419730"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sp>
            <p:nvSpPr>
              <p:cNvPr id="39" name="Freeform 14">
                <a:extLst>
                  <a:ext uri="{FF2B5EF4-FFF2-40B4-BE49-F238E27FC236}">
                    <a16:creationId xmlns:a16="http://schemas.microsoft.com/office/drawing/2014/main" id="{B283EC05-B45A-1540-89D9-738F67574BD7}"/>
                  </a:ext>
                </a:extLst>
              </p:cNvPr>
              <p:cNvSpPr>
                <a:spLocks/>
              </p:cNvSpPr>
              <p:nvPr/>
            </p:nvSpPr>
            <p:spPr bwMode="auto">
              <a:xfrm>
                <a:off x="6630296" y="5489285"/>
                <a:ext cx="190077" cy="158185"/>
              </a:xfrm>
              <a:custGeom>
                <a:avLst/>
                <a:gdLst>
                  <a:gd name="T0" fmla="*/ 57 w 63"/>
                  <a:gd name="T1" fmla="*/ 13 h 52"/>
                  <a:gd name="T2" fmla="*/ 57 w 63"/>
                  <a:gd name="T3" fmla="*/ 15 h 52"/>
                  <a:gd name="T4" fmla="*/ 20 w 63"/>
                  <a:gd name="T5" fmla="*/ 52 h 52"/>
                  <a:gd name="T6" fmla="*/ 0 w 63"/>
                  <a:gd name="T7" fmla="*/ 46 h 52"/>
                  <a:gd name="T8" fmla="*/ 3 w 63"/>
                  <a:gd name="T9" fmla="*/ 46 h 52"/>
                  <a:gd name="T10" fmla="*/ 19 w 63"/>
                  <a:gd name="T11" fmla="*/ 40 h 52"/>
                  <a:gd name="T12" fmla="*/ 7 w 63"/>
                  <a:gd name="T13" fmla="*/ 32 h 52"/>
                  <a:gd name="T14" fmla="*/ 10 w 63"/>
                  <a:gd name="T15" fmla="*/ 32 h 52"/>
                  <a:gd name="T16" fmla="*/ 13 w 63"/>
                  <a:gd name="T17" fmla="*/ 31 h 52"/>
                  <a:gd name="T18" fmla="*/ 3 w 63"/>
                  <a:gd name="T19" fmla="*/ 19 h 52"/>
                  <a:gd name="T20" fmla="*/ 3 w 63"/>
                  <a:gd name="T21" fmla="*/ 19 h 52"/>
                  <a:gd name="T22" fmla="*/ 9 w 63"/>
                  <a:gd name="T23" fmla="*/ 20 h 52"/>
                  <a:gd name="T24" fmla="*/ 3 w 63"/>
                  <a:gd name="T25" fmla="*/ 10 h 52"/>
                  <a:gd name="T26" fmla="*/ 5 w 63"/>
                  <a:gd name="T27" fmla="*/ 2 h 52"/>
                  <a:gd name="T28" fmla="*/ 31 w 63"/>
                  <a:gd name="T29" fmla="*/ 16 h 52"/>
                  <a:gd name="T30" fmla="*/ 31 w 63"/>
                  <a:gd name="T31" fmla="*/ 14 h 52"/>
                  <a:gd name="T32" fmla="*/ 44 w 63"/>
                  <a:gd name="T33" fmla="*/ 0 h 52"/>
                  <a:gd name="T34" fmla="*/ 53 w 63"/>
                  <a:gd name="T35" fmla="*/ 4 h 52"/>
                  <a:gd name="T36" fmla="*/ 61 w 63"/>
                  <a:gd name="T37" fmla="*/ 0 h 52"/>
                  <a:gd name="T38" fmla="*/ 56 w 63"/>
                  <a:gd name="T39" fmla="*/ 8 h 52"/>
                  <a:gd name="T40" fmla="*/ 63 w 63"/>
                  <a:gd name="T41" fmla="*/ 6 h 52"/>
                  <a:gd name="T42" fmla="*/ 57 w 63"/>
                  <a:gd name="T43" fmla="*/ 1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3" h="52">
                    <a:moveTo>
                      <a:pt x="57" y="13"/>
                    </a:moveTo>
                    <a:cubicBezTo>
                      <a:pt x="57" y="14"/>
                      <a:pt x="57" y="14"/>
                      <a:pt x="57" y="15"/>
                    </a:cubicBezTo>
                    <a:cubicBezTo>
                      <a:pt x="57" y="32"/>
                      <a:pt x="44" y="52"/>
                      <a:pt x="20" y="52"/>
                    </a:cubicBezTo>
                    <a:cubicBezTo>
                      <a:pt x="13" y="52"/>
                      <a:pt x="6" y="50"/>
                      <a:pt x="0" y="46"/>
                    </a:cubicBezTo>
                    <a:cubicBezTo>
                      <a:pt x="1" y="46"/>
                      <a:pt x="2" y="46"/>
                      <a:pt x="3" y="46"/>
                    </a:cubicBezTo>
                    <a:cubicBezTo>
                      <a:pt x="9" y="46"/>
                      <a:pt x="15" y="44"/>
                      <a:pt x="19" y="40"/>
                    </a:cubicBezTo>
                    <a:cubicBezTo>
                      <a:pt x="14" y="40"/>
                      <a:pt x="9" y="37"/>
                      <a:pt x="7" y="32"/>
                    </a:cubicBezTo>
                    <a:cubicBezTo>
                      <a:pt x="8" y="32"/>
                      <a:pt x="9" y="32"/>
                      <a:pt x="10" y="32"/>
                    </a:cubicBezTo>
                    <a:cubicBezTo>
                      <a:pt x="11" y="32"/>
                      <a:pt x="12" y="32"/>
                      <a:pt x="13" y="31"/>
                    </a:cubicBezTo>
                    <a:cubicBezTo>
                      <a:pt x="7" y="30"/>
                      <a:pt x="3" y="25"/>
                      <a:pt x="3" y="19"/>
                    </a:cubicBezTo>
                    <a:cubicBezTo>
                      <a:pt x="3" y="19"/>
                      <a:pt x="3" y="19"/>
                      <a:pt x="3" y="19"/>
                    </a:cubicBezTo>
                    <a:cubicBezTo>
                      <a:pt x="5" y="19"/>
                      <a:pt x="7" y="20"/>
                      <a:pt x="9" y="20"/>
                    </a:cubicBezTo>
                    <a:cubicBezTo>
                      <a:pt x="5" y="18"/>
                      <a:pt x="3" y="14"/>
                      <a:pt x="3" y="10"/>
                    </a:cubicBezTo>
                    <a:cubicBezTo>
                      <a:pt x="3" y="6"/>
                      <a:pt x="4" y="4"/>
                      <a:pt x="5" y="2"/>
                    </a:cubicBezTo>
                    <a:cubicBezTo>
                      <a:pt x="11" y="11"/>
                      <a:pt x="20" y="16"/>
                      <a:pt x="31" y="16"/>
                    </a:cubicBezTo>
                    <a:cubicBezTo>
                      <a:pt x="31" y="14"/>
                      <a:pt x="31" y="14"/>
                      <a:pt x="31" y="14"/>
                    </a:cubicBezTo>
                    <a:cubicBezTo>
                      <a:pt x="31" y="5"/>
                      <a:pt x="37" y="0"/>
                      <a:pt x="44" y="0"/>
                    </a:cubicBezTo>
                    <a:cubicBezTo>
                      <a:pt x="48" y="0"/>
                      <a:pt x="51" y="1"/>
                      <a:pt x="53" y="4"/>
                    </a:cubicBezTo>
                    <a:cubicBezTo>
                      <a:pt x="56" y="3"/>
                      <a:pt x="59" y="2"/>
                      <a:pt x="61" y="0"/>
                    </a:cubicBezTo>
                    <a:cubicBezTo>
                      <a:pt x="61" y="4"/>
                      <a:pt x="58" y="6"/>
                      <a:pt x="56" y="8"/>
                    </a:cubicBezTo>
                    <a:cubicBezTo>
                      <a:pt x="58" y="7"/>
                      <a:pt x="61" y="7"/>
                      <a:pt x="63" y="6"/>
                    </a:cubicBezTo>
                    <a:cubicBezTo>
                      <a:pt x="61" y="8"/>
                      <a:pt x="59" y="11"/>
                      <a:pt x="57" y="13"/>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nvGrpSpPr>
            <p:cNvPr id="23" name="Grupo 138">
              <a:extLst>
                <a:ext uri="{FF2B5EF4-FFF2-40B4-BE49-F238E27FC236}">
                  <a16:creationId xmlns:a16="http://schemas.microsoft.com/office/drawing/2014/main" id="{D8E22B39-D8E6-ED49-B7F3-C5D0D4EA76EF}"/>
                </a:ext>
              </a:extLst>
            </p:cNvPr>
            <p:cNvGrpSpPr/>
            <p:nvPr/>
          </p:nvGrpSpPr>
          <p:grpSpPr>
            <a:xfrm>
              <a:off x="11918465" y="11388591"/>
              <a:ext cx="569609" cy="569609"/>
              <a:chOff x="5835127" y="5269647"/>
              <a:chExt cx="569609" cy="569609"/>
            </a:xfrm>
          </p:grpSpPr>
          <p:sp>
            <p:nvSpPr>
              <p:cNvPr id="33" name="Elipse 142">
                <a:extLst>
                  <a:ext uri="{FF2B5EF4-FFF2-40B4-BE49-F238E27FC236}">
                    <a16:creationId xmlns:a16="http://schemas.microsoft.com/office/drawing/2014/main" id="{EA2CD552-5F39-5348-8770-F3B6CF669211}"/>
                  </a:ext>
                </a:extLst>
              </p:cNvPr>
              <p:cNvSpPr/>
              <p:nvPr/>
            </p:nvSpPr>
            <p:spPr>
              <a:xfrm>
                <a:off x="5835127"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grpSp>
            <p:nvGrpSpPr>
              <p:cNvPr id="34" name="Grupo 143">
                <a:extLst>
                  <a:ext uri="{FF2B5EF4-FFF2-40B4-BE49-F238E27FC236}">
                    <a16:creationId xmlns:a16="http://schemas.microsoft.com/office/drawing/2014/main" id="{8ECF78A1-FDD7-AB42-B6EB-B910E2CCDEFA}"/>
                  </a:ext>
                </a:extLst>
              </p:cNvPr>
              <p:cNvGrpSpPr/>
              <p:nvPr/>
            </p:nvGrpSpPr>
            <p:grpSpPr>
              <a:xfrm>
                <a:off x="6018164" y="5459936"/>
                <a:ext cx="206602" cy="206602"/>
                <a:chOff x="6018164" y="5459936"/>
                <a:chExt cx="206602" cy="206602"/>
              </a:xfrm>
            </p:grpSpPr>
            <p:sp>
              <p:nvSpPr>
                <p:cNvPr id="35" name="Freeform 8">
                  <a:extLst>
                    <a:ext uri="{FF2B5EF4-FFF2-40B4-BE49-F238E27FC236}">
                      <a16:creationId xmlns:a16="http://schemas.microsoft.com/office/drawing/2014/main" id="{F42A2D05-482D-6048-B0B8-DE68608AD800}"/>
                    </a:ext>
                  </a:extLst>
                </p:cNvPr>
                <p:cNvSpPr>
                  <a:spLocks noEditPoints="1"/>
                </p:cNvSpPr>
                <p:nvPr/>
              </p:nvSpPr>
              <p:spPr bwMode="auto">
                <a:xfrm>
                  <a:off x="6018164" y="5459936"/>
                  <a:ext cx="206602" cy="206602"/>
                </a:xfrm>
                <a:custGeom>
                  <a:avLst/>
                  <a:gdLst/>
                  <a:ahLst/>
                  <a:cxnLst>
                    <a:cxn ang="0">
                      <a:pos x="1031" y="400"/>
                    </a:cxn>
                    <a:cxn ang="0">
                      <a:pos x="809" y="482"/>
                    </a:cxn>
                    <a:cxn ang="0">
                      <a:pos x="622" y="622"/>
                    </a:cxn>
                    <a:cxn ang="0">
                      <a:pos x="482" y="809"/>
                    </a:cxn>
                    <a:cxn ang="0">
                      <a:pos x="400" y="1031"/>
                    </a:cxn>
                    <a:cxn ang="0">
                      <a:pos x="384" y="3135"/>
                    </a:cxn>
                    <a:cxn ang="0">
                      <a:pos x="421" y="3375"/>
                    </a:cxn>
                    <a:cxn ang="0">
                      <a:pos x="522" y="3588"/>
                    </a:cxn>
                    <a:cxn ang="0">
                      <a:pos x="679" y="3759"/>
                    </a:cxn>
                    <a:cxn ang="0">
                      <a:pos x="879" y="3882"/>
                    </a:cxn>
                    <a:cxn ang="0">
                      <a:pos x="1112" y="3941"/>
                    </a:cxn>
                    <a:cxn ang="0">
                      <a:pos x="3217" y="3941"/>
                    </a:cxn>
                    <a:cxn ang="0">
                      <a:pos x="3449" y="3882"/>
                    </a:cxn>
                    <a:cxn ang="0">
                      <a:pos x="3650" y="3759"/>
                    </a:cxn>
                    <a:cxn ang="0">
                      <a:pos x="3807" y="3588"/>
                    </a:cxn>
                    <a:cxn ang="0">
                      <a:pos x="3908" y="3375"/>
                    </a:cxn>
                    <a:cxn ang="0">
                      <a:pos x="3945" y="3135"/>
                    </a:cxn>
                    <a:cxn ang="0">
                      <a:pos x="3929" y="1031"/>
                    </a:cxn>
                    <a:cxn ang="0">
                      <a:pos x="3847" y="809"/>
                    </a:cxn>
                    <a:cxn ang="0">
                      <a:pos x="3707" y="622"/>
                    </a:cxn>
                    <a:cxn ang="0">
                      <a:pos x="3520" y="482"/>
                    </a:cxn>
                    <a:cxn ang="0">
                      <a:pos x="3298" y="400"/>
                    </a:cxn>
                    <a:cxn ang="0">
                      <a:pos x="1194" y="384"/>
                    </a:cxn>
                    <a:cxn ang="0">
                      <a:pos x="3233" y="4"/>
                    </a:cxn>
                    <a:cxn ang="0">
                      <a:pos x="3512" y="61"/>
                    </a:cxn>
                    <a:cxn ang="0">
                      <a:pos x="3763" y="179"/>
                    </a:cxn>
                    <a:cxn ang="0">
                      <a:pos x="3980" y="349"/>
                    </a:cxn>
                    <a:cxn ang="0">
                      <a:pos x="4150" y="566"/>
                    </a:cxn>
                    <a:cxn ang="0">
                      <a:pos x="4268" y="817"/>
                    </a:cxn>
                    <a:cxn ang="0">
                      <a:pos x="4325" y="1096"/>
                    </a:cxn>
                    <a:cxn ang="0">
                      <a:pos x="4325" y="3233"/>
                    </a:cxn>
                    <a:cxn ang="0">
                      <a:pos x="4268" y="3512"/>
                    </a:cxn>
                    <a:cxn ang="0">
                      <a:pos x="4150" y="3763"/>
                    </a:cxn>
                    <a:cxn ang="0">
                      <a:pos x="3980" y="3980"/>
                    </a:cxn>
                    <a:cxn ang="0">
                      <a:pos x="3763" y="4150"/>
                    </a:cxn>
                    <a:cxn ang="0">
                      <a:pos x="3512" y="4268"/>
                    </a:cxn>
                    <a:cxn ang="0">
                      <a:pos x="3233" y="4325"/>
                    </a:cxn>
                    <a:cxn ang="0">
                      <a:pos x="1096" y="4325"/>
                    </a:cxn>
                    <a:cxn ang="0">
                      <a:pos x="817" y="4268"/>
                    </a:cxn>
                    <a:cxn ang="0">
                      <a:pos x="566" y="4150"/>
                    </a:cxn>
                    <a:cxn ang="0">
                      <a:pos x="349" y="3980"/>
                    </a:cxn>
                    <a:cxn ang="0">
                      <a:pos x="179" y="3763"/>
                    </a:cxn>
                    <a:cxn ang="0">
                      <a:pos x="61" y="3512"/>
                    </a:cxn>
                    <a:cxn ang="0">
                      <a:pos x="4" y="3233"/>
                    </a:cxn>
                    <a:cxn ang="0">
                      <a:pos x="4" y="1096"/>
                    </a:cxn>
                    <a:cxn ang="0">
                      <a:pos x="61" y="817"/>
                    </a:cxn>
                    <a:cxn ang="0">
                      <a:pos x="179" y="566"/>
                    </a:cxn>
                    <a:cxn ang="0">
                      <a:pos x="349" y="349"/>
                    </a:cxn>
                    <a:cxn ang="0">
                      <a:pos x="566" y="179"/>
                    </a:cxn>
                    <a:cxn ang="0">
                      <a:pos x="817" y="61"/>
                    </a:cxn>
                    <a:cxn ang="0">
                      <a:pos x="1096" y="4"/>
                    </a:cxn>
                  </a:cxnLst>
                  <a:rect l="0" t="0" r="r" b="b"/>
                  <a:pathLst>
                    <a:path w="4329" h="4329">
                      <a:moveTo>
                        <a:pt x="1194" y="384"/>
                      </a:moveTo>
                      <a:lnTo>
                        <a:pt x="1112" y="388"/>
                      </a:lnTo>
                      <a:lnTo>
                        <a:pt x="1031" y="400"/>
                      </a:lnTo>
                      <a:lnTo>
                        <a:pt x="954" y="421"/>
                      </a:lnTo>
                      <a:lnTo>
                        <a:pt x="879" y="448"/>
                      </a:lnTo>
                      <a:lnTo>
                        <a:pt x="809" y="482"/>
                      </a:lnTo>
                      <a:lnTo>
                        <a:pt x="741" y="522"/>
                      </a:lnTo>
                      <a:lnTo>
                        <a:pt x="679" y="570"/>
                      </a:lnTo>
                      <a:lnTo>
                        <a:pt x="622" y="622"/>
                      </a:lnTo>
                      <a:lnTo>
                        <a:pt x="570" y="679"/>
                      </a:lnTo>
                      <a:lnTo>
                        <a:pt x="522" y="741"/>
                      </a:lnTo>
                      <a:lnTo>
                        <a:pt x="482" y="809"/>
                      </a:lnTo>
                      <a:lnTo>
                        <a:pt x="447" y="880"/>
                      </a:lnTo>
                      <a:lnTo>
                        <a:pt x="421" y="954"/>
                      </a:lnTo>
                      <a:lnTo>
                        <a:pt x="400" y="1031"/>
                      </a:lnTo>
                      <a:lnTo>
                        <a:pt x="388" y="1112"/>
                      </a:lnTo>
                      <a:lnTo>
                        <a:pt x="384" y="1195"/>
                      </a:lnTo>
                      <a:lnTo>
                        <a:pt x="384" y="3135"/>
                      </a:lnTo>
                      <a:lnTo>
                        <a:pt x="388" y="3217"/>
                      </a:lnTo>
                      <a:lnTo>
                        <a:pt x="400" y="3298"/>
                      </a:lnTo>
                      <a:lnTo>
                        <a:pt x="421" y="3375"/>
                      </a:lnTo>
                      <a:lnTo>
                        <a:pt x="447" y="3450"/>
                      </a:lnTo>
                      <a:lnTo>
                        <a:pt x="482" y="3520"/>
                      </a:lnTo>
                      <a:lnTo>
                        <a:pt x="522" y="3588"/>
                      </a:lnTo>
                      <a:lnTo>
                        <a:pt x="570" y="3650"/>
                      </a:lnTo>
                      <a:lnTo>
                        <a:pt x="622" y="3708"/>
                      </a:lnTo>
                      <a:lnTo>
                        <a:pt x="679" y="3759"/>
                      </a:lnTo>
                      <a:lnTo>
                        <a:pt x="741" y="3807"/>
                      </a:lnTo>
                      <a:lnTo>
                        <a:pt x="809" y="3847"/>
                      </a:lnTo>
                      <a:lnTo>
                        <a:pt x="879" y="3882"/>
                      </a:lnTo>
                      <a:lnTo>
                        <a:pt x="954" y="3908"/>
                      </a:lnTo>
                      <a:lnTo>
                        <a:pt x="1031" y="3929"/>
                      </a:lnTo>
                      <a:lnTo>
                        <a:pt x="1112" y="3941"/>
                      </a:lnTo>
                      <a:lnTo>
                        <a:pt x="1194" y="3945"/>
                      </a:lnTo>
                      <a:lnTo>
                        <a:pt x="3134" y="3945"/>
                      </a:lnTo>
                      <a:lnTo>
                        <a:pt x="3217" y="3941"/>
                      </a:lnTo>
                      <a:lnTo>
                        <a:pt x="3298" y="3929"/>
                      </a:lnTo>
                      <a:lnTo>
                        <a:pt x="3375" y="3908"/>
                      </a:lnTo>
                      <a:lnTo>
                        <a:pt x="3449" y="3882"/>
                      </a:lnTo>
                      <a:lnTo>
                        <a:pt x="3520" y="3847"/>
                      </a:lnTo>
                      <a:lnTo>
                        <a:pt x="3588" y="3807"/>
                      </a:lnTo>
                      <a:lnTo>
                        <a:pt x="3650" y="3759"/>
                      </a:lnTo>
                      <a:lnTo>
                        <a:pt x="3707" y="3708"/>
                      </a:lnTo>
                      <a:lnTo>
                        <a:pt x="3759" y="3650"/>
                      </a:lnTo>
                      <a:lnTo>
                        <a:pt x="3807" y="3588"/>
                      </a:lnTo>
                      <a:lnTo>
                        <a:pt x="3847" y="3520"/>
                      </a:lnTo>
                      <a:lnTo>
                        <a:pt x="3881" y="3450"/>
                      </a:lnTo>
                      <a:lnTo>
                        <a:pt x="3908" y="3375"/>
                      </a:lnTo>
                      <a:lnTo>
                        <a:pt x="3929" y="3298"/>
                      </a:lnTo>
                      <a:lnTo>
                        <a:pt x="3941" y="3217"/>
                      </a:lnTo>
                      <a:lnTo>
                        <a:pt x="3945" y="3135"/>
                      </a:lnTo>
                      <a:lnTo>
                        <a:pt x="3945" y="1195"/>
                      </a:lnTo>
                      <a:lnTo>
                        <a:pt x="3941" y="1112"/>
                      </a:lnTo>
                      <a:lnTo>
                        <a:pt x="3929" y="1031"/>
                      </a:lnTo>
                      <a:lnTo>
                        <a:pt x="3908" y="954"/>
                      </a:lnTo>
                      <a:lnTo>
                        <a:pt x="3881" y="880"/>
                      </a:lnTo>
                      <a:lnTo>
                        <a:pt x="3847" y="809"/>
                      </a:lnTo>
                      <a:lnTo>
                        <a:pt x="3807" y="741"/>
                      </a:lnTo>
                      <a:lnTo>
                        <a:pt x="3759" y="679"/>
                      </a:lnTo>
                      <a:lnTo>
                        <a:pt x="3707" y="622"/>
                      </a:lnTo>
                      <a:lnTo>
                        <a:pt x="3650" y="570"/>
                      </a:lnTo>
                      <a:lnTo>
                        <a:pt x="3588" y="522"/>
                      </a:lnTo>
                      <a:lnTo>
                        <a:pt x="3520" y="482"/>
                      </a:lnTo>
                      <a:lnTo>
                        <a:pt x="3449" y="448"/>
                      </a:lnTo>
                      <a:lnTo>
                        <a:pt x="3375" y="421"/>
                      </a:lnTo>
                      <a:lnTo>
                        <a:pt x="3298" y="400"/>
                      </a:lnTo>
                      <a:lnTo>
                        <a:pt x="3217" y="388"/>
                      </a:lnTo>
                      <a:lnTo>
                        <a:pt x="3134" y="384"/>
                      </a:lnTo>
                      <a:lnTo>
                        <a:pt x="1194" y="384"/>
                      </a:lnTo>
                      <a:close/>
                      <a:moveTo>
                        <a:pt x="1194" y="0"/>
                      </a:moveTo>
                      <a:lnTo>
                        <a:pt x="3134" y="0"/>
                      </a:lnTo>
                      <a:lnTo>
                        <a:pt x="3233" y="4"/>
                      </a:lnTo>
                      <a:lnTo>
                        <a:pt x="3328" y="16"/>
                      </a:lnTo>
                      <a:lnTo>
                        <a:pt x="3421" y="34"/>
                      </a:lnTo>
                      <a:lnTo>
                        <a:pt x="3512" y="61"/>
                      </a:lnTo>
                      <a:lnTo>
                        <a:pt x="3600" y="94"/>
                      </a:lnTo>
                      <a:lnTo>
                        <a:pt x="3683" y="133"/>
                      </a:lnTo>
                      <a:lnTo>
                        <a:pt x="3763" y="179"/>
                      </a:lnTo>
                      <a:lnTo>
                        <a:pt x="3840" y="231"/>
                      </a:lnTo>
                      <a:lnTo>
                        <a:pt x="3912" y="288"/>
                      </a:lnTo>
                      <a:lnTo>
                        <a:pt x="3980" y="349"/>
                      </a:lnTo>
                      <a:lnTo>
                        <a:pt x="4041" y="417"/>
                      </a:lnTo>
                      <a:lnTo>
                        <a:pt x="4098" y="489"/>
                      </a:lnTo>
                      <a:lnTo>
                        <a:pt x="4150" y="566"/>
                      </a:lnTo>
                      <a:lnTo>
                        <a:pt x="4196" y="646"/>
                      </a:lnTo>
                      <a:lnTo>
                        <a:pt x="4235" y="729"/>
                      </a:lnTo>
                      <a:lnTo>
                        <a:pt x="4268" y="817"/>
                      </a:lnTo>
                      <a:lnTo>
                        <a:pt x="4295" y="908"/>
                      </a:lnTo>
                      <a:lnTo>
                        <a:pt x="4313" y="1001"/>
                      </a:lnTo>
                      <a:lnTo>
                        <a:pt x="4325" y="1096"/>
                      </a:lnTo>
                      <a:lnTo>
                        <a:pt x="4329" y="1195"/>
                      </a:lnTo>
                      <a:lnTo>
                        <a:pt x="4329" y="3135"/>
                      </a:lnTo>
                      <a:lnTo>
                        <a:pt x="4325" y="3233"/>
                      </a:lnTo>
                      <a:lnTo>
                        <a:pt x="4313" y="3329"/>
                      </a:lnTo>
                      <a:lnTo>
                        <a:pt x="4295" y="3422"/>
                      </a:lnTo>
                      <a:lnTo>
                        <a:pt x="4268" y="3512"/>
                      </a:lnTo>
                      <a:lnTo>
                        <a:pt x="4235" y="3600"/>
                      </a:lnTo>
                      <a:lnTo>
                        <a:pt x="4196" y="3684"/>
                      </a:lnTo>
                      <a:lnTo>
                        <a:pt x="4150" y="3763"/>
                      </a:lnTo>
                      <a:lnTo>
                        <a:pt x="4098" y="3840"/>
                      </a:lnTo>
                      <a:lnTo>
                        <a:pt x="4041" y="3912"/>
                      </a:lnTo>
                      <a:lnTo>
                        <a:pt x="3980" y="3980"/>
                      </a:lnTo>
                      <a:lnTo>
                        <a:pt x="3912" y="4041"/>
                      </a:lnTo>
                      <a:lnTo>
                        <a:pt x="3840" y="4098"/>
                      </a:lnTo>
                      <a:lnTo>
                        <a:pt x="3763" y="4150"/>
                      </a:lnTo>
                      <a:lnTo>
                        <a:pt x="3683" y="4197"/>
                      </a:lnTo>
                      <a:lnTo>
                        <a:pt x="3600" y="4235"/>
                      </a:lnTo>
                      <a:lnTo>
                        <a:pt x="3512" y="4268"/>
                      </a:lnTo>
                      <a:lnTo>
                        <a:pt x="3421" y="4295"/>
                      </a:lnTo>
                      <a:lnTo>
                        <a:pt x="3328" y="4313"/>
                      </a:lnTo>
                      <a:lnTo>
                        <a:pt x="3233" y="4325"/>
                      </a:lnTo>
                      <a:lnTo>
                        <a:pt x="3134" y="4329"/>
                      </a:lnTo>
                      <a:lnTo>
                        <a:pt x="1194" y="4329"/>
                      </a:lnTo>
                      <a:lnTo>
                        <a:pt x="1096" y="4325"/>
                      </a:lnTo>
                      <a:lnTo>
                        <a:pt x="1000" y="4313"/>
                      </a:lnTo>
                      <a:lnTo>
                        <a:pt x="907" y="4295"/>
                      </a:lnTo>
                      <a:lnTo>
                        <a:pt x="817" y="4268"/>
                      </a:lnTo>
                      <a:lnTo>
                        <a:pt x="729" y="4235"/>
                      </a:lnTo>
                      <a:lnTo>
                        <a:pt x="645" y="4197"/>
                      </a:lnTo>
                      <a:lnTo>
                        <a:pt x="566" y="4150"/>
                      </a:lnTo>
                      <a:lnTo>
                        <a:pt x="489" y="4098"/>
                      </a:lnTo>
                      <a:lnTo>
                        <a:pt x="417" y="4041"/>
                      </a:lnTo>
                      <a:lnTo>
                        <a:pt x="349" y="3980"/>
                      </a:lnTo>
                      <a:lnTo>
                        <a:pt x="288" y="3912"/>
                      </a:lnTo>
                      <a:lnTo>
                        <a:pt x="231" y="3840"/>
                      </a:lnTo>
                      <a:lnTo>
                        <a:pt x="179" y="3763"/>
                      </a:lnTo>
                      <a:lnTo>
                        <a:pt x="133" y="3684"/>
                      </a:lnTo>
                      <a:lnTo>
                        <a:pt x="94" y="3600"/>
                      </a:lnTo>
                      <a:lnTo>
                        <a:pt x="61" y="3512"/>
                      </a:lnTo>
                      <a:lnTo>
                        <a:pt x="34" y="3422"/>
                      </a:lnTo>
                      <a:lnTo>
                        <a:pt x="16" y="3329"/>
                      </a:lnTo>
                      <a:lnTo>
                        <a:pt x="4" y="3233"/>
                      </a:lnTo>
                      <a:lnTo>
                        <a:pt x="0" y="3135"/>
                      </a:lnTo>
                      <a:lnTo>
                        <a:pt x="0" y="1195"/>
                      </a:lnTo>
                      <a:lnTo>
                        <a:pt x="4" y="1096"/>
                      </a:lnTo>
                      <a:lnTo>
                        <a:pt x="16" y="1001"/>
                      </a:lnTo>
                      <a:lnTo>
                        <a:pt x="34" y="908"/>
                      </a:lnTo>
                      <a:lnTo>
                        <a:pt x="61" y="817"/>
                      </a:lnTo>
                      <a:lnTo>
                        <a:pt x="94" y="729"/>
                      </a:lnTo>
                      <a:lnTo>
                        <a:pt x="133" y="646"/>
                      </a:lnTo>
                      <a:lnTo>
                        <a:pt x="179" y="566"/>
                      </a:lnTo>
                      <a:lnTo>
                        <a:pt x="231" y="489"/>
                      </a:lnTo>
                      <a:lnTo>
                        <a:pt x="288" y="417"/>
                      </a:lnTo>
                      <a:lnTo>
                        <a:pt x="349" y="349"/>
                      </a:lnTo>
                      <a:lnTo>
                        <a:pt x="417" y="288"/>
                      </a:lnTo>
                      <a:lnTo>
                        <a:pt x="489" y="231"/>
                      </a:lnTo>
                      <a:lnTo>
                        <a:pt x="566" y="179"/>
                      </a:lnTo>
                      <a:lnTo>
                        <a:pt x="645" y="133"/>
                      </a:lnTo>
                      <a:lnTo>
                        <a:pt x="729" y="94"/>
                      </a:lnTo>
                      <a:lnTo>
                        <a:pt x="817" y="61"/>
                      </a:lnTo>
                      <a:lnTo>
                        <a:pt x="907" y="34"/>
                      </a:lnTo>
                      <a:lnTo>
                        <a:pt x="1000" y="16"/>
                      </a:lnTo>
                      <a:lnTo>
                        <a:pt x="1096" y="4"/>
                      </a:lnTo>
                      <a:lnTo>
                        <a:pt x="1194"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36" name="Freeform 9">
                  <a:extLst>
                    <a:ext uri="{FF2B5EF4-FFF2-40B4-BE49-F238E27FC236}">
                      <a16:creationId xmlns:a16="http://schemas.microsoft.com/office/drawing/2014/main" id="{81009448-3AED-E745-9581-073EF22D3A19}"/>
                    </a:ext>
                  </a:extLst>
                </p:cNvPr>
                <p:cNvSpPr>
                  <a:spLocks noEditPoints="1"/>
                </p:cNvSpPr>
                <p:nvPr/>
              </p:nvSpPr>
              <p:spPr bwMode="auto">
                <a:xfrm>
                  <a:off x="6068192" y="5509963"/>
                  <a:ext cx="106547" cy="106547"/>
                </a:xfrm>
                <a:custGeom>
                  <a:avLst/>
                  <a:gdLst/>
                  <a:ahLst/>
                  <a:cxnLst>
                    <a:cxn ang="0">
                      <a:pos x="969" y="398"/>
                    </a:cxn>
                    <a:cxn ang="0">
                      <a:pos x="768" y="473"/>
                    </a:cxn>
                    <a:cxn ang="0">
                      <a:pos x="599" y="598"/>
                    </a:cxn>
                    <a:cxn ang="0">
                      <a:pos x="473" y="767"/>
                    </a:cxn>
                    <a:cxn ang="0">
                      <a:pos x="400" y="967"/>
                    </a:cxn>
                    <a:cxn ang="0">
                      <a:pos x="389" y="1189"/>
                    </a:cxn>
                    <a:cxn ang="0">
                      <a:pos x="443" y="1399"/>
                    </a:cxn>
                    <a:cxn ang="0">
                      <a:pos x="553" y="1580"/>
                    </a:cxn>
                    <a:cxn ang="0">
                      <a:pos x="708" y="1721"/>
                    </a:cxn>
                    <a:cxn ang="0">
                      <a:pos x="900" y="1812"/>
                    </a:cxn>
                    <a:cxn ang="0">
                      <a:pos x="1116" y="1846"/>
                    </a:cxn>
                    <a:cxn ang="0">
                      <a:pos x="1333" y="1812"/>
                    </a:cxn>
                    <a:cxn ang="0">
                      <a:pos x="1524" y="1721"/>
                    </a:cxn>
                    <a:cxn ang="0">
                      <a:pos x="1680" y="1580"/>
                    </a:cxn>
                    <a:cxn ang="0">
                      <a:pos x="1790" y="1399"/>
                    </a:cxn>
                    <a:cxn ang="0">
                      <a:pos x="1843" y="1189"/>
                    </a:cxn>
                    <a:cxn ang="0">
                      <a:pos x="1833" y="967"/>
                    </a:cxn>
                    <a:cxn ang="0">
                      <a:pos x="1760" y="767"/>
                    </a:cxn>
                    <a:cxn ang="0">
                      <a:pos x="1633" y="598"/>
                    </a:cxn>
                    <a:cxn ang="0">
                      <a:pos x="1465" y="473"/>
                    </a:cxn>
                    <a:cxn ang="0">
                      <a:pos x="1264" y="398"/>
                    </a:cxn>
                    <a:cxn ang="0">
                      <a:pos x="1116" y="0"/>
                    </a:cxn>
                    <a:cxn ang="0">
                      <a:pos x="1398" y="36"/>
                    </a:cxn>
                    <a:cxn ang="0">
                      <a:pos x="1653" y="137"/>
                    </a:cxn>
                    <a:cxn ang="0">
                      <a:pos x="1872" y="295"/>
                    </a:cxn>
                    <a:cxn ang="0">
                      <a:pos x="2047" y="501"/>
                    </a:cxn>
                    <a:cxn ang="0">
                      <a:pos x="2169" y="745"/>
                    </a:cxn>
                    <a:cxn ang="0">
                      <a:pos x="2227" y="1019"/>
                    </a:cxn>
                    <a:cxn ang="0">
                      <a:pos x="2215" y="1305"/>
                    </a:cxn>
                    <a:cxn ang="0">
                      <a:pos x="2134" y="1569"/>
                    </a:cxn>
                    <a:cxn ang="0">
                      <a:pos x="1995" y="1802"/>
                    </a:cxn>
                    <a:cxn ang="0">
                      <a:pos x="1803" y="1993"/>
                    </a:cxn>
                    <a:cxn ang="0">
                      <a:pos x="1571" y="2133"/>
                    </a:cxn>
                    <a:cxn ang="0">
                      <a:pos x="1306" y="2214"/>
                    </a:cxn>
                    <a:cxn ang="0">
                      <a:pos x="1021" y="2226"/>
                    </a:cxn>
                    <a:cxn ang="0">
                      <a:pos x="747" y="2167"/>
                    </a:cxn>
                    <a:cxn ang="0">
                      <a:pos x="502" y="2045"/>
                    </a:cxn>
                    <a:cxn ang="0">
                      <a:pos x="296" y="1871"/>
                    </a:cxn>
                    <a:cxn ang="0">
                      <a:pos x="138" y="1652"/>
                    </a:cxn>
                    <a:cxn ang="0">
                      <a:pos x="36" y="1396"/>
                    </a:cxn>
                    <a:cxn ang="0">
                      <a:pos x="0" y="1115"/>
                    </a:cxn>
                    <a:cxn ang="0">
                      <a:pos x="36" y="833"/>
                    </a:cxn>
                    <a:cxn ang="0">
                      <a:pos x="138" y="578"/>
                    </a:cxn>
                    <a:cxn ang="0">
                      <a:pos x="296" y="359"/>
                    </a:cxn>
                    <a:cxn ang="0">
                      <a:pos x="502" y="184"/>
                    </a:cxn>
                    <a:cxn ang="0">
                      <a:pos x="747" y="62"/>
                    </a:cxn>
                    <a:cxn ang="0">
                      <a:pos x="1021" y="4"/>
                    </a:cxn>
                  </a:cxnLst>
                  <a:rect l="0" t="0" r="r" b="b"/>
                  <a:pathLst>
                    <a:path w="2231" h="2230">
                      <a:moveTo>
                        <a:pt x="1116" y="384"/>
                      </a:moveTo>
                      <a:lnTo>
                        <a:pt x="1042" y="388"/>
                      </a:lnTo>
                      <a:lnTo>
                        <a:pt x="969" y="398"/>
                      </a:lnTo>
                      <a:lnTo>
                        <a:pt x="898" y="417"/>
                      </a:lnTo>
                      <a:lnTo>
                        <a:pt x="832" y="441"/>
                      </a:lnTo>
                      <a:lnTo>
                        <a:pt x="768" y="473"/>
                      </a:lnTo>
                      <a:lnTo>
                        <a:pt x="707" y="509"/>
                      </a:lnTo>
                      <a:lnTo>
                        <a:pt x="651" y="551"/>
                      </a:lnTo>
                      <a:lnTo>
                        <a:pt x="599" y="598"/>
                      </a:lnTo>
                      <a:lnTo>
                        <a:pt x="553" y="650"/>
                      </a:lnTo>
                      <a:lnTo>
                        <a:pt x="510" y="707"/>
                      </a:lnTo>
                      <a:lnTo>
                        <a:pt x="473" y="767"/>
                      </a:lnTo>
                      <a:lnTo>
                        <a:pt x="443" y="830"/>
                      </a:lnTo>
                      <a:lnTo>
                        <a:pt x="419" y="898"/>
                      </a:lnTo>
                      <a:lnTo>
                        <a:pt x="400" y="967"/>
                      </a:lnTo>
                      <a:lnTo>
                        <a:pt x="389" y="1040"/>
                      </a:lnTo>
                      <a:lnTo>
                        <a:pt x="386" y="1115"/>
                      </a:lnTo>
                      <a:lnTo>
                        <a:pt x="389" y="1189"/>
                      </a:lnTo>
                      <a:lnTo>
                        <a:pt x="400" y="1262"/>
                      </a:lnTo>
                      <a:lnTo>
                        <a:pt x="419" y="1333"/>
                      </a:lnTo>
                      <a:lnTo>
                        <a:pt x="443" y="1399"/>
                      </a:lnTo>
                      <a:lnTo>
                        <a:pt x="475" y="1463"/>
                      </a:lnTo>
                      <a:lnTo>
                        <a:pt x="510" y="1524"/>
                      </a:lnTo>
                      <a:lnTo>
                        <a:pt x="553" y="1580"/>
                      </a:lnTo>
                      <a:lnTo>
                        <a:pt x="599" y="1632"/>
                      </a:lnTo>
                      <a:lnTo>
                        <a:pt x="651" y="1678"/>
                      </a:lnTo>
                      <a:lnTo>
                        <a:pt x="708" y="1721"/>
                      </a:lnTo>
                      <a:lnTo>
                        <a:pt x="768" y="1758"/>
                      </a:lnTo>
                      <a:lnTo>
                        <a:pt x="832" y="1788"/>
                      </a:lnTo>
                      <a:lnTo>
                        <a:pt x="900" y="1812"/>
                      </a:lnTo>
                      <a:lnTo>
                        <a:pt x="969" y="1831"/>
                      </a:lnTo>
                      <a:lnTo>
                        <a:pt x="1042" y="1842"/>
                      </a:lnTo>
                      <a:lnTo>
                        <a:pt x="1116" y="1846"/>
                      </a:lnTo>
                      <a:lnTo>
                        <a:pt x="1191" y="1842"/>
                      </a:lnTo>
                      <a:lnTo>
                        <a:pt x="1264" y="1831"/>
                      </a:lnTo>
                      <a:lnTo>
                        <a:pt x="1333" y="1812"/>
                      </a:lnTo>
                      <a:lnTo>
                        <a:pt x="1401" y="1788"/>
                      </a:lnTo>
                      <a:lnTo>
                        <a:pt x="1465" y="1758"/>
                      </a:lnTo>
                      <a:lnTo>
                        <a:pt x="1524" y="1721"/>
                      </a:lnTo>
                      <a:lnTo>
                        <a:pt x="1581" y="1678"/>
                      </a:lnTo>
                      <a:lnTo>
                        <a:pt x="1633" y="1632"/>
                      </a:lnTo>
                      <a:lnTo>
                        <a:pt x="1680" y="1580"/>
                      </a:lnTo>
                      <a:lnTo>
                        <a:pt x="1722" y="1524"/>
                      </a:lnTo>
                      <a:lnTo>
                        <a:pt x="1758" y="1463"/>
                      </a:lnTo>
                      <a:lnTo>
                        <a:pt x="1790" y="1399"/>
                      </a:lnTo>
                      <a:lnTo>
                        <a:pt x="1814" y="1333"/>
                      </a:lnTo>
                      <a:lnTo>
                        <a:pt x="1833" y="1262"/>
                      </a:lnTo>
                      <a:lnTo>
                        <a:pt x="1843" y="1189"/>
                      </a:lnTo>
                      <a:lnTo>
                        <a:pt x="1847" y="1115"/>
                      </a:lnTo>
                      <a:lnTo>
                        <a:pt x="1843" y="1040"/>
                      </a:lnTo>
                      <a:lnTo>
                        <a:pt x="1833" y="967"/>
                      </a:lnTo>
                      <a:lnTo>
                        <a:pt x="1814" y="898"/>
                      </a:lnTo>
                      <a:lnTo>
                        <a:pt x="1790" y="830"/>
                      </a:lnTo>
                      <a:lnTo>
                        <a:pt x="1760" y="767"/>
                      </a:lnTo>
                      <a:lnTo>
                        <a:pt x="1722" y="707"/>
                      </a:lnTo>
                      <a:lnTo>
                        <a:pt x="1680" y="650"/>
                      </a:lnTo>
                      <a:lnTo>
                        <a:pt x="1633" y="598"/>
                      </a:lnTo>
                      <a:lnTo>
                        <a:pt x="1581" y="551"/>
                      </a:lnTo>
                      <a:lnTo>
                        <a:pt x="1526" y="509"/>
                      </a:lnTo>
                      <a:lnTo>
                        <a:pt x="1465" y="473"/>
                      </a:lnTo>
                      <a:lnTo>
                        <a:pt x="1401" y="441"/>
                      </a:lnTo>
                      <a:lnTo>
                        <a:pt x="1334" y="417"/>
                      </a:lnTo>
                      <a:lnTo>
                        <a:pt x="1264" y="398"/>
                      </a:lnTo>
                      <a:lnTo>
                        <a:pt x="1191" y="388"/>
                      </a:lnTo>
                      <a:lnTo>
                        <a:pt x="1116" y="384"/>
                      </a:lnTo>
                      <a:close/>
                      <a:moveTo>
                        <a:pt x="1116" y="0"/>
                      </a:moveTo>
                      <a:lnTo>
                        <a:pt x="1212" y="4"/>
                      </a:lnTo>
                      <a:lnTo>
                        <a:pt x="1306" y="16"/>
                      </a:lnTo>
                      <a:lnTo>
                        <a:pt x="1398" y="36"/>
                      </a:lnTo>
                      <a:lnTo>
                        <a:pt x="1486" y="62"/>
                      </a:lnTo>
                      <a:lnTo>
                        <a:pt x="1571" y="97"/>
                      </a:lnTo>
                      <a:lnTo>
                        <a:pt x="1653" y="137"/>
                      </a:lnTo>
                      <a:lnTo>
                        <a:pt x="1730" y="184"/>
                      </a:lnTo>
                      <a:lnTo>
                        <a:pt x="1803" y="236"/>
                      </a:lnTo>
                      <a:lnTo>
                        <a:pt x="1872" y="295"/>
                      </a:lnTo>
                      <a:lnTo>
                        <a:pt x="1936" y="359"/>
                      </a:lnTo>
                      <a:lnTo>
                        <a:pt x="1995" y="428"/>
                      </a:lnTo>
                      <a:lnTo>
                        <a:pt x="2047" y="501"/>
                      </a:lnTo>
                      <a:lnTo>
                        <a:pt x="2094" y="578"/>
                      </a:lnTo>
                      <a:lnTo>
                        <a:pt x="2134" y="660"/>
                      </a:lnTo>
                      <a:lnTo>
                        <a:pt x="2169" y="745"/>
                      </a:lnTo>
                      <a:lnTo>
                        <a:pt x="2195" y="833"/>
                      </a:lnTo>
                      <a:lnTo>
                        <a:pt x="2215" y="925"/>
                      </a:lnTo>
                      <a:lnTo>
                        <a:pt x="2227" y="1019"/>
                      </a:lnTo>
                      <a:lnTo>
                        <a:pt x="2231" y="1115"/>
                      </a:lnTo>
                      <a:lnTo>
                        <a:pt x="2227" y="1210"/>
                      </a:lnTo>
                      <a:lnTo>
                        <a:pt x="2215" y="1305"/>
                      </a:lnTo>
                      <a:lnTo>
                        <a:pt x="2195" y="1396"/>
                      </a:lnTo>
                      <a:lnTo>
                        <a:pt x="2169" y="1484"/>
                      </a:lnTo>
                      <a:lnTo>
                        <a:pt x="2134" y="1569"/>
                      </a:lnTo>
                      <a:lnTo>
                        <a:pt x="2094" y="1652"/>
                      </a:lnTo>
                      <a:lnTo>
                        <a:pt x="2047" y="1729"/>
                      </a:lnTo>
                      <a:lnTo>
                        <a:pt x="1995" y="1802"/>
                      </a:lnTo>
                      <a:lnTo>
                        <a:pt x="1936" y="1871"/>
                      </a:lnTo>
                      <a:lnTo>
                        <a:pt x="1872" y="1935"/>
                      </a:lnTo>
                      <a:lnTo>
                        <a:pt x="1803" y="1993"/>
                      </a:lnTo>
                      <a:lnTo>
                        <a:pt x="1730" y="2045"/>
                      </a:lnTo>
                      <a:lnTo>
                        <a:pt x="1653" y="2093"/>
                      </a:lnTo>
                      <a:lnTo>
                        <a:pt x="1571" y="2133"/>
                      </a:lnTo>
                      <a:lnTo>
                        <a:pt x="1486" y="2167"/>
                      </a:lnTo>
                      <a:lnTo>
                        <a:pt x="1398" y="2194"/>
                      </a:lnTo>
                      <a:lnTo>
                        <a:pt x="1306" y="2214"/>
                      </a:lnTo>
                      <a:lnTo>
                        <a:pt x="1212" y="2226"/>
                      </a:lnTo>
                      <a:lnTo>
                        <a:pt x="1116" y="2230"/>
                      </a:lnTo>
                      <a:lnTo>
                        <a:pt x="1021" y="2226"/>
                      </a:lnTo>
                      <a:lnTo>
                        <a:pt x="926" y="2214"/>
                      </a:lnTo>
                      <a:lnTo>
                        <a:pt x="835" y="2194"/>
                      </a:lnTo>
                      <a:lnTo>
                        <a:pt x="747" y="2167"/>
                      </a:lnTo>
                      <a:lnTo>
                        <a:pt x="662" y="2133"/>
                      </a:lnTo>
                      <a:lnTo>
                        <a:pt x="580" y="2093"/>
                      </a:lnTo>
                      <a:lnTo>
                        <a:pt x="502" y="2045"/>
                      </a:lnTo>
                      <a:lnTo>
                        <a:pt x="429" y="1993"/>
                      </a:lnTo>
                      <a:lnTo>
                        <a:pt x="360" y="1935"/>
                      </a:lnTo>
                      <a:lnTo>
                        <a:pt x="296" y="1871"/>
                      </a:lnTo>
                      <a:lnTo>
                        <a:pt x="238" y="1802"/>
                      </a:lnTo>
                      <a:lnTo>
                        <a:pt x="185" y="1729"/>
                      </a:lnTo>
                      <a:lnTo>
                        <a:pt x="138" y="1652"/>
                      </a:lnTo>
                      <a:lnTo>
                        <a:pt x="97" y="1569"/>
                      </a:lnTo>
                      <a:lnTo>
                        <a:pt x="63" y="1484"/>
                      </a:lnTo>
                      <a:lnTo>
                        <a:pt x="36" y="1396"/>
                      </a:lnTo>
                      <a:lnTo>
                        <a:pt x="16" y="1305"/>
                      </a:lnTo>
                      <a:lnTo>
                        <a:pt x="4" y="1210"/>
                      </a:lnTo>
                      <a:lnTo>
                        <a:pt x="0" y="1115"/>
                      </a:lnTo>
                      <a:lnTo>
                        <a:pt x="4" y="1019"/>
                      </a:lnTo>
                      <a:lnTo>
                        <a:pt x="16" y="925"/>
                      </a:lnTo>
                      <a:lnTo>
                        <a:pt x="36" y="833"/>
                      </a:lnTo>
                      <a:lnTo>
                        <a:pt x="63" y="745"/>
                      </a:lnTo>
                      <a:lnTo>
                        <a:pt x="97" y="660"/>
                      </a:lnTo>
                      <a:lnTo>
                        <a:pt x="138" y="578"/>
                      </a:lnTo>
                      <a:lnTo>
                        <a:pt x="185" y="501"/>
                      </a:lnTo>
                      <a:lnTo>
                        <a:pt x="238" y="428"/>
                      </a:lnTo>
                      <a:lnTo>
                        <a:pt x="296" y="359"/>
                      </a:lnTo>
                      <a:lnTo>
                        <a:pt x="360" y="295"/>
                      </a:lnTo>
                      <a:lnTo>
                        <a:pt x="429" y="236"/>
                      </a:lnTo>
                      <a:lnTo>
                        <a:pt x="502" y="184"/>
                      </a:lnTo>
                      <a:lnTo>
                        <a:pt x="580" y="137"/>
                      </a:lnTo>
                      <a:lnTo>
                        <a:pt x="662" y="97"/>
                      </a:lnTo>
                      <a:lnTo>
                        <a:pt x="747" y="62"/>
                      </a:lnTo>
                      <a:lnTo>
                        <a:pt x="835" y="36"/>
                      </a:lnTo>
                      <a:lnTo>
                        <a:pt x="926" y="16"/>
                      </a:lnTo>
                      <a:lnTo>
                        <a:pt x="1021" y="4"/>
                      </a:lnTo>
                      <a:lnTo>
                        <a:pt x="1116"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sp>
              <p:nvSpPr>
                <p:cNvPr id="37" name="Freeform 10">
                  <a:extLst>
                    <a:ext uri="{FF2B5EF4-FFF2-40B4-BE49-F238E27FC236}">
                      <a16:creationId xmlns:a16="http://schemas.microsoft.com/office/drawing/2014/main" id="{9B76257A-FB19-CA4E-95D2-6A3A5853B843}"/>
                    </a:ext>
                  </a:extLst>
                </p:cNvPr>
                <p:cNvSpPr>
                  <a:spLocks/>
                </p:cNvSpPr>
                <p:nvPr/>
              </p:nvSpPr>
              <p:spPr bwMode="auto">
                <a:xfrm>
                  <a:off x="6163473" y="5494496"/>
                  <a:ext cx="26923" cy="26923"/>
                </a:xfrm>
                <a:custGeom>
                  <a:avLst/>
                  <a:gdLst/>
                  <a:ahLst/>
                  <a:cxnLst>
                    <a:cxn ang="0">
                      <a:pos x="282" y="0"/>
                    </a:cxn>
                    <a:cxn ang="0">
                      <a:pos x="326" y="4"/>
                    </a:cxn>
                    <a:cxn ang="0">
                      <a:pos x="368" y="14"/>
                    </a:cxn>
                    <a:cxn ang="0">
                      <a:pos x="410" y="30"/>
                    </a:cxn>
                    <a:cxn ang="0">
                      <a:pos x="447" y="54"/>
                    </a:cxn>
                    <a:cxn ang="0">
                      <a:pos x="481" y="82"/>
                    </a:cxn>
                    <a:cxn ang="0">
                      <a:pos x="509" y="117"/>
                    </a:cxn>
                    <a:cxn ang="0">
                      <a:pos x="533" y="154"/>
                    </a:cxn>
                    <a:cxn ang="0">
                      <a:pos x="549" y="195"/>
                    </a:cxn>
                    <a:cxn ang="0">
                      <a:pos x="560" y="238"/>
                    </a:cxn>
                    <a:cxn ang="0">
                      <a:pos x="564" y="282"/>
                    </a:cxn>
                    <a:cxn ang="0">
                      <a:pos x="560" y="325"/>
                    </a:cxn>
                    <a:cxn ang="0">
                      <a:pos x="549" y="369"/>
                    </a:cxn>
                    <a:cxn ang="0">
                      <a:pos x="533" y="409"/>
                    </a:cxn>
                    <a:cxn ang="0">
                      <a:pos x="509" y="448"/>
                    </a:cxn>
                    <a:cxn ang="0">
                      <a:pos x="481" y="481"/>
                    </a:cxn>
                    <a:cxn ang="0">
                      <a:pos x="447" y="510"/>
                    </a:cxn>
                    <a:cxn ang="0">
                      <a:pos x="410" y="533"/>
                    </a:cxn>
                    <a:cxn ang="0">
                      <a:pos x="368" y="550"/>
                    </a:cxn>
                    <a:cxn ang="0">
                      <a:pos x="326" y="559"/>
                    </a:cxn>
                    <a:cxn ang="0">
                      <a:pos x="282" y="563"/>
                    </a:cxn>
                    <a:cxn ang="0">
                      <a:pos x="245" y="561"/>
                    </a:cxn>
                    <a:cxn ang="0">
                      <a:pos x="209" y="554"/>
                    </a:cxn>
                    <a:cxn ang="0">
                      <a:pos x="174" y="542"/>
                    </a:cxn>
                    <a:cxn ang="0">
                      <a:pos x="141" y="526"/>
                    </a:cxn>
                    <a:cxn ang="0">
                      <a:pos x="111" y="505"/>
                    </a:cxn>
                    <a:cxn ang="0">
                      <a:pos x="83" y="481"/>
                    </a:cxn>
                    <a:cxn ang="0">
                      <a:pos x="59" y="453"/>
                    </a:cxn>
                    <a:cxn ang="0">
                      <a:pos x="38" y="422"/>
                    </a:cxn>
                    <a:cxn ang="0">
                      <a:pos x="22" y="389"/>
                    </a:cxn>
                    <a:cxn ang="0">
                      <a:pos x="10" y="355"/>
                    </a:cxn>
                    <a:cxn ang="0">
                      <a:pos x="3" y="319"/>
                    </a:cxn>
                    <a:cxn ang="0">
                      <a:pos x="0" y="282"/>
                    </a:cxn>
                    <a:cxn ang="0">
                      <a:pos x="4" y="238"/>
                    </a:cxn>
                    <a:cxn ang="0">
                      <a:pos x="14" y="195"/>
                    </a:cxn>
                    <a:cxn ang="0">
                      <a:pos x="31" y="154"/>
                    </a:cxn>
                    <a:cxn ang="0">
                      <a:pos x="54" y="117"/>
                    </a:cxn>
                    <a:cxn ang="0">
                      <a:pos x="83" y="82"/>
                    </a:cxn>
                    <a:cxn ang="0">
                      <a:pos x="116" y="54"/>
                    </a:cxn>
                    <a:cxn ang="0">
                      <a:pos x="155" y="30"/>
                    </a:cxn>
                    <a:cxn ang="0">
                      <a:pos x="194" y="14"/>
                    </a:cxn>
                    <a:cxn ang="0">
                      <a:pos x="238" y="4"/>
                    </a:cxn>
                    <a:cxn ang="0">
                      <a:pos x="282" y="0"/>
                    </a:cxn>
                  </a:cxnLst>
                  <a:rect l="0" t="0" r="r" b="b"/>
                  <a:pathLst>
                    <a:path w="564" h="563">
                      <a:moveTo>
                        <a:pt x="282" y="0"/>
                      </a:moveTo>
                      <a:lnTo>
                        <a:pt x="326" y="4"/>
                      </a:lnTo>
                      <a:lnTo>
                        <a:pt x="368" y="14"/>
                      </a:lnTo>
                      <a:lnTo>
                        <a:pt x="410" y="30"/>
                      </a:lnTo>
                      <a:lnTo>
                        <a:pt x="447" y="54"/>
                      </a:lnTo>
                      <a:lnTo>
                        <a:pt x="481" y="82"/>
                      </a:lnTo>
                      <a:lnTo>
                        <a:pt x="509" y="117"/>
                      </a:lnTo>
                      <a:lnTo>
                        <a:pt x="533" y="154"/>
                      </a:lnTo>
                      <a:lnTo>
                        <a:pt x="549" y="195"/>
                      </a:lnTo>
                      <a:lnTo>
                        <a:pt x="560" y="238"/>
                      </a:lnTo>
                      <a:lnTo>
                        <a:pt x="564" y="282"/>
                      </a:lnTo>
                      <a:lnTo>
                        <a:pt x="560" y="325"/>
                      </a:lnTo>
                      <a:lnTo>
                        <a:pt x="549" y="369"/>
                      </a:lnTo>
                      <a:lnTo>
                        <a:pt x="533" y="409"/>
                      </a:lnTo>
                      <a:lnTo>
                        <a:pt x="509" y="448"/>
                      </a:lnTo>
                      <a:lnTo>
                        <a:pt x="481" y="481"/>
                      </a:lnTo>
                      <a:lnTo>
                        <a:pt x="447" y="510"/>
                      </a:lnTo>
                      <a:lnTo>
                        <a:pt x="410" y="533"/>
                      </a:lnTo>
                      <a:lnTo>
                        <a:pt x="368" y="550"/>
                      </a:lnTo>
                      <a:lnTo>
                        <a:pt x="326" y="559"/>
                      </a:lnTo>
                      <a:lnTo>
                        <a:pt x="282" y="563"/>
                      </a:lnTo>
                      <a:lnTo>
                        <a:pt x="245" y="561"/>
                      </a:lnTo>
                      <a:lnTo>
                        <a:pt x="209" y="554"/>
                      </a:lnTo>
                      <a:lnTo>
                        <a:pt x="174" y="542"/>
                      </a:lnTo>
                      <a:lnTo>
                        <a:pt x="141" y="526"/>
                      </a:lnTo>
                      <a:lnTo>
                        <a:pt x="111" y="505"/>
                      </a:lnTo>
                      <a:lnTo>
                        <a:pt x="83" y="481"/>
                      </a:lnTo>
                      <a:lnTo>
                        <a:pt x="59" y="453"/>
                      </a:lnTo>
                      <a:lnTo>
                        <a:pt x="38" y="422"/>
                      </a:lnTo>
                      <a:lnTo>
                        <a:pt x="22" y="389"/>
                      </a:lnTo>
                      <a:lnTo>
                        <a:pt x="10" y="355"/>
                      </a:lnTo>
                      <a:lnTo>
                        <a:pt x="3" y="319"/>
                      </a:lnTo>
                      <a:lnTo>
                        <a:pt x="0" y="282"/>
                      </a:lnTo>
                      <a:lnTo>
                        <a:pt x="4" y="238"/>
                      </a:lnTo>
                      <a:lnTo>
                        <a:pt x="14" y="195"/>
                      </a:lnTo>
                      <a:lnTo>
                        <a:pt x="31" y="154"/>
                      </a:lnTo>
                      <a:lnTo>
                        <a:pt x="54" y="117"/>
                      </a:lnTo>
                      <a:lnTo>
                        <a:pt x="83" y="82"/>
                      </a:lnTo>
                      <a:lnTo>
                        <a:pt x="116" y="54"/>
                      </a:lnTo>
                      <a:lnTo>
                        <a:pt x="155" y="30"/>
                      </a:lnTo>
                      <a:lnTo>
                        <a:pt x="194" y="14"/>
                      </a:lnTo>
                      <a:lnTo>
                        <a:pt x="238" y="4"/>
                      </a:lnTo>
                      <a:lnTo>
                        <a:pt x="282"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grpSp>
          <p:nvGrpSpPr>
            <p:cNvPr id="24" name="Grupo 139">
              <a:extLst>
                <a:ext uri="{FF2B5EF4-FFF2-40B4-BE49-F238E27FC236}">
                  <a16:creationId xmlns:a16="http://schemas.microsoft.com/office/drawing/2014/main" id="{15999153-153E-4B46-90B2-78283D785DEB}"/>
                </a:ext>
              </a:extLst>
            </p:cNvPr>
            <p:cNvGrpSpPr/>
            <p:nvPr/>
          </p:nvGrpSpPr>
          <p:grpSpPr>
            <a:xfrm>
              <a:off x="11231679" y="11388591"/>
              <a:ext cx="569609" cy="569609"/>
              <a:chOff x="5237549" y="5269647"/>
              <a:chExt cx="569609" cy="569609"/>
            </a:xfrm>
          </p:grpSpPr>
          <p:sp>
            <p:nvSpPr>
              <p:cNvPr id="31" name="Elipse 140">
                <a:extLst>
                  <a:ext uri="{FF2B5EF4-FFF2-40B4-BE49-F238E27FC236}">
                    <a16:creationId xmlns:a16="http://schemas.microsoft.com/office/drawing/2014/main" id="{581162BC-42A2-0F40-AD4B-057D2B4BFAC2}"/>
                  </a:ext>
                </a:extLst>
              </p:cNvPr>
              <p:cNvSpPr/>
              <p:nvPr/>
            </p:nvSpPr>
            <p:spPr>
              <a:xfrm>
                <a:off x="5237549" y="5269647"/>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a:latin typeface="Century Gothic" panose="020B0502020202020204" pitchFamily="34" charset="0"/>
                </a:endParaRPr>
              </a:p>
            </p:txBody>
          </p:sp>
          <p:sp>
            <p:nvSpPr>
              <p:cNvPr id="32" name="Freeform 18">
                <a:extLst>
                  <a:ext uri="{FF2B5EF4-FFF2-40B4-BE49-F238E27FC236}">
                    <a16:creationId xmlns:a16="http://schemas.microsoft.com/office/drawing/2014/main" id="{705125C3-EC9D-8D49-824D-A2FADF25E6B7}"/>
                  </a:ext>
                </a:extLst>
              </p:cNvPr>
              <p:cNvSpPr>
                <a:spLocks/>
              </p:cNvSpPr>
              <p:nvPr/>
            </p:nvSpPr>
            <p:spPr bwMode="auto">
              <a:xfrm>
                <a:off x="5470839" y="5454641"/>
                <a:ext cx="103031" cy="199622"/>
              </a:xfrm>
              <a:custGeom>
                <a:avLst/>
                <a:gdLst>
                  <a:gd name="T0" fmla="*/ 27 w 27"/>
                  <a:gd name="T1" fmla="*/ 8 h 52"/>
                  <a:gd name="T2" fmla="*/ 22 w 27"/>
                  <a:gd name="T3" fmla="*/ 8 h 52"/>
                  <a:gd name="T4" fmla="*/ 18 w 27"/>
                  <a:gd name="T5" fmla="*/ 13 h 52"/>
                  <a:gd name="T6" fmla="*/ 18 w 27"/>
                  <a:gd name="T7" fmla="*/ 19 h 52"/>
                  <a:gd name="T8" fmla="*/ 27 w 27"/>
                  <a:gd name="T9" fmla="*/ 19 h 52"/>
                  <a:gd name="T10" fmla="*/ 25 w 27"/>
                  <a:gd name="T11" fmla="*/ 28 h 52"/>
                  <a:gd name="T12" fmla="*/ 18 w 27"/>
                  <a:gd name="T13" fmla="*/ 28 h 52"/>
                  <a:gd name="T14" fmla="*/ 18 w 27"/>
                  <a:gd name="T15" fmla="*/ 52 h 52"/>
                  <a:gd name="T16" fmla="*/ 8 w 27"/>
                  <a:gd name="T17" fmla="*/ 52 h 52"/>
                  <a:gd name="T18" fmla="*/ 8 w 27"/>
                  <a:gd name="T19" fmla="*/ 28 h 52"/>
                  <a:gd name="T20" fmla="*/ 0 w 27"/>
                  <a:gd name="T21" fmla="*/ 28 h 52"/>
                  <a:gd name="T22" fmla="*/ 0 w 27"/>
                  <a:gd name="T23" fmla="*/ 19 h 52"/>
                  <a:gd name="T24" fmla="*/ 8 w 27"/>
                  <a:gd name="T25" fmla="*/ 19 h 52"/>
                  <a:gd name="T26" fmla="*/ 8 w 27"/>
                  <a:gd name="T27" fmla="*/ 12 h 52"/>
                  <a:gd name="T28" fmla="*/ 20 w 27"/>
                  <a:gd name="T29" fmla="*/ 0 h 52"/>
                  <a:gd name="T30" fmla="*/ 27 w 27"/>
                  <a:gd name="T31" fmla="*/ 0 h 52"/>
                  <a:gd name="T32" fmla="*/ 27 w 27"/>
                  <a:gd name="T33" fmla="*/ 8 h 52"/>
                  <a:gd name="T34" fmla="*/ 27 w 27"/>
                  <a:gd name="T35"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 h="52">
                    <a:moveTo>
                      <a:pt x="27" y="8"/>
                    </a:moveTo>
                    <a:cubicBezTo>
                      <a:pt x="22" y="8"/>
                      <a:pt x="22" y="8"/>
                      <a:pt x="22" y="8"/>
                    </a:cubicBezTo>
                    <a:cubicBezTo>
                      <a:pt x="18" y="8"/>
                      <a:pt x="18" y="11"/>
                      <a:pt x="18" y="13"/>
                    </a:cubicBezTo>
                    <a:cubicBezTo>
                      <a:pt x="18" y="19"/>
                      <a:pt x="18" y="19"/>
                      <a:pt x="18" y="19"/>
                    </a:cubicBezTo>
                    <a:cubicBezTo>
                      <a:pt x="27" y="19"/>
                      <a:pt x="27" y="19"/>
                      <a:pt x="27" y="19"/>
                    </a:cubicBezTo>
                    <a:cubicBezTo>
                      <a:pt x="25" y="28"/>
                      <a:pt x="25" y="28"/>
                      <a:pt x="25" y="28"/>
                    </a:cubicBezTo>
                    <a:cubicBezTo>
                      <a:pt x="18" y="28"/>
                      <a:pt x="18" y="28"/>
                      <a:pt x="18" y="28"/>
                    </a:cubicBezTo>
                    <a:cubicBezTo>
                      <a:pt x="18" y="52"/>
                      <a:pt x="18" y="52"/>
                      <a:pt x="18" y="52"/>
                    </a:cubicBezTo>
                    <a:cubicBezTo>
                      <a:pt x="8" y="52"/>
                      <a:pt x="8" y="52"/>
                      <a:pt x="8" y="52"/>
                    </a:cubicBezTo>
                    <a:cubicBezTo>
                      <a:pt x="8" y="28"/>
                      <a:pt x="8" y="28"/>
                      <a:pt x="8" y="28"/>
                    </a:cubicBezTo>
                    <a:cubicBezTo>
                      <a:pt x="0" y="28"/>
                      <a:pt x="0" y="28"/>
                      <a:pt x="0" y="28"/>
                    </a:cubicBezTo>
                    <a:cubicBezTo>
                      <a:pt x="0" y="19"/>
                      <a:pt x="0" y="19"/>
                      <a:pt x="0" y="19"/>
                    </a:cubicBezTo>
                    <a:cubicBezTo>
                      <a:pt x="8" y="19"/>
                      <a:pt x="8" y="19"/>
                      <a:pt x="8" y="19"/>
                    </a:cubicBezTo>
                    <a:cubicBezTo>
                      <a:pt x="8" y="12"/>
                      <a:pt x="8" y="12"/>
                      <a:pt x="8" y="12"/>
                    </a:cubicBezTo>
                    <a:cubicBezTo>
                      <a:pt x="8" y="4"/>
                      <a:pt x="13" y="0"/>
                      <a:pt x="20" y="0"/>
                    </a:cubicBezTo>
                    <a:cubicBezTo>
                      <a:pt x="23" y="0"/>
                      <a:pt x="26" y="0"/>
                      <a:pt x="27" y="0"/>
                    </a:cubicBezTo>
                    <a:cubicBezTo>
                      <a:pt x="27" y="8"/>
                      <a:pt x="27" y="8"/>
                      <a:pt x="27" y="8"/>
                    </a:cubicBezTo>
                    <a:cubicBezTo>
                      <a:pt x="27" y="8"/>
                      <a:pt x="27" y="8"/>
                      <a:pt x="27" y="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900">
                  <a:solidFill>
                    <a:srgbClr val="56585A"/>
                  </a:solidFill>
                  <a:latin typeface="Century Gothic" panose="020B0502020202020204" pitchFamily="34" charset="0"/>
                </a:endParaRPr>
              </a:p>
            </p:txBody>
          </p:sp>
        </p:grpSp>
        <p:grpSp>
          <p:nvGrpSpPr>
            <p:cNvPr id="25" name="Group 24">
              <a:extLst>
                <a:ext uri="{FF2B5EF4-FFF2-40B4-BE49-F238E27FC236}">
                  <a16:creationId xmlns:a16="http://schemas.microsoft.com/office/drawing/2014/main" id="{CFBB7AFE-5469-1443-BC67-00FB92822390}"/>
                </a:ext>
              </a:extLst>
            </p:cNvPr>
            <p:cNvGrpSpPr/>
            <p:nvPr userDrawn="1"/>
          </p:nvGrpSpPr>
          <p:grpSpPr>
            <a:xfrm>
              <a:off x="13259197" y="11388591"/>
              <a:ext cx="569609" cy="569609"/>
              <a:chOff x="13259197" y="11388591"/>
              <a:chExt cx="569609" cy="569609"/>
            </a:xfrm>
          </p:grpSpPr>
          <p:sp>
            <p:nvSpPr>
              <p:cNvPr id="26" name="Elipse 147">
                <a:extLst>
                  <a:ext uri="{FF2B5EF4-FFF2-40B4-BE49-F238E27FC236}">
                    <a16:creationId xmlns:a16="http://schemas.microsoft.com/office/drawing/2014/main" id="{E1AA81A1-FC54-1A4D-8B18-D027E0FE85F1}"/>
                  </a:ext>
                </a:extLst>
              </p:cNvPr>
              <p:cNvSpPr/>
              <p:nvPr/>
            </p:nvSpPr>
            <p:spPr>
              <a:xfrm>
                <a:off x="13259197" y="11388591"/>
                <a:ext cx="569609" cy="569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sz="900" b="0">
                  <a:latin typeface="Century Gothic" panose="020B0502020202020204" pitchFamily="34" charset="0"/>
                </a:endParaRPr>
              </a:p>
            </p:txBody>
          </p:sp>
          <p:grpSp>
            <p:nvGrpSpPr>
              <p:cNvPr id="27" name="Group 26">
                <a:extLst>
                  <a:ext uri="{FF2B5EF4-FFF2-40B4-BE49-F238E27FC236}">
                    <a16:creationId xmlns:a16="http://schemas.microsoft.com/office/drawing/2014/main" id="{94EC2560-8AF3-294A-A404-E21572AA6736}"/>
                  </a:ext>
                </a:extLst>
              </p:cNvPr>
              <p:cNvGrpSpPr/>
              <p:nvPr userDrawn="1"/>
            </p:nvGrpSpPr>
            <p:grpSpPr>
              <a:xfrm>
                <a:off x="13441519" y="11573870"/>
                <a:ext cx="217778" cy="204965"/>
                <a:chOff x="13441519" y="11573870"/>
                <a:chExt cx="217778" cy="204965"/>
              </a:xfrm>
              <a:solidFill>
                <a:schemeClr val="accent3"/>
              </a:solidFill>
            </p:grpSpPr>
            <p:sp>
              <p:nvSpPr>
                <p:cNvPr id="28" name="Freeform 27">
                  <a:extLst>
                    <a:ext uri="{FF2B5EF4-FFF2-40B4-BE49-F238E27FC236}">
                      <a16:creationId xmlns:a16="http://schemas.microsoft.com/office/drawing/2014/main" id="{B7EE7F8F-BD87-5C4F-B3EF-7993B72B9FDB}"/>
                    </a:ext>
                  </a:extLst>
                </p:cNvPr>
                <p:cNvSpPr/>
                <p:nvPr userDrawn="1"/>
              </p:nvSpPr>
              <p:spPr>
                <a:xfrm>
                  <a:off x="13441519" y="11573870"/>
                  <a:ext cx="51045" cy="51306"/>
                </a:xfrm>
                <a:custGeom>
                  <a:avLst/>
                  <a:gdLst>
                    <a:gd name="connsiteX0" fmla="*/ 25522 w 51045"/>
                    <a:gd name="connsiteY0" fmla="*/ 0 h 51306"/>
                    <a:gd name="connsiteX1" fmla="*/ 51045 w 51045"/>
                    <a:gd name="connsiteY1" fmla="*/ 25653 h 51306"/>
                    <a:gd name="connsiteX2" fmla="*/ 25522 w 51045"/>
                    <a:gd name="connsiteY2" fmla="*/ 51306 h 51306"/>
                    <a:gd name="connsiteX3" fmla="*/ 0 w 51045"/>
                    <a:gd name="connsiteY3" fmla="*/ 25653 h 51306"/>
                    <a:gd name="connsiteX4" fmla="*/ 25522 w 51045"/>
                    <a:gd name="connsiteY4" fmla="*/ 0 h 51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45" h="51306">
                      <a:moveTo>
                        <a:pt x="25522" y="0"/>
                      </a:moveTo>
                      <a:cubicBezTo>
                        <a:pt x="39615" y="0"/>
                        <a:pt x="51045" y="11482"/>
                        <a:pt x="51045" y="25653"/>
                      </a:cubicBezTo>
                      <a:cubicBezTo>
                        <a:pt x="51045" y="39824"/>
                        <a:pt x="39615" y="51306"/>
                        <a:pt x="25522" y="51306"/>
                      </a:cubicBezTo>
                      <a:cubicBezTo>
                        <a:pt x="11430" y="51306"/>
                        <a:pt x="0" y="39824"/>
                        <a:pt x="0" y="25653"/>
                      </a:cubicBezTo>
                      <a:cubicBezTo>
                        <a:pt x="0" y="11482"/>
                        <a:pt x="11430" y="0"/>
                        <a:pt x="2552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sp>
              <p:nvSpPr>
                <p:cNvPr id="29" name="Freeform 28">
                  <a:extLst>
                    <a:ext uri="{FF2B5EF4-FFF2-40B4-BE49-F238E27FC236}">
                      <a16:creationId xmlns:a16="http://schemas.microsoft.com/office/drawing/2014/main" id="{0CD8FA93-EE54-1848-A4F0-2F67B4B70E03}"/>
                    </a:ext>
                  </a:extLst>
                </p:cNvPr>
                <p:cNvSpPr/>
                <p:nvPr userDrawn="1"/>
              </p:nvSpPr>
              <p:spPr>
                <a:xfrm>
                  <a:off x="13441519" y="11637729"/>
                  <a:ext cx="51045" cy="141106"/>
                </a:xfrm>
                <a:custGeom>
                  <a:avLst/>
                  <a:gdLst>
                    <a:gd name="connsiteX0" fmla="*/ 0 w 51045"/>
                    <a:gd name="connsiteY0" fmla="*/ 0 h 141106"/>
                    <a:gd name="connsiteX1" fmla="*/ 51045 w 51045"/>
                    <a:gd name="connsiteY1" fmla="*/ 0 h 141106"/>
                    <a:gd name="connsiteX2" fmla="*/ 51045 w 51045"/>
                    <a:gd name="connsiteY2" fmla="*/ 141106 h 141106"/>
                    <a:gd name="connsiteX3" fmla="*/ 0 w 51045"/>
                    <a:gd name="connsiteY3" fmla="*/ 141106 h 141106"/>
                    <a:gd name="connsiteX4" fmla="*/ 0 w 51045"/>
                    <a:gd name="connsiteY4" fmla="*/ 0 h 141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45" h="141106">
                      <a:moveTo>
                        <a:pt x="0" y="0"/>
                      </a:moveTo>
                      <a:lnTo>
                        <a:pt x="51045" y="0"/>
                      </a:lnTo>
                      <a:lnTo>
                        <a:pt x="51045" y="141106"/>
                      </a:lnTo>
                      <a:lnTo>
                        <a:pt x="0" y="141106"/>
                      </a:lnTo>
                      <a:cubicBezTo>
                        <a:pt x="0" y="141106"/>
                        <a:pt x="0" y="0"/>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sp>
              <p:nvSpPr>
                <p:cNvPr id="30" name="Freeform 29">
                  <a:extLst>
                    <a:ext uri="{FF2B5EF4-FFF2-40B4-BE49-F238E27FC236}">
                      <a16:creationId xmlns:a16="http://schemas.microsoft.com/office/drawing/2014/main" id="{139AE679-EBDD-C741-90A7-5A5C7D515A6F}"/>
                    </a:ext>
                  </a:extLst>
                </p:cNvPr>
                <p:cNvSpPr/>
                <p:nvPr userDrawn="1"/>
              </p:nvSpPr>
              <p:spPr>
                <a:xfrm>
                  <a:off x="13518373" y="11637729"/>
                  <a:ext cx="140924" cy="141106"/>
                </a:xfrm>
                <a:custGeom>
                  <a:avLst/>
                  <a:gdLst>
                    <a:gd name="connsiteX0" fmla="*/ 94263 w 140924"/>
                    <a:gd name="connsiteY0" fmla="*/ 0 h 141106"/>
                    <a:gd name="connsiteX1" fmla="*/ 140924 w 140924"/>
                    <a:gd name="connsiteY1" fmla="*/ 64251 h 141106"/>
                    <a:gd name="connsiteX2" fmla="*/ 140924 w 140924"/>
                    <a:gd name="connsiteY2" fmla="*/ 141106 h 141106"/>
                    <a:gd name="connsiteX3" fmla="*/ 89696 w 140924"/>
                    <a:gd name="connsiteY3" fmla="*/ 141106 h 141106"/>
                    <a:gd name="connsiteX4" fmla="*/ 89696 w 140924"/>
                    <a:gd name="connsiteY4" fmla="*/ 64251 h 141106"/>
                    <a:gd name="connsiteX5" fmla="*/ 73020 w 140924"/>
                    <a:gd name="connsiteY5" fmla="*/ 38441 h 141106"/>
                    <a:gd name="connsiteX6" fmla="*/ 51255 w 140924"/>
                    <a:gd name="connsiteY6" fmla="*/ 64251 h 141106"/>
                    <a:gd name="connsiteX7" fmla="*/ 51255 w 140924"/>
                    <a:gd name="connsiteY7" fmla="*/ 141106 h 141106"/>
                    <a:gd name="connsiteX8" fmla="*/ 0 w 140924"/>
                    <a:gd name="connsiteY8" fmla="*/ 141106 h 141106"/>
                    <a:gd name="connsiteX9" fmla="*/ 0 w 140924"/>
                    <a:gd name="connsiteY9" fmla="*/ 183 h 141106"/>
                    <a:gd name="connsiteX10" fmla="*/ 51255 w 140924"/>
                    <a:gd name="connsiteY10" fmla="*/ 183 h 141106"/>
                    <a:gd name="connsiteX11" fmla="*/ 51203 w 140924"/>
                    <a:gd name="connsiteY11" fmla="*/ 22861 h 141106"/>
                    <a:gd name="connsiteX12" fmla="*/ 94263 w 140924"/>
                    <a:gd name="connsiteY12" fmla="*/ 0 h 141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924" h="141106">
                      <a:moveTo>
                        <a:pt x="94263" y="0"/>
                      </a:moveTo>
                      <a:cubicBezTo>
                        <a:pt x="123491" y="0"/>
                        <a:pt x="140924" y="24140"/>
                        <a:pt x="140924" y="64251"/>
                      </a:cubicBezTo>
                      <a:lnTo>
                        <a:pt x="140924" y="141106"/>
                      </a:lnTo>
                      <a:lnTo>
                        <a:pt x="89696" y="141106"/>
                      </a:lnTo>
                      <a:lnTo>
                        <a:pt x="89696" y="64251"/>
                      </a:lnTo>
                      <a:cubicBezTo>
                        <a:pt x="89696" y="49897"/>
                        <a:pt x="85285" y="38441"/>
                        <a:pt x="73020" y="38441"/>
                      </a:cubicBezTo>
                      <a:cubicBezTo>
                        <a:pt x="51255" y="38441"/>
                        <a:pt x="51255" y="64251"/>
                        <a:pt x="51255" y="64251"/>
                      </a:cubicBezTo>
                      <a:lnTo>
                        <a:pt x="51255" y="141106"/>
                      </a:lnTo>
                      <a:lnTo>
                        <a:pt x="0" y="141106"/>
                      </a:lnTo>
                      <a:lnTo>
                        <a:pt x="0" y="183"/>
                      </a:lnTo>
                      <a:lnTo>
                        <a:pt x="51255" y="183"/>
                      </a:lnTo>
                      <a:lnTo>
                        <a:pt x="51203" y="22861"/>
                      </a:lnTo>
                      <a:cubicBezTo>
                        <a:pt x="51203" y="22861"/>
                        <a:pt x="56291" y="0"/>
                        <a:pt x="9426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T" sz="900">
                    <a:latin typeface="Century Gothic" panose="020B0502020202020204" pitchFamily="34" charset="0"/>
                  </a:endParaRPr>
                </a:p>
              </p:txBody>
            </p:sp>
          </p:grpSp>
        </p:grpSp>
      </p:grpSp>
      <p:pic>
        <p:nvPicPr>
          <p:cNvPr id="40" name="Gráfico 29">
            <a:extLst>
              <a:ext uri="{FF2B5EF4-FFF2-40B4-BE49-F238E27FC236}">
                <a16:creationId xmlns:a16="http://schemas.microsoft.com/office/drawing/2014/main" id="{898576FA-7BFF-4146-8907-57F9AC1AB74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39806" r="6022" b="12613"/>
          <a:stretch/>
        </p:blipFill>
        <p:spPr>
          <a:xfrm flipH="1">
            <a:off x="-1" y="0"/>
            <a:ext cx="12192000" cy="6858000"/>
          </a:xfrm>
          <a:prstGeom prst="rect">
            <a:avLst/>
          </a:prstGeom>
        </p:spPr>
      </p:pic>
    </p:spTree>
    <p:extLst>
      <p:ext uri="{BB962C8B-B14F-4D97-AF65-F5344CB8AC3E}">
        <p14:creationId xmlns:p14="http://schemas.microsoft.com/office/powerpoint/2010/main" val="2541595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50.xml"/><Relationship Id="rId117" Type="http://schemas.openxmlformats.org/officeDocument/2006/relationships/hyperlink" Target="https://somoscmi.com/es/" TargetMode="External"/><Relationship Id="rId21" Type="http://schemas.openxmlformats.org/officeDocument/2006/relationships/slideLayout" Target="../slideLayouts/slideLayout45.xml"/><Relationship Id="rId42" Type="http://schemas.openxmlformats.org/officeDocument/2006/relationships/slideLayout" Target="../slideLayouts/slideLayout66.xml"/><Relationship Id="rId47" Type="http://schemas.openxmlformats.org/officeDocument/2006/relationships/slideLayout" Target="../slideLayouts/slideLayout71.xml"/><Relationship Id="rId63" Type="http://schemas.openxmlformats.org/officeDocument/2006/relationships/slideLayout" Target="../slideLayouts/slideLayout87.xml"/><Relationship Id="rId68" Type="http://schemas.openxmlformats.org/officeDocument/2006/relationships/slideLayout" Target="../slideLayouts/slideLayout92.xml"/><Relationship Id="rId84" Type="http://schemas.openxmlformats.org/officeDocument/2006/relationships/slideLayout" Target="../slideLayouts/slideLayout108.xml"/><Relationship Id="rId89" Type="http://schemas.openxmlformats.org/officeDocument/2006/relationships/slideLayout" Target="../slideLayouts/slideLayout113.xml"/><Relationship Id="rId112" Type="http://schemas.openxmlformats.org/officeDocument/2006/relationships/slideLayout" Target="../slideLayouts/slideLayout136.xml"/><Relationship Id="rId16" Type="http://schemas.openxmlformats.org/officeDocument/2006/relationships/slideLayout" Target="../slideLayouts/slideLayout40.xml"/><Relationship Id="rId107" Type="http://schemas.openxmlformats.org/officeDocument/2006/relationships/slideLayout" Target="../slideLayouts/slideLayout131.xml"/><Relationship Id="rId11" Type="http://schemas.openxmlformats.org/officeDocument/2006/relationships/slideLayout" Target="../slideLayouts/slideLayout35.xml"/><Relationship Id="rId32" Type="http://schemas.openxmlformats.org/officeDocument/2006/relationships/slideLayout" Target="../slideLayouts/slideLayout56.xml"/><Relationship Id="rId37" Type="http://schemas.openxmlformats.org/officeDocument/2006/relationships/slideLayout" Target="../slideLayouts/slideLayout61.xml"/><Relationship Id="rId53" Type="http://schemas.openxmlformats.org/officeDocument/2006/relationships/slideLayout" Target="../slideLayouts/slideLayout77.xml"/><Relationship Id="rId58" Type="http://schemas.openxmlformats.org/officeDocument/2006/relationships/slideLayout" Target="../slideLayouts/slideLayout82.xml"/><Relationship Id="rId74" Type="http://schemas.openxmlformats.org/officeDocument/2006/relationships/slideLayout" Target="../slideLayouts/slideLayout98.xml"/><Relationship Id="rId79" Type="http://schemas.openxmlformats.org/officeDocument/2006/relationships/slideLayout" Target="../slideLayouts/slideLayout103.xml"/><Relationship Id="rId102" Type="http://schemas.openxmlformats.org/officeDocument/2006/relationships/slideLayout" Target="../slideLayouts/slideLayout126.xml"/><Relationship Id="rId5" Type="http://schemas.openxmlformats.org/officeDocument/2006/relationships/slideLayout" Target="../slideLayouts/slideLayout29.xml"/><Relationship Id="rId90" Type="http://schemas.openxmlformats.org/officeDocument/2006/relationships/slideLayout" Target="../slideLayouts/slideLayout114.xml"/><Relationship Id="rId95" Type="http://schemas.openxmlformats.org/officeDocument/2006/relationships/slideLayout" Target="../slideLayouts/slideLayout119.xml"/><Relationship Id="rId22" Type="http://schemas.openxmlformats.org/officeDocument/2006/relationships/slideLayout" Target="../slideLayouts/slideLayout46.xml"/><Relationship Id="rId27" Type="http://schemas.openxmlformats.org/officeDocument/2006/relationships/slideLayout" Target="../slideLayouts/slideLayout51.xml"/><Relationship Id="rId43" Type="http://schemas.openxmlformats.org/officeDocument/2006/relationships/slideLayout" Target="../slideLayouts/slideLayout67.xml"/><Relationship Id="rId48" Type="http://schemas.openxmlformats.org/officeDocument/2006/relationships/slideLayout" Target="../slideLayouts/slideLayout72.xml"/><Relationship Id="rId64" Type="http://schemas.openxmlformats.org/officeDocument/2006/relationships/slideLayout" Target="../slideLayouts/slideLayout88.xml"/><Relationship Id="rId69" Type="http://schemas.openxmlformats.org/officeDocument/2006/relationships/slideLayout" Target="../slideLayouts/slideLayout93.xml"/><Relationship Id="rId113" Type="http://schemas.openxmlformats.org/officeDocument/2006/relationships/slideLayout" Target="../slideLayouts/slideLayout137.xml"/><Relationship Id="rId118" Type="http://schemas.openxmlformats.org/officeDocument/2006/relationships/image" Target="../media/image1.png"/><Relationship Id="rId80" Type="http://schemas.openxmlformats.org/officeDocument/2006/relationships/slideLayout" Target="../slideLayouts/slideLayout104.xml"/><Relationship Id="rId85" Type="http://schemas.openxmlformats.org/officeDocument/2006/relationships/slideLayout" Target="../slideLayouts/slideLayout109.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33" Type="http://schemas.openxmlformats.org/officeDocument/2006/relationships/slideLayout" Target="../slideLayouts/slideLayout57.xml"/><Relationship Id="rId38" Type="http://schemas.openxmlformats.org/officeDocument/2006/relationships/slideLayout" Target="../slideLayouts/slideLayout62.xml"/><Relationship Id="rId59" Type="http://schemas.openxmlformats.org/officeDocument/2006/relationships/slideLayout" Target="../slideLayouts/slideLayout83.xml"/><Relationship Id="rId103" Type="http://schemas.openxmlformats.org/officeDocument/2006/relationships/slideLayout" Target="../slideLayouts/slideLayout127.xml"/><Relationship Id="rId108" Type="http://schemas.openxmlformats.org/officeDocument/2006/relationships/slideLayout" Target="../slideLayouts/slideLayout132.xml"/><Relationship Id="rId54" Type="http://schemas.openxmlformats.org/officeDocument/2006/relationships/slideLayout" Target="../slideLayouts/slideLayout78.xml"/><Relationship Id="rId70" Type="http://schemas.openxmlformats.org/officeDocument/2006/relationships/slideLayout" Target="../slideLayouts/slideLayout94.xml"/><Relationship Id="rId75" Type="http://schemas.openxmlformats.org/officeDocument/2006/relationships/slideLayout" Target="../slideLayouts/slideLayout99.xml"/><Relationship Id="rId91" Type="http://schemas.openxmlformats.org/officeDocument/2006/relationships/slideLayout" Target="../slideLayouts/slideLayout115.xml"/><Relationship Id="rId96" Type="http://schemas.openxmlformats.org/officeDocument/2006/relationships/slideLayout" Target="../slideLayouts/slideLayout120.xml"/><Relationship Id="rId1" Type="http://schemas.openxmlformats.org/officeDocument/2006/relationships/slideLayout" Target="../slideLayouts/slideLayout25.xml"/><Relationship Id="rId6" Type="http://schemas.openxmlformats.org/officeDocument/2006/relationships/slideLayout" Target="../slideLayouts/slideLayout30.xml"/><Relationship Id="rId23" Type="http://schemas.openxmlformats.org/officeDocument/2006/relationships/slideLayout" Target="../slideLayouts/slideLayout47.xml"/><Relationship Id="rId28" Type="http://schemas.openxmlformats.org/officeDocument/2006/relationships/slideLayout" Target="../slideLayouts/slideLayout52.xml"/><Relationship Id="rId49" Type="http://schemas.openxmlformats.org/officeDocument/2006/relationships/slideLayout" Target="../slideLayouts/slideLayout73.xml"/><Relationship Id="rId114" Type="http://schemas.openxmlformats.org/officeDocument/2006/relationships/slideLayout" Target="../slideLayouts/slideLayout138.xml"/><Relationship Id="rId119" Type="http://schemas.openxmlformats.org/officeDocument/2006/relationships/image" Target="../media/image2.png"/><Relationship Id="rId10" Type="http://schemas.openxmlformats.org/officeDocument/2006/relationships/slideLayout" Target="../slideLayouts/slideLayout34.xml"/><Relationship Id="rId31" Type="http://schemas.openxmlformats.org/officeDocument/2006/relationships/slideLayout" Target="../slideLayouts/slideLayout55.xml"/><Relationship Id="rId44" Type="http://schemas.openxmlformats.org/officeDocument/2006/relationships/slideLayout" Target="../slideLayouts/slideLayout68.xml"/><Relationship Id="rId52" Type="http://schemas.openxmlformats.org/officeDocument/2006/relationships/slideLayout" Target="../slideLayouts/slideLayout76.xml"/><Relationship Id="rId60" Type="http://schemas.openxmlformats.org/officeDocument/2006/relationships/slideLayout" Target="../slideLayouts/slideLayout84.xml"/><Relationship Id="rId65" Type="http://schemas.openxmlformats.org/officeDocument/2006/relationships/slideLayout" Target="../slideLayouts/slideLayout89.xml"/><Relationship Id="rId73" Type="http://schemas.openxmlformats.org/officeDocument/2006/relationships/slideLayout" Target="../slideLayouts/slideLayout97.xml"/><Relationship Id="rId78" Type="http://schemas.openxmlformats.org/officeDocument/2006/relationships/slideLayout" Target="../slideLayouts/slideLayout102.xml"/><Relationship Id="rId81" Type="http://schemas.openxmlformats.org/officeDocument/2006/relationships/slideLayout" Target="../slideLayouts/slideLayout105.xml"/><Relationship Id="rId86" Type="http://schemas.openxmlformats.org/officeDocument/2006/relationships/slideLayout" Target="../slideLayouts/slideLayout110.xml"/><Relationship Id="rId94" Type="http://schemas.openxmlformats.org/officeDocument/2006/relationships/slideLayout" Target="../slideLayouts/slideLayout118.xml"/><Relationship Id="rId99" Type="http://schemas.openxmlformats.org/officeDocument/2006/relationships/slideLayout" Target="../slideLayouts/slideLayout123.xml"/><Relationship Id="rId101" Type="http://schemas.openxmlformats.org/officeDocument/2006/relationships/slideLayout" Target="../slideLayouts/slideLayout125.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39" Type="http://schemas.openxmlformats.org/officeDocument/2006/relationships/slideLayout" Target="../slideLayouts/slideLayout63.xml"/><Relationship Id="rId109" Type="http://schemas.openxmlformats.org/officeDocument/2006/relationships/slideLayout" Target="../slideLayouts/slideLayout133.xml"/><Relationship Id="rId34" Type="http://schemas.openxmlformats.org/officeDocument/2006/relationships/slideLayout" Target="../slideLayouts/slideLayout58.xml"/><Relationship Id="rId50" Type="http://schemas.openxmlformats.org/officeDocument/2006/relationships/slideLayout" Target="../slideLayouts/slideLayout74.xml"/><Relationship Id="rId55" Type="http://schemas.openxmlformats.org/officeDocument/2006/relationships/slideLayout" Target="../slideLayouts/slideLayout79.xml"/><Relationship Id="rId76" Type="http://schemas.openxmlformats.org/officeDocument/2006/relationships/slideLayout" Target="../slideLayouts/slideLayout100.xml"/><Relationship Id="rId97" Type="http://schemas.openxmlformats.org/officeDocument/2006/relationships/slideLayout" Target="../slideLayouts/slideLayout121.xml"/><Relationship Id="rId104" Type="http://schemas.openxmlformats.org/officeDocument/2006/relationships/slideLayout" Target="../slideLayouts/slideLayout128.xml"/><Relationship Id="rId7" Type="http://schemas.openxmlformats.org/officeDocument/2006/relationships/slideLayout" Target="../slideLayouts/slideLayout31.xml"/><Relationship Id="rId71" Type="http://schemas.openxmlformats.org/officeDocument/2006/relationships/slideLayout" Target="../slideLayouts/slideLayout95.xml"/><Relationship Id="rId92" Type="http://schemas.openxmlformats.org/officeDocument/2006/relationships/slideLayout" Target="../slideLayouts/slideLayout116.xml"/><Relationship Id="rId2" Type="http://schemas.openxmlformats.org/officeDocument/2006/relationships/slideLayout" Target="../slideLayouts/slideLayout26.xml"/><Relationship Id="rId29" Type="http://schemas.openxmlformats.org/officeDocument/2006/relationships/slideLayout" Target="../slideLayouts/slideLayout53.xml"/><Relationship Id="rId24" Type="http://schemas.openxmlformats.org/officeDocument/2006/relationships/slideLayout" Target="../slideLayouts/slideLayout48.xml"/><Relationship Id="rId40" Type="http://schemas.openxmlformats.org/officeDocument/2006/relationships/slideLayout" Target="../slideLayouts/slideLayout64.xml"/><Relationship Id="rId45" Type="http://schemas.openxmlformats.org/officeDocument/2006/relationships/slideLayout" Target="../slideLayouts/slideLayout69.xml"/><Relationship Id="rId66" Type="http://schemas.openxmlformats.org/officeDocument/2006/relationships/slideLayout" Target="../slideLayouts/slideLayout90.xml"/><Relationship Id="rId87" Type="http://schemas.openxmlformats.org/officeDocument/2006/relationships/slideLayout" Target="../slideLayouts/slideLayout111.xml"/><Relationship Id="rId110" Type="http://schemas.openxmlformats.org/officeDocument/2006/relationships/slideLayout" Target="../slideLayouts/slideLayout134.xml"/><Relationship Id="rId115" Type="http://schemas.openxmlformats.org/officeDocument/2006/relationships/slideLayout" Target="../slideLayouts/slideLayout139.xml"/><Relationship Id="rId61" Type="http://schemas.openxmlformats.org/officeDocument/2006/relationships/slideLayout" Target="../slideLayouts/slideLayout85.xml"/><Relationship Id="rId82" Type="http://schemas.openxmlformats.org/officeDocument/2006/relationships/slideLayout" Target="../slideLayouts/slideLayout106.xml"/><Relationship Id="rId19" Type="http://schemas.openxmlformats.org/officeDocument/2006/relationships/slideLayout" Target="../slideLayouts/slideLayout43.xml"/><Relationship Id="rId14" Type="http://schemas.openxmlformats.org/officeDocument/2006/relationships/slideLayout" Target="../slideLayouts/slideLayout38.xml"/><Relationship Id="rId30" Type="http://schemas.openxmlformats.org/officeDocument/2006/relationships/slideLayout" Target="../slideLayouts/slideLayout54.xml"/><Relationship Id="rId35" Type="http://schemas.openxmlformats.org/officeDocument/2006/relationships/slideLayout" Target="../slideLayouts/slideLayout59.xml"/><Relationship Id="rId56" Type="http://schemas.openxmlformats.org/officeDocument/2006/relationships/slideLayout" Target="../slideLayouts/slideLayout80.xml"/><Relationship Id="rId77" Type="http://schemas.openxmlformats.org/officeDocument/2006/relationships/slideLayout" Target="../slideLayouts/slideLayout101.xml"/><Relationship Id="rId100" Type="http://schemas.openxmlformats.org/officeDocument/2006/relationships/slideLayout" Target="../slideLayouts/slideLayout124.xml"/><Relationship Id="rId105" Type="http://schemas.openxmlformats.org/officeDocument/2006/relationships/slideLayout" Target="../slideLayouts/slideLayout129.xml"/><Relationship Id="rId8" Type="http://schemas.openxmlformats.org/officeDocument/2006/relationships/slideLayout" Target="../slideLayouts/slideLayout32.xml"/><Relationship Id="rId51" Type="http://schemas.openxmlformats.org/officeDocument/2006/relationships/slideLayout" Target="../slideLayouts/slideLayout75.xml"/><Relationship Id="rId72" Type="http://schemas.openxmlformats.org/officeDocument/2006/relationships/slideLayout" Target="../slideLayouts/slideLayout96.xml"/><Relationship Id="rId93" Type="http://schemas.openxmlformats.org/officeDocument/2006/relationships/slideLayout" Target="../slideLayouts/slideLayout117.xml"/><Relationship Id="rId98" Type="http://schemas.openxmlformats.org/officeDocument/2006/relationships/slideLayout" Target="../slideLayouts/slideLayout122.xml"/><Relationship Id="rId3" Type="http://schemas.openxmlformats.org/officeDocument/2006/relationships/slideLayout" Target="../slideLayouts/slideLayout27.xml"/><Relationship Id="rId25" Type="http://schemas.openxmlformats.org/officeDocument/2006/relationships/slideLayout" Target="../slideLayouts/slideLayout49.xml"/><Relationship Id="rId46" Type="http://schemas.openxmlformats.org/officeDocument/2006/relationships/slideLayout" Target="../slideLayouts/slideLayout70.xml"/><Relationship Id="rId67" Type="http://schemas.openxmlformats.org/officeDocument/2006/relationships/slideLayout" Target="../slideLayouts/slideLayout91.xml"/><Relationship Id="rId116" Type="http://schemas.openxmlformats.org/officeDocument/2006/relationships/theme" Target="../theme/theme3.xml"/><Relationship Id="rId20" Type="http://schemas.openxmlformats.org/officeDocument/2006/relationships/slideLayout" Target="../slideLayouts/slideLayout44.xml"/><Relationship Id="rId41" Type="http://schemas.openxmlformats.org/officeDocument/2006/relationships/slideLayout" Target="../slideLayouts/slideLayout65.xml"/><Relationship Id="rId62" Type="http://schemas.openxmlformats.org/officeDocument/2006/relationships/slideLayout" Target="../slideLayouts/slideLayout86.xml"/><Relationship Id="rId83" Type="http://schemas.openxmlformats.org/officeDocument/2006/relationships/slideLayout" Target="../slideLayouts/slideLayout107.xml"/><Relationship Id="rId88" Type="http://schemas.openxmlformats.org/officeDocument/2006/relationships/slideLayout" Target="../slideLayouts/slideLayout112.xml"/><Relationship Id="rId111" Type="http://schemas.openxmlformats.org/officeDocument/2006/relationships/slideLayout" Target="../slideLayouts/slideLayout135.xml"/><Relationship Id="rId15" Type="http://schemas.openxmlformats.org/officeDocument/2006/relationships/slideLayout" Target="../slideLayouts/slideLayout39.xml"/><Relationship Id="rId36" Type="http://schemas.openxmlformats.org/officeDocument/2006/relationships/slideLayout" Target="../slideLayouts/slideLayout60.xml"/><Relationship Id="rId57" Type="http://schemas.openxmlformats.org/officeDocument/2006/relationships/slideLayout" Target="../slideLayouts/slideLayout81.xml"/><Relationship Id="rId106" Type="http://schemas.openxmlformats.org/officeDocument/2006/relationships/slideLayout" Target="../slideLayouts/slideLayout1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BDDF63C-0653-4100-6FCC-C9348AFE41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963F6695-4F12-1A85-64F1-1E13A6A981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1AB98E3E-4564-2B5B-FFF1-88CE9C6C42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19D33C-B4BC-462B-9927-185C7AD752D8}" type="datetimeFigureOut">
              <a:rPr lang="es-DO" smtClean="0"/>
              <a:t>19/4/2026</a:t>
            </a:fld>
            <a:endParaRPr lang="es-DO"/>
          </a:p>
        </p:txBody>
      </p:sp>
      <p:sp>
        <p:nvSpPr>
          <p:cNvPr id="5" name="Marcador de pie de página 4">
            <a:extLst>
              <a:ext uri="{FF2B5EF4-FFF2-40B4-BE49-F238E27FC236}">
                <a16:creationId xmlns:a16="http://schemas.microsoft.com/office/drawing/2014/main" id="{4B97E1A7-DBF5-9504-2633-7BD779DF5A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DO"/>
          </a:p>
        </p:txBody>
      </p:sp>
      <p:sp>
        <p:nvSpPr>
          <p:cNvPr id="6" name="Marcador de número de diapositiva 5">
            <a:extLst>
              <a:ext uri="{FF2B5EF4-FFF2-40B4-BE49-F238E27FC236}">
                <a16:creationId xmlns:a16="http://schemas.microsoft.com/office/drawing/2014/main" id="{04C8F939-4AA6-4804-1152-4EEA7DA0AC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5B2642-1BAC-4566-ABA5-0C5849F23A98}" type="slidenum">
              <a:rPr lang="es-DO" smtClean="0"/>
              <a:t>‹Nº›</a:t>
            </a:fld>
            <a:endParaRPr lang="es-DO"/>
          </a:p>
        </p:txBody>
      </p:sp>
    </p:spTree>
    <p:extLst>
      <p:ext uri="{BB962C8B-B14F-4D97-AF65-F5344CB8AC3E}">
        <p14:creationId xmlns:p14="http://schemas.microsoft.com/office/powerpoint/2010/main" val="2650306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4000FA5-D876-D7DF-B886-4B051F057B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CC17034D-D4C0-89F8-8FFD-9170741071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D5E8B538-0FC6-E37B-F0FA-5854298408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8CF58-0236-4C1E-8C65-87646755D320}" type="datetimeFigureOut">
              <a:rPr lang="en-US" smtClean="0"/>
              <a:t>4/19/2026</a:t>
            </a:fld>
            <a:endParaRPr lang="en-US"/>
          </a:p>
        </p:txBody>
      </p:sp>
      <p:sp>
        <p:nvSpPr>
          <p:cNvPr id="5" name="Marcador de pie de página 4">
            <a:extLst>
              <a:ext uri="{FF2B5EF4-FFF2-40B4-BE49-F238E27FC236}">
                <a16:creationId xmlns:a16="http://schemas.microsoft.com/office/drawing/2014/main" id="{70EE02CB-D100-E21F-637C-FD5C4FAA3F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id="{C2FAEFD5-54AD-BCB7-247C-E4E8BBF2CD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05A6E5-FEE0-4D9D-A54E-7D228255EBEF}" type="slidenum">
              <a:rPr lang="en-US" smtClean="0"/>
              <a:t>‹Nº›</a:t>
            </a:fld>
            <a:endParaRPr lang="en-US"/>
          </a:p>
        </p:txBody>
      </p:sp>
    </p:spTree>
    <p:extLst>
      <p:ext uri="{BB962C8B-B14F-4D97-AF65-F5344CB8AC3E}">
        <p14:creationId xmlns:p14="http://schemas.microsoft.com/office/powerpoint/2010/main" val="1981891089"/>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Rectangle">
            <a:extLst>
              <a:ext uri="{FF2B5EF4-FFF2-40B4-BE49-F238E27FC236}">
                <a16:creationId xmlns:a16="http://schemas.microsoft.com/office/drawing/2014/main" id="{1CCA9139-55D8-AF43-8780-02E2B8480906}"/>
              </a:ext>
            </a:extLst>
          </p:cNvPr>
          <p:cNvSpPr/>
          <p:nvPr userDrawn="1"/>
        </p:nvSpPr>
        <p:spPr>
          <a:xfrm>
            <a:off x="368284" y="371000"/>
            <a:ext cx="855805" cy="5938520"/>
          </a:xfrm>
          <a:prstGeom prst="rect">
            <a:avLst/>
          </a:prstGeom>
          <a:solidFill>
            <a:schemeClr val="accent5">
              <a:lumOff val="20392"/>
              <a:alpha val="0"/>
            </a:schemeClr>
          </a:solidFill>
          <a:ln w="12700">
            <a:miter lim="400000"/>
          </a:ln>
        </p:spPr>
        <p:txBody>
          <a:bodyPr lIns="25400" tIns="25400" rIns="25400" bIns="25400" anchor="ctr"/>
          <a:lstStyle/>
          <a:p>
            <a:pPr algn="ctr" defTabSz="412756">
              <a:defRPr sz="3200" b="1">
                <a:solidFill>
                  <a:srgbClr val="000000"/>
                </a:solidFill>
              </a:defRPr>
            </a:pPr>
            <a:endParaRPr sz="1600">
              <a:latin typeface="Century Gothic" panose="020B0502020202020204" pitchFamily="34" charset="0"/>
            </a:endParaRPr>
          </a:p>
        </p:txBody>
      </p:sp>
      <p:sp>
        <p:nvSpPr>
          <p:cNvPr id="26" name="Rectangle">
            <a:extLst>
              <a:ext uri="{FF2B5EF4-FFF2-40B4-BE49-F238E27FC236}">
                <a16:creationId xmlns:a16="http://schemas.microsoft.com/office/drawing/2014/main" id="{E8AC7E4C-E236-0742-91DC-C3B7D11284A7}"/>
              </a:ext>
            </a:extLst>
          </p:cNvPr>
          <p:cNvSpPr/>
          <p:nvPr userDrawn="1"/>
        </p:nvSpPr>
        <p:spPr>
          <a:xfrm>
            <a:off x="1331667" y="368301"/>
            <a:ext cx="855805" cy="5938520"/>
          </a:xfrm>
          <a:prstGeom prst="rect">
            <a:avLst/>
          </a:prstGeom>
          <a:solidFill>
            <a:schemeClr val="accent5">
              <a:lumOff val="20392"/>
              <a:alpha val="0"/>
            </a:schemeClr>
          </a:solidFill>
          <a:ln w="12700">
            <a:miter lim="400000"/>
          </a:ln>
        </p:spPr>
        <p:txBody>
          <a:bodyPr lIns="25400" tIns="25400" rIns="25400" bIns="25400" anchor="ctr"/>
          <a:lstStyle/>
          <a:p>
            <a:pPr algn="ctr" defTabSz="412756">
              <a:defRPr sz="3200" b="1">
                <a:solidFill>
                  <a:srgbClr val="000000"/>
                </a:solidFill>
              </a:defRPr>
            </a:pPr>
            <a:endParaRPr sz="1600">
              <a:latin typeface="Century Gothic" panose="020B0502020202020204" pitchFamily="34" charset="0"/>
            </a:endParaRPr>
          </a:p>
        </p:txBody>
      </p:sp>
      <p:sp>
        <p:nvSpPr>
          <p:cNvPr id="27" name="Rectangle">
            <a:extLst>
              <a:ext uri="{FF2B5EF4-FFF2-40B4-BE49-F238E27FC236}">
                <a16:creationId xmlns:a16="http://schemas.microsoft.com/office/drawing/2014/main" id="{24330E2D-FCB5-D045-9898-91C7B5F989A9}"/>
              </a:ext>
            </a:extLst>
          </p:cNvPr>
          <p:cNvSpPr/>
          <p:nvPr userDrawn="1"/>
        </p:nvSpPr>
        <p:spPr>
          <a:xfrm>
            <a:off x="2295050" y="368301"/>
            <a:ext cx="855805" cy="5938520"/>
          </a:xfrm>
          <a:prstGeom prst="rect">
            <a:avLst/>
          </a:prstGeom>
          <a:solidFill>
            <a:schemeClr val="accent5">
              <a:lumOff val="20392"/>
              <a:alpha val="0"/>
            </a:schemeClr>
          </a:solidFill>
          <a:ln w="12700">
            <a:miter lim="400000"/>
          </a:ln>
        </p:spPr>
        <p:txBody>
          <a:bodyPr lIns="25400" tIns="25400" rIns="25400" bIns="25400" anchor="ctr"/>
          <a:lstStyle/>
          <a:p>
            <a:pPr algn="ctr" defTabSz="412756">
              <a:defRPr sz="3200" b="1">
                <a:solidFill>
                  <a:srgbClr val="000000"/>
                </a:solidFill>
              </a:defRPr>
            </a:pPr>
            <a:endParaRPr sz="1600">
              <a:latin typeface="Century Gothic" panose="020B0502020202020204" pitchFamily="34" charset="0"/>
            </a:endParaRPr>
          </a:p>
        </p:txBody>
      </p:sp>
      <p:sp>
        <p:nvSpPr>
          <p:cNvPr id="28" name="Rectangle">
            <a:extLst>
              <a:ext uri="{FF2B5EF4-FFF2-40B4-BE49-F238E27FC236}">
                <a16:creationId xmlns:a16="http://schemas.microsoft.com/office/drawing/2014/main" id="{09828ECF-A34B-D144-8DAB-E10215F96962}"/>
              </a:ext>
            </a:extLst>
          </p:cNvPr>
          <p:cNvSpPr/>
          <p:nvPr userDrawn="1"/>
        </p:nvSpPr>
        <p:spPr>
          <a:xfrm>
            <a:off x="3258431" y="368301"/>
            <a:ext cx="855805" cy="5938520"/>
          </a:xfrm>
          <a:prstGeom prst="rect">
            <a:avLst/>
          </a:prstGeom>
          <a:solidFill>
            <a:schemeClr val="accent5">
              <a:lumOff val="20392"/>
              <a:alpha val="0"/>
            </a:schemeClr>
          </a:solidFill>
          <a:ln w="12700">
            <a:miter lim="400000"/>
          </a:ln>
        </p:spPr>
        <p:txBody>
          <a:bodyPr lIns="25400" tIns="25400" rIns="25400" bIns="25400" anchor="ctr"/>
          <a:lstStyle/>
          <a:p>
            <a:pPr algn="ctr" defTabSz="412756">
              <a:defRPr sz="3200" b="1">
                <a:solidFill>
                  <a:srgbClr val="000000"/>
                </a:solidFill>
              </a:defRPr>
            </a:pPr>
            <a:endParaRPr sz="1600">
              <a:latin typeface="Century Gothic" panose="020B0502020202020204" pitchFamily="34" charset="0"/>
            </a:endParaRPr>
          </a:p>
        </p:txBody>
      </p:sp>
      <p:sp>
        <p:nvSpPr>
          <p:cNvPr id="29" name="Rectangle">
            <a:extLst>
              <a:ext uri="{FF2B5EF4-FFF2-40B4-BE49-F238E27FC236}">
                <a16:creationId xmlns:a16="http://schemas.microsoft.com/office/drawing/2014/main" id="{4BF8D840-52CE-3A45-B63D-0023614D8082}"/>
              </a:ext>
            </a:extLst>
          </p:cNvPr>
          <p:cNvSpPr/>
          <p:nvPr userDrawn="1"/>
        </p:nvSpPr>
        <p:spPr>
          <a:xfrm>
            <a:off x="4221814" y="368301"/>
            <a:ext cx="855805" cy="5938520"/>
          </a:xfrm>
          <a:prstGeom prst="rect">
            <a:avLst/>
          </a:prstGeom>
          <a:solidFill>
            <a:schemeClr val="accent5">
              <a:lumOff val="20392"/>
              <a:alpha val="0"/>
            </a:schemeClr>
          </a:solidFill>
          <a:ln w="12700">
            <a:miter lim="400000"/>
          </a:ln>
        </p:spPr>
        <p:txBody>
          <a:bodyPr lIns="25400" tIns="25400" rIns="25400" bIns="25400" anchor="ctr"/>
          <a:lstStyle/>
          <a:p>
            <a:pPr algn="ctr" defTabSz="412756">
              <a:defRPr sz="3200" b="1">
                <a:solidFill>
                  <a:srgbClr val="000000"/>
                </a:solidFill>
              </a:defRPr>
            </a:pPr>
            <a:endParaRPr sz="1600">
              <a:latin typeface="Century Gothic" panose="020B0502020202020204" pitchFamily="34" charset="0"/>
            </a:endParaRPr>
          </a:p>
        </p:txBody>
      </p:sp>
      <p:sp>
        <p:nvSpPr>
          <p:cNvPr id="30" name="Rectangle">
            <a:extLst>
              <a:ext uri="{FF2B5EF4-FFF2-40B4-BE49-F238E27FC236}">
                <a16:creationId xmlns:a16="http://schemas.microsoft.com/office/drawing/2014/main" id="{0B6FB1F5-87B9-3A4B-9F91-64080C5267F9}"/>
              </a:ext>
            </a:extLst>
          </p:cNvPr>
          <p:cNvSpPr/>
          <p:nvPr userDrawn="1"/>
        </p:nvSpPr>
        <p:spPr>
          <a:xfrm>
            <a:off x="5185196" y="368301"/>
            <a:ext cx="855805" cy="5938520"/>
          </a:xfrm>
          <a:prstGeom prst="rect">
            <a:avLst/>
          </a:prstGeom>
          <a:solidFill>
            <a:schemeClr val="accent5">
              <a:lumOff val="20392"/>
              <a:alpha val="0"/>
            </a:schemeClr>
          </a:solidFill>
          <a:ln w="12700">
            <a:miter lim="400000"/>
          </a:ln>
        </p:spPr>
        <p:txBody>
          <a:bodyPr lIns="25400" tIns="25400" rIns="25400" bIns="25400" anchor="ctr"/>
          <a:lstStyle/>
          <a:p>
            <a:pPr algn="ctr" defTabSz="412756">
              <a:defRPr sz="3200" b="1">
                <a:solidFill>
                  <a:srgbClr val="000000"/>
                </a:solidFill>
              </a:defRPr>
            </a:pPr>
            <a:endParaRPr sz="1600">
              <a:latin typeface="Century Gothic" panose="020B0502020202020204" pitchFamily="34" charset="0"/>
            </a:endParaRPr>
          </a:p>
        </p:txBody>
      </p:sp>
      <p:sp>
        <p:nvSpPr>
          <p:cNvPr id="31" name="Rectangle">
            <a:extLst>
              <a:ext uri="{FF2B5EF4-FFF2-40B4-BE49-F238E27FC236}">
                <a16:creationId xmlns:a16="http://schemas.microsoft.com/office/drawing/2014/main" id="{F95BEE1A-7CAE-9440-9094-D0635AB81A8B}"/>
              </a:ext>
            </a:extLst>
          </p:cNvPr>
          <p:cNvSpPr/>
          <p:nvPr userDrawn="1"/>
        </p:nvSpPr>
        <p:spPr>
          <a:xfrm>
            <a:off x="6148578" y="368301"/>
            <a:ext cx="855805" cy="5938520"/>
          </a:xfrm>
          <a:prstGeom prst="rect">
            <a:avLst/>
          </a:prstGeom>
          <a:solidFill>
            <a:schemeClr val="accent5">
              <a:lumOff val="20392"/>
              <a:alpha val="0"/>
            </a:schemeClr>
          </a:solidFill>
          <a:ln w="12700">
            <a:miter lim="400000"/>
          </a:ln>
        </p:spPr>
        <p:txBody>
          <a:bodyPr lIns="25400" tIns="25400" rIns="25400" bIns="25400" anchor="ctr"/>
          <a:lstStyle/>
          <a:p>
            <a:pPr algn="ctr" defTabSz="412756">
              <a:defRPr sz="3200" b="1">
                <a:solidFill>
                  <a:srgbClr val="000000"/>
                </a:solidFill>
              </a:defRPr>
            </a:pPr>
            <a:endParaRPr sz="1600">
              <a:latin typeface="Century Gothic" panose="020B0502020202020204" pitchFamily="34" charset="0"/>
            </a:endParaRPr>
          </a:p>
        </p:txBody>
      </p:sp>
      <p:sp>
        <p:nvSpPr>
          <p:cNvPr id="32" name="Rectangle">
            <a:extLst>
              <a:ext uri="{FF2B5EF4-FFF2-40B4-BE49-F238E27FC236}">
                <a16:creationId xmlns:a16="http://schemas.microsoft.com/office/drawing/2014/main" id="{F27AB52B-73B0-1E44-BA06-5DB3FAA446A5}"/>
              </a:ext>
            </a:extLst>
          </p:cNvPr>
          <p:cNvSpPr/>
          <p:nvPr userDrawn="1"/>
        </p:nvSpPr>
        <p:spPr>
          <a:xfrm>
            <a:off x="7111961" y="368301"/>
            <a:ext cx="855805" cy="5938520"/>
          </a:xfrm>
          <a:prstGeom prst="rect">
            <a:avLst/>
          </a:prstGeom>
          <a:solidFill>
            <a:schemeClr val="accent5">
              <a:lumOff val="20392"/>
              <a:alpha val="0"/>
            </a:schemeClr>
          </a:solidFill>
          <a:ln w="12700">
            <a:miter lim="400000"/>
          </a:ln>
        </p:spPr>
        <p:txBody>
          <a:bodyPr lIns="25400" tIns="25400" rIns="25400" bIns="25400" anchor="ctr"/>
          <a:lstStyle/>
          <a:p>
            <a:pPr algn="ctr" defTabSz="412756">
              <a:defRPr sz="3200" b="1">
                <a:solidFill>
                  <a:srgbClr val="000000"/>
                </a:solidFill>
              </a:defRPr>
            </a:pPr>
            <a:endParaRPr sz="1600">
              <a:latin typeface="Century Gothic" panose="020B0502020202020204" pitchFamily="34" charset="0"/>
            </a:endParaRPr>
          </a:p>
        </p:txBody>
      </p:sp>
      <p:sp>
        <p:nvSpPr>
          <p:cNvPr id="33" name="Rectangle">
            <a:extLst>
              <a:ext uri="{FF2B5EF4-FFF2-40B4-BE49-F238E27FC236}">
                <a16:creationId xmlns:a16="http://schemas.microsoft.com/office/drawing/2014/main" id="{0C70A360-CC89-1143-BBF6-B914C83680D4}"/>
              </a:ext>
            </a:extLst>
          </p:cNvPr>
          <p:cNvSpPr/>
          <p:nvPr userDrawn="1"/>
        </p:nvSpPr>
        <p:spPr>
          <a:xfrm>
            <a:off x="8075342" y="368301"/>
            <a:ext cx="855805" cy="5938520"/>
          </a:xfrm>
          <a:prstGeom prst="rect">
            <a:avLst/>
          </a:prstGeom>
          <a:solidFill>
            <a:schemeClr val="accent5">
              <a:lumOff val="20392"/>
              <a:alpha val="0"/>
            </a:schemeClr>
          </a:solidFill>
          <a:ln w="12700">
            <a:miter lim="400000"/>
          </a:ln>
        </p:spPr>
        <p:txBody>
          <a:bodyPr lIns="25400" tIns="25400" rIns="25400" bIns="25400" anchor="ctr"/>
          <a:lstStyle/>
          <a:p>
            <a:pPr algn="ctr" defTabSz="412756">
              <a:defRPr sz="3200" b="1">
                <a:solidFill>
                  <a:srgbClr val="000000"/>
                </a:solidFill>
              </a:defRPr>
            </a:pPr>
            <a:endParaRPr sz="1600">
              <a:latin typeface="Century Gothic" panose="020B0502020202020204" pitchFamily="34" charset="0"/>
            </a:endParaRPr>
          </a:p>
        </p:txBody>
      </p:sp>
      <p:sp>
        <p:nvSpPr>
          <p:cNvPr id="34" name="Rectangle">
            <a:extLst>
              <a:ext uri="{FF2B5EF4-FFF2-40B4-BE49-F238E27FC236}">
                <a16:creationId xmlns:a16="http://schemas.microsoft.com/office/drawing/2014/main" id="{C94C22F3-65B7-6A40-BF0B-D0AF8F1165CB}"/>
              </a:ext>
            </a:extLst>
          </p:cNvPr>
          <p:cNvSpPr/>
          <p:nvPr userDrawn="1"/>
        </p:nvSpPr>
        <p:spPr>
          <a:xfrm>
            <a:off x="9038724" y="368301"/>
            <a:ext cx="855805" cy="5938520"/>
          </a:xfrm>
          <a:prstGeom prst="rect">
            <a:avLst/>
          </a:prstGeom>
          <a:solidFill>
            <a:schemeClr val="accent5">
              <a:lumOff val="20392"/>
              <a:alpha val="0"/>
            </a:schemeClr>
          </a:solidFill>
          <a:ln w="12700">
            <a:miter lim="400000"/>
          </a:ln>
        </p:spPr>
        <p:txBody>
          <a:bodyPr lIns="25400" tIns="25400" rIns="25400" bIns="25400" anchor="ctr"/>
          <a:lstStyle/>
          <a:p>
            <a:pPr algn="ctr" defTabSz="412756">
              <a:defRPr sz="3200" b="1">
                <a:solidFill>
                  <a:srgbClr val="000000"/>
                </a:solidFill>
              </a:defRPr>
            </a:pPr>
            <a:endParaRPr sz="1600">
              <a:latin typeface="Century Gothic" panose="020B0502020202020204" pitchFamily="34" charset="0"/>
            </a:endParaRPr>
          </a:p>
        </p:txBody>
      </p:sp>
      <p:sp>
        <p:nvSpPr>
          <p:cNvPr id="35" name="Rectangle">
            <a:extLst>
              <a:ext uri="{FF2B5EF4-FFF2-40B4-BE49-F238E27FC236}">
                <a16:creationId xmlns:a16="http://schemas.microsoft.com/office/drawing/2014/main" id="{0FF4563E-2561-D841-97CE-E8DA46348027}"/>
              </a:ext>
            </a:extLst>
          </p:cNvPr>
          <p:cNvSpPr/>
          <p:nvPr userDrawn="1"/>
        </p:nvSpPr>
        <p:spPr>
          <a:xfrm>
            <a:off x="10002107" y="368301"/>
            <a:ext cx="855805" cy="5938520"/>
          </a:xfrm>
          <a:prstGeom prst="rect">
            <a:avLst/>
          </a:prstGeom>
          <a:solidFill>
            <a:schemeClr val="accent5">
              <a:lumOff val="20392"/>
              <a:alpha val="0"/>
            </a:schemeClr>
          </a:solidFill>
          <a:ln w="12700">
            <a:miter lim="400000"/>
          </a:ln>
        </p:spPr>
        <p:txBody>
          <a:bodyPr lIns="25400" tIns="25400" rIns="25400" bIns="25400" anchor="ctr"/>
          <a:lstStyle/>
          <a:p>
            <a:pPr algn="ctr" defTabSz="412756">
              <a:defRPr sz="3200" b="1">
                <a:solidFill>
                  <a:srgbClr val="000000"/>
                </a:solidFill>
              </a:defRPr>
            </a:pPr>
            <a:endParaRPr sz="1600">
              <a:latin typeface="Century Gothic" panose="020B0502020202020204" pitchFamily="34" charset="0"/>
            </a:endParaRPr>
          </a:p>
        </p:txBody>
      </p:sp>
      <p:sp>
        <p:nvSpPr>
          <p:cNvPr id="36" name="Rectangle">
            <a:extLst>
              <a:ext uri="{FF2B5EF4-FFF2-40B4-BE49-F238E27FC236}">
                <a16:creationId xmlns:a16="http://schemas.microsoft.com/office/drawing/2014/main" id="{54148EB2-B3B7-8645-B6C6-13342834FE2D}"/>
              </a:ext>
            </a:extLst>
          </p:cNvPr>
          <p:cNvSpPr/>
          <p:nvPr userDrawn="1"/>
        </p:nvSpPr>
        <p:spPr>
          <a:xfrm>
            <a:off x="10965490" y="368301"/>
            <a:ext cx="855805" cy="5938520"/>
          </a:xfrm>
          <a:prstGeom prst="rect">
            <a:avLst/>
          </a:prstGeom>
          <a:solidFill>
            <a:schemeClr val="accent5">
              <a:lumOff val="20392"/>
              <a:alpha val="0"/>
            </a:schemeClr>
          </a:solidFill>
          <a:ln w="12700">
            <a:miter lim="400000"/>
          </a:ln>
        </p:spPr>
        <p:txBody>
          <a:bodyPr lIns="25400" tIns="25400" rIns="25400" bIns="25400" anchor="ctr"/>
          <a:lstStyle/>
          <a:p>
            <a:pPr algn="ctr" defTabSz="412756">
              <a:defRPr sz="3200" b="1">
                <a:solidFill>
                  <a:srgbClr val="000000"/>
                </a:solidFill>
              </a:defRPr>
            </a:pPr>
            <a:endParaRPr sz="1600">
              <a:latin typeface="Century Gothic" panose="020B0502020202020204" pitchFamily="34" charset="0"/>
            </a:endParaRPr>
          </a:p>
        </p:txBody>
      </p:sp>
      <p:sp>
        <p:nvSpPr>
          <p:cNvPr id="15" name="Line">
            <a:extLst>
              <a:ext uri="{FF2B5EF4-FFF2-40B4-BE49-F238E27FC236}">
                <a16:creationId xmlns:a16="http://schemas.microsoft.com/office/drawing/2014/main" id="{3E7957CC-698A-0B4B-B4C8-D02D82B3D0FB}"/>
              </a:ext>
            </a:extLst>
          </p:cNvPr>
          <p:cNvSpPr/>
          <p:nvPr userDrawn="1"/>
        </p:nvSpPr>
        <p:spPr>
          <a:xfrm>
            <a:off x="1331667" y="6483671"/>
            <a:ext cx="9529190" cy="0"/>
          </a:xfrm>
          <a:prstGeom prst="line">
            <a:avLst/>
          </a:prstGeom>
          <a:ln w="25400">
            <a:solidFill>
              <a:schemeClr val="accent1"/>
            </a:solidFill>
          </a:ln>
        </p:spPr>
        <p:txBody>
          <a:bodyPr lIns="60960" tIns="60960" rIns="60960" bIns="60960"/>
          <a:lstStyle/>
          <a:p>
            <a:pPr>
              <a:defRPr>
                <a:solidFill>
                  <a:srgbClr val="0B0B0B"/>
                </a:solidFill>
              </a:defRPr>
            </a:pPr>
            <a:endParaRPr sz="900">
              <a:latin typeface="Century Gothic" panose="020B0502020202020204" pitchFamily="34" charset="0"/>
            </a:endParaRPr>
          </a:p>
        </p:txBody>
      </p:sp>
      <p:sp>
        <p:nvSpPr>
          <p:cNvPr id="16" name="www.somoscmi.com">
            <a:hlinkClick r:id="rId117"/>
            <a:extLst>
              <a:ext uri="{FF2B5EF4-FFF2-40B4-BE49-F238E27FC236}">
                <a16:creationId xmlns:a16="http://schemas.microsoft.com/office/drawing/2014/main" id="{0EE2EC31-E50C-884C-AA2D-E2A5CFCB4741}"/>
              </a:ext>
            </a:extLst>
          </p:cNvPr>
          <p:cNvSpPr txBox="1"/>
          <p:nvPr userDrawn="1"/>
        </p:nvSpPr>
        <p:spPr>
          <a:xfrm>
            <a:off x="10776825" y="6415857"/>
            <a:ext cx="1047907" cy="107722"/>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algn="ctr" defTabSz="2316479">
              <a:spcBef>
                <a:spcPts val="600"/>
              </a:spcBef>
              <a:defRPr sz="1140" b="1">
                <a:solidFill>
                  <a:schemeClr val="accent4">
                    <a:lumOff val="15098"/>
                  </a:schemeClr>
                </a:solidFill>
              </a:defRPr>
            </a:lvl1pPr>
          </a:lstStyle>
          <a:p>
            <a:pPr algn="r"/>
            <a:r>
              <a:rPr sz="700">
                <a:solidFill>
                  <a:schemeClr val="accent3"/>
                </a:solidFill>
                <a:latin typeface="Century Gothic" panose="020B0502020202020204" pitchFamily="34" charset="0"/>
                <a:hlinkClick r:id="rId117"/>
              </a:rPr>
              <a:t>www.somoscmi.co</a:t>
            </a:r>
            <a:r>
              <a:rPr lang="en-US" sz="700">
                <a:solidFill>
                  <a:schemeClr val="accent3"/>
                </a:solidFill>
                <a:latin typeface="Century Gothic" panose="020B0502020202020204" pitchFamily="34" charset="0"/>
                <a:hlinkClick r:id="rId117"/>
              </a:rPr>
              <a:t>m</a:t>
            </a:r>
            <a:endParaRPr sz="700">
              <a:solidFill>
                <a:schemeClr val="accent3"/>
              </a:solidFill>
              <a:latin typeface="Century Gothic" panose="020B0502020202020204" pitchFamily="34" charset="0"/>
            </a:endParaRPr>
          </a:p>
        </p:txBody>
      </p:sp>
      <p:sp>
        <p:nvSpPr>
          <p:cNvPr id="17" name="Rectangle">
            <a:extLst>
              <a:ext uri="{FF2B5EF4-FFF2-40B4-BE49-F238E27FC236}">
                <a16:creationId xmlns:a16="http://schemas.microsoft.com/office/drawing/2014/main" id="{6330C72B-D9F2-4C4C-8608-7A0216E6CD03}"/>
              </a:ext>
            </a:extLst>
          </p:cNvPr>
          <p:cNvSpPr/>
          <p:nvPr userDrawn="1"/>
        </p:nvSpPr>
        <p:spPr>
          <a:xfrm>
            <a:off x="710987" y="6434523"/>
            <a:ext cx="511184" cy="93660"/>
          </a:xfrm>
          <a:prstGeom prst="rect">
            <a:avLst/>
          </a:prstGeom>
          <a:solidFill>
            <a:schemeClr val="bg1"/>
          </a:solidFill>
          <a:ln w="12700">
            <a:miter lim="400000"/>
          </a:ln>
        </p:spPr>
        <p:txBody>
          <a:bodyPr lIns="60960" tIns="60960" rIns="60960" bIns="60960" anchor="ctr"/>
          <a:lstStyle/>
          <a:p>
            <a:endParaRPr sz="900">
              <a:latin typeface="Century Gothic" panose="020B0502020202020204" pitchFamily="34" charset="0"/>
            </a:endParaRPr>
          </a:p>
        </p:txBody>
      </p:sp>
      <p:pic>
        <p:nvPicPr>
          <p:cNvPr id="21" name="Imagen 20">
            <a:extLst>
              <a:ext uri="{FF2B5EF4-FFF2-40B4-BE49-F238E27FC236}">
                <a16:creationId xmlns:a16="http://schemas.microsoft.com/office/drawing/2014/main" id="{79AF3BAB-425E-604E-8AA7-63615977FE66}"/>
              </a:ext>
            </a:extLst>
          </p:cNvPr>
          <p:cNvPicPr>
            <a:picLocks noChangeAspect="1"/>
          </p:cNvPicPr>
          <p:nvPr userDrawn="1"/>
        </p:nvPicPr>
        <p:blipFill>
          <a:blip r:embed="rId118" cstate="email">
            <a:extLst>
              <a:ext uri="{28A0092B-C50C-407E-A947-70E740481C1C}">
                <a14:useLocalDpi xmlns:a14="http://schemas.microsoft.com/office/drawing/2010/main"/>
              </a:ext>
            </a:extLst>
          </a:blip>
          <a:stretch>
            <a:fillRect/>
          </a:stretch>
        </p:blipFill>
        <p:spPr>
          <a:xfrm>
            <a:off x="10920850" y="428046"/>
            <a:ext cx="972171" cy="246267"/>
          </a:xfrm>
          <a:prstGeom prst="rect">
            <a:avLst/>
          </a:prstGeom>
        </p:spPr>
      </p:pic>
      <p:pic>
        <p:nvPicPr>
          <p:cNvPr id="20" name="Imagen 19">
            <a:extLst>
              <a:ext uri="{FF2B5EF4-FFF2-40B4-BE49-F238E27FC236}">
                <a16:creationId xmlns:a16="http://schemas.microsoft.com/office/drawing/2014/main" id="{43FC2EAA-017E-B94A-B784-F625CE01C6E1}"/>
              </a:ext>
            </a:extLst>
          </p:cNvPr>
          <p:cNvPicPr>
            <a:picLocks noChangeAspect="1"/>
          </p:cNvPicPr>
          <p:nvPr userDrawn="1"/>
        </p:nvPicPr>
        <p:blipFill>
          <a:blip r:embed="rId119"/>
          <a:srcRect/>
          <a:stretch/>
        </p:blipFill>
        <p:spPr>
          <a:xfrm>
            <a:off x="796186" y="6368534"/>
            <a:ext cx="415508" cy="225637"/>
          </a:xfrm>
          <a:prstGeom prst="rect">
            <a:avLst/>
          </a:prstGeom>
        </p:spPr>
      </p:pic>
      <p:sp>
        <p:nvSpPr>
          <p:cNvPr id="23" name="Slide Number Placeholder 5">
            <a:extLst>
              <a:ext uri="{FF2B5EF4-FFF2-40B4-BE49-F238E27FC236}">
                <a16:creationId xmlns:a16="http://schemas.microsoft.com/office/drawing/2014/main" id="{DF084CCA-D376-F74A-B457-EF6A80D2A1E0}"/>
              </a:ext>
            </a:extLst>
          </p:cNvPr>
          <p:cNvSpPr>
            <a:spLocks noGrp="1"/>
          </p:cNvSpPr>
          <p:nvPr>
            <p:ph type="sldNum" sz="quarter" idx="4"/>
          </p:nvPr>
        </p:nvSpPr>
        <p:spPr>
          <a:xfrm>
            <a:off x="370706" y="6381328"/>
            <a:ext cx="324343" cy="923330"/>
          </a:xfrm>
          <a:prstGeom prst="rect">
            <a:avLst/>
          </a:prstGeom>
        </p:spPr>
        <p:txBody>
          <a:bodyPr>
            <a:spAutoFit/>
          </a:bodyPr>
          <a:lstStyle>
            <a:lvl1pPr algn="l">
              <a:defRPr b="1">
                <a:solidFill>
                  <a:schemeClr val="accent1"/>
                </a:solidFill>
                <a:latin typeface="Century Gothic" panose="020B0502020202020204" pitchFamily="34" charset="0"/>
              </a:defRPr>
            </a:lvl1pPr>
          </a:lstStyle>
          <a:p>
            <a:fld id="{9754757F-9D13-B94C-817F-4D23A4DA4B76}" type="slidenum">
              <a:rPr lang="es-ES_tradnl" smtClean="0"/>
              <a:pPr/>
              <a:t>‹Nº›</a:t>
            </a:fld>
            <a:endParaRPr lang="es-ES_tradnl"/>
          </a:p>
        </p:txBody>
      </p:sp>
    </p:spTree>
    <p:extLst>
      <p:ext uri="{BB962C8B-B14F-4D97-AF65-F5344CB8AC3E}">
        <p14:creationId xmlns:p14="http://schemas.microsoft.com/office/powerpoint/2010/main" val="2109599958"/>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48" r:id="rId30"/>
    <p:sldLayoutId id="2147483749" r:id="rId31"/>
    <p:sldLayoutId id="2147483750" r:id="rId32"/>
    <p:sldLayoutId id="2147483751" r:id="rId33"/>
    <p:sldLayoutId id="2147483752" r:id="rId34"/>
    <p:sldLayoutId id="2147483753" r:id="rId35"/>
    <p:sldLayoutId id="2147483754" r:id="rId36"/>
    <p:sldLayoutId id="2147483755" r:id="rId37"/>
    <p:sldLayoutId id="2147483756" r:id="rId38"/>
    <p:sldLayoutId id="2147483757" r:id="rId39"/>
    <p:sldLayoutId id="2147483758" r:id="rId40"/>
    <p:sldLayoutId id="2147483759" r:id="rId41"/>
    <p:sldLayoutId id="2147483760" r:id="rId42"/>
    <p:sldLayoutId id="2147483761" r:id="rId43"/>
    <p:sldLayoutId id="2147483762" r:id="rId44"/>
    <p:sldLayoutId id="2147483763" r:id="rId45"/>
    <p:sldLayoutId id="2147483764" r:id="rId46"/>
    <p:sldLayoutId id="2147483765" r:id="rId47"/>
    <p:sldLayoutId id="2147483766" r:id="rId48"/>
    <p:sldLayoutId id="2147483767" r:id="rId49"/>
    <p:sldLayoutId id="2147483768" r:id="rId50"/>
    <p:sldLayoutId id="2147483769" r:id="rId51"/>
    <p:sldLayoutId id="2147483770" r:id="rId52"/>
    <p:sldLayoutId id="2147483771" r:id="rId53"/>
    <p:sldLayoutId id="2147483772" r:id="rId54"/>
    <p:sldLayoutId id="2147483773" r:id="rId55"/>
    <p:sldLayoutId id="2147483774" r:id="rId56"/>
    <p:sldLayoutId id="2147483775" r:id="rId57"/>
    <p:sldLayoutId id="2147483776" r:id="rId58"/>
    <p:sldLayoutId id="2147483777" r:id="rId59"/>
    <p:sldLayoutId id="2147483778" r:id="rId60"/>
    <p:sldLayoutId id="2147483779" r:id="rId61"/>
    <p:sldLayoutId id="2147483780" r:id="rId62"/>
    <p:sldLayoutId id="2147483781" r:id="rId63"/>
    <p:sldLayoutId id="2147483782" r:id="rId64"/>
    <p:sldLayoutId id="2147483783" r:id="rId65"/>
    <p:sldLayoutId id="2147483784" r:id="rId66"/>
    <p:sldLayoutId id="2147483785" r:id="rId67"/>
    <p:sldLayoutId id="2147483786" r:id="rId68"/>
    <p:sldLayoutId id="2147483787" r:id="rId69"/>
    <p:sldLayoutId id="2147483788" r:id="rId70"/>
    <p:sldLayoutId id="2147483789" r:id="rId71"/>
    <p:sldLayoutId id="2147483790" r:id="rId72"/>
    <p:sldLayoutId id="2147483791" r:id="rId73"/>
    <p:sldLayoutId id="2147483792" r:id="rId74"/>
    <p:sldLayoutId id="2147483793" r:id="rId75"/>
    <p:sldLayoutId id="2147483794" r:id="rId76"/>
    <p:sldLayoutId id="2147483795" r:id="rId77"/>
    <p:sldLayoutId id="2147483796" r:id="rId78"/>
    <p:sldLayoutId id="2147483797" r:id="rId79"/>
    <p:sldLayoutId id="2147483798" r:id="rId80"/>
    <p:sldLayoutId id="2147483799" r:id="rId81"/>
    <p:sldLayoutId id="2147483800" r:id="rId82"/>
    <p:sldLayoutId id="2147483801" r:id="rId83"/>
    <p:sldLayoutId id="2147483802" r:id="rId84"/>
    <p:sldLayoutId id="2147483803" r:id="rId85"/>
    <p:sldLayoutId id="2147483804" r:id="rId86"/>
    <p:sldLayoutId id="2147483805" r:id="rId87"/>
    <p:sldLayoutId id="2147483806" r:id="rId88"/>
    <p:sldLayoutId id="2147483807" r:id="rId89"/>
    <p:sldLayoutId id="2147483808" r:id="rId90"/>
    <p:sldLayoutId id="2147483809" r:id="rId91"/>
    <p:sldLayoutId id="2147483810" r:id="rId92"/>
    <p:sldLayoutId id="2147483811" r:id="rId93"/>
    <p:sldLayoutId id="2147483812" r:id="rId94"/>
    <p:sldLayoutId id="2147483813" r:id="rId95"/>
    <p:sldLayoutId id="2147483814" r:id="rId96"/>
    <p:sldLayoutId id="2147483815" r:id="rId97"/>
    <p:sldLayoutId id="2147483816" r:id="rId98"/>
    <p:sldLayoutId id="2147483817" r:id="rId99"/>
    <p:sldLayoutId id="2147483818" r:id="rId100"/>
    <p:sldLayoutId id="2147483819" r:id="rId101"/>
    <p:sldLayoutId id="2147483820" r:id="rId102"/>
    <p:sldLayoutId id="2147483821" r:id="rId103"/>
    <p:sldLayoutId id="2147483822" r:id="rId104"/>
    <p:sldLayoutId id="2147483823" r:id="rId105"/>
    <p:sldLayoutId id="2147483824" r:id="rId106"/>
    <p:sldLayoutId id="2147483825" r:id="rId107"/>
    <p:sldLayoutId id="2147483826" r:id="rId108"/>
    <p:sldLayoutId id="2147483827" r:id="rId109"/>
    <p:sldLayoutId id="2147483828" r:id="rId110"/>
    <p:sldLayoutId id="2147483829" r:id="rId111"/>
    <p:sldLayoutId id="2147483830" r:id="rId112"/>
    <p:sldLayoutId id="2147483831" r:id="rId113"/>
    <p:sldLayoutId id="2147483832" r:id="rId114"/>
    <p:sldLayoutId id="2147483833" r:id="rId115"/>
  </p:sldLayoutIdLst>
  <p:hf hdr="0" ftr="0" dt="0"/>
  <p:txStyles>
    <p:titleStyle>
      <a:lvl1pPr algn="l" defTabSz="91435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l" defTabSz="91435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3" indent="-228589" algn="l" defTabSz="91435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7"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5"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64">
          <p15:clr>
            <a:srgbClr val="F26B43"/>
          </p15:clr>
        </p15:guide>
        <p15:guide id="2" pos="467">
          <p15:clr>
            <a:srgbClr val="F26B43"/>
          </p15:clr>
        </p15:guide>
        <p15:guide id="3" pos="14892">
          <p15:clr>
            <a:srgbClr val="F26B43"/>
          </p15:clr>
        </p15:guide>
        <p15:guide id="4" pos="7679">
          <p15:clr>
            <a:srgbClr val="F26B43"/>
          </p15:clr>
        </p15:guide>
        <p15:guide id="6" orient="horz" pos="794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 Id="rId6" Type="http://schemas.openxmlformats.org/officeDocument/2006/relationships/image" Target="../media/image42.png"/><Relationship Id="rId5" Type="http://schemas.openxmlformats.org/officeDocument/2006/relationships/image" Target="../media/image46.png"/><Relationship Id="rId4" Type="http://schemas.openxmlformats.org/officeDocument/2006/relationships/image" Target="../media/image45.png"/></Relationships>
</file>

<file path=ppt/slides/_rels/slide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 Id="rId6" Type="http://schemas.openxmlformats.org/officeDocument/2006/relationships/image" Target="../media/image42.png"/><Relationship Id="rId5" Type="http://schemas.openxmlformats.org/officeDocument/2006/relationships/image" Target="../media/image46.png"/><Relationship Id="rId4" Type="http://schemas.openxmlformats.org/officeDocument/2006/relationships/image" Target="../media/image45.png"/></Relationships>
</file>

<file path=ppt/slides/_rels/slide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 Id="rId6" Type="http://schemas.openxmlformats.org/officeDocument/2006/relationships/image" Target="../media/image42.png"/><Relationship Id="rId5" Type="http://schemas.openxmlformats.org/officeDocument/2006/relationships/image" Target="../media/image46.png"/><Relationship Id="rId4" Type="http://schemas.openxmlformats.org/officeDocument/2006/relationships/image" Target="../media/image45.png"/></Relationships>
</file>

<file path=ppt/slides/_rels/slide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 Id="rId6" Type="http://schemas.openxmlformats.org/officeDocument/2006/relationships/image" Target="../media/image42.png"/><Relationship Id="rId5" Type="http://schemas.openxmlformats.org/officeDocument/2006/relationships/image" Target="../media/image46.png"/><Relationship Id="rId4" Type="http://schemas.openxmlformats.org/officeDocument/2006/relationships/image" Target="../media/image45.png"/></Relationships>
</file>

<file path=ppt/slides/_rels/slide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13">
            <a:extLst>
              <a:ext uri="{FF2B5EF4-FFF2-40B4-BE49-F238E27FC236}">
                <a16:creationId xmlns:a16="http://schemas.microsoft.com/office/drawing/2014/main" id="{10CECB86-2843-4C74-A43F-6DA0EAB41FB1}"/>
              </a:ext>
            </a:extLst>
          </p:cNvPr>
          <p:cNvCxnSpPr>
            <a:cxnSpLocks/>
          </p:cNvCxnSpPr>
          <p:nvPr/>
        </p:nvCxnSpPr>
        <p:spPr>
          <a:xfrm>
            <a:off x="9320981" y="1710801"/>
            <a:ext cx="287101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ítulo 1">
            <a:extLst>
              <a:ext uri="{FF2B5EF4-FFF2-40B4-BE49-F238E27FC236}">
                <a16:creationId xmlns:a16="http://schemas.microsoft.com/office/drawing/2014/main" id="{D04B49CD-B73A-4951-BB23-90C198EF36EA}"/>
              </a:ext>
            </a:extLst>
          </p:cNvPr>
          <p:cNvSpPr txBox="1">
            <a:spLocks/>
          </p:cNvSpPr>
          <p:nvPr/>
        </p:nvSpPr>
        <p:spPr>
          <a:xfrm>
            <a:off x="790172" y="2085049"/>
            <a:ext cx="10611655" cy="183832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s-GT" sz="4800" b="0" i="0" u="none" strike="noStrike" kern="1200" cap="none" spc="0" normalizeH="0" baseline="0" noProof="0" dirty="0">
                <a:ln>
                  <a:noFill/>
                </a:ln>
                <a:solidFill>
                  <a:prstClr val="white"/>
                </a:solidFill>
                <a:effectLst/>
                <a:uLnTx/>
                <a:uFillTx/>
                <a:latin typeface="Century Gothic" panose="020B0502020202020204" pitchFamily="34" charset="0"/>
                <a:ea typeface="+mj-ea"/>
                <a:cs typeface="+mj-cs"/>
              </a:rPr>
              <a:t>Resumen del </a:t>
            </a:r>
            <a:r>
              <a:rPr kumimoji="0" lang="es-GT" sz="4800" b="0" i="0" u="none" strike="noStrike" kern="1200" cap="none" spc="0" normalizeH="0" baseline="0" noProof="0" dirty="0" err="1">
                <a:ln>
                  <a:noFill/>
                </a:ln>
                <a:solidFill>
                  <a:prstClr val="white"/>
                </a:solidFill>
                <a:effectLst/>
                <a:uLnTx/>
                <a:uFillTx/>
                <a:latin typeface="Century Gothic" panose="020B0502020202020204" pitchFamily="34" charset="0"/>
                <a:ea typeface="+mj-ea"/>
                <a:cs typeface="+mj-cs"/>
              </a:rPr>
              <a:t>dia</a:t>
            </a:r>
            <a:r>
              <a:rPr kumimoji="0" lang="es-GT" sz="4800" b="0" i="0" u="none" strike="noStrike" kern="1200" cap="none" spc="0" normalizeH="0" baseline="0" noProof="0" dirty="0">
                <a:ln>
                  <a:noFill/>
                </a:ln>
                <a:solidFill>
                  <a:prstClr val="white"/>
                </a:solidFill>
                <a:effectLst/>
                <a:uLnTx/>
                <a:uFillTx/>
                <a:latin typeface="Century Gothic" panose="020B0502020202020204" pitchFamily="34" charset="0"/>
                <a:ea typeface="+mj-ea"/>
                <a:cs typeface="+mj-cs"/>
              </a:rPr>
              <a:t> 18</a:t>
            </a:r>
            <a:r>
              <a:rPr lang="es-GT" sz="4800" dirty="0">
                <a:solidFill>
                  <a:prstClr val="white"/>
                </a:solidFill>
                <a:latin typeface="Century Gothic" panose="020B0502020202020204" pitchFamily="34" charset="0"/>
              </a:rPr>
              <a:t> Abril</a:t>
            </a:r>
            <a:endParaRPr kumimoji="0" lang="es-GT" sz="4800" b="0" i="0" u="none" strike="noStrike" kern="1200" cap="none" spc="0" normalizeH="0" baseline="0" noProof="0" dirty="0">
              <a:ln>
                <a:noFill/>
              </a:ln>
              <a:solidFill>
                <a:prstClr val="white"/>
              </a:solidFill>
              <a:effectLst/>
              <a:uLnTx/>
              <a:uFillTx/>
              <a:latin typeface="Century Gothic" panose="020B0502020202020204" pitchFamily="34" charset="0"/>
              <a:ea typeface="+mj-ea"/>
              <a:cs typeface="+mj-cs"/>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s-GT" sz="3800" b="0" i="0" u="none" strike="noStrike" kern="1200" cap="none" spc="0" normalizeH="0" baseline="0" noProof="0" dirty="0">
                <a:ln>
                  <a:noFill/>
                </a:ln>
                <a:solidFill>
                  <a:srgbClr val="002060"/>
                </a:solidFill>
                <a:effectLst/>
                <a:uLnTx/>
                <a:uFillTx/>
                <a:latin typeface="Cascadia Code" panose="020B0609020000020004" pitchFamily="49" charset="0"/>
                <a:ea typeface="Cascadia Code" panose="020B0609020000020004" pitchFamily="49" charset="0"/>
                <a:cs typeface="Cascadia Code" panose="020B0609020000020004" pitchFamily="49" charset="0"/>
              </a:rPr>
              <a:t>SEGUIMIENTO COMERICIAL</a:t>
            </a:r>
          </a:p>
          <a:p>
            <a:pPr marL="0" marR="0" lvl="0" indent="0" algn="ctr" defTabSz="914400" rtl="0" eaLnBrk="1" fontAlgn="auto" latinLnBrk="0" hangingPunct="1">
              <a:lnSpc>
                <a:spcPct val="90000"/>
              </a:lnSpc>
              <a:spcBef>
                <a:spcPct val="0"/>
              </a:spcBef>
              <a:spcAft>
                <a:spcPts val="0"/>
              </a:spcAft>
              <a:buClrTx/>
              <a:buSzTx/>
              <a:buFontTx/>
              <a:buNone/>
              <a:tabLst/>
              <a:defRPr/>
            </a:pPr>
            <a:r>
              <a:rPr lang="es-GT" sz="3800" dirty="0">
                <a:solidFill>
                  <a:srgbClr val="002060"/>
                </a:solidFill>
                <a:latin typeface="Cascadia Code" panose="020B0609020000020004" pitchFamily="49" charset="0"/>
                <a:ea typeface="Cascadia Code" panose="020B0609020000020004" pitchFamily="49" charset="0"/>
                <a:cs typeface="Cascadia Code" panose="020B0609020000020004" pitchFamily="49" charset="0"/>
              </a:rPr>
              <a:t>Abril 20 2026</a:t>
            </a:r>
            <a:endParaRPr kumimoji="0" lang="es-GT" sz="3800" b="0" i="0" u="none" strike="noStrike" kern="1200" cap="none" spc="0" normalizeH="0" baseline="0" noProof="0" dirty="0">
              <a:ln>
                <a:noFill/>
              </a:ln>
              <a:solidFill>
                <a:srgbClr val="002060"/>
              </a:solidFill>
              <a:effectLst/>
              <a:uLnTx/>
              <a:uFillTx/>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23" name="Rectángulo 5">
            <a:extLst>
              <a:ext uri="{FF2B5EF4-FFF2-40B4-BE49-F238E27FC236}">
                <a16:creationId xmlns:a16="http://schemas.microsoft.com/office/drawing/2014/main" id="{C7A17F76-8DAA-42E9-BA55-85DC95771DA9}"/>
              </a:ext>
            </a:extLst>
          </p:cNvPr>
          <p:cNvSpPr/>
          <p:nvPr/>
        </p:nvSpPr>
        <p:spPr>
          <a:xfrm>
            <a:off x="480852" y="4847302"/>
            <a:ext cx="11712787" cy="2020222"/>
          </a:xfrm>
          <a:prstGeom prst="rect">
            <a:avLst/>
          </a:prstGeom>
          <a:solidFill>
            <a:srgbClr val="4E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white"/>
              </a:solidFill>
              <a:effectLst/>
              <a:uLnTx/>
              <a:uFillTx/>
              <a:latin typeface="Gotham" panose="02000604030000020004" pitchFamily="2" charset="0"/>
              <a:ea typeface="+mn-ea"/>
              <a:cs typeface="+mn-cs"/>
            </a:endParaRPr>
          </a:p>
        </p:txBody>
      </p:sp>
      <p:sp>
        <p:nvSpPr>
          <p:cNvPr id="24" name="Rectángulo 9">
            <a:extLst>
              <a:ext uri="{FF2B5EF4-FFF2-40B4-BE49-F238E27FC236}">
                <a16:creationId xmlns:a16="http://schemas.microsoft.com/office/drawing/2014/main" id="{B0B21DAD-5B6E-4711-B72E-94D5FDEBF54B}"/>
              </a:ext>
            </a:extLst>
          </p:cNvPr>
          <p:cNvSpPr/>
          <p:nvPr/>
        </p:nvSpPr>
        <p:spPr>
          <a:xfrm>
            <a:off x="-10325" y="4837779"/>
            <a:ext cx="504825" cy="2020221"/>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otham" panose="02000604030000020004" pitchFamily="2" charset="0"/>
              <a:ea typeface="+mn-ea"/>
              <a:cs typeface="+mn-cs"/>
            </a:endParaRPr>
          </a:p>
        </p:txBody>
      </p:sp>
      <p:pic>
        <p:nvPicPr>
          <p:cNvPr id="5" name="Imagen 4">
            <a:extLst>
              <a:ext uri="{FF2B5EF4-FFF2-40B4-BE49-F238E27FC236}">
                <a16:creationId xmlns:a16="http://schemas.microsoft.com/office/drawing/2014/main" id="{7461DE92-6315-D5D7-6690-70ADBA92E4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30345" y="143765"/>
            <a:ext cx="2661655" cy="1417983"/>
          </a:xfrm>
          <a:prstGeom prst="rect">
            <a:avLst/>
          </a:prstGeom>
        </p:spPr>
      </p:pic>
      <p:sp>
        <p:nvSpPr>
          <p:cNvPr id="7" name="Triángulo rectángulo 6">
            <a:extLst>
              <a:ext uri="{FF2B5EF4-FFF2-40B4-BE49-F238E27FC236}">
                <a16:creationId xmlns:a16="http://schemas.microsoft.com/office/drawing/2014/main" id="{7F77AEDB-2BD7-FB7D-07B2-26687DF5DE6E}"/>
              </a:ext>
            </a:extLst>
          </p:cNvPr>
          <p:cNvSpPr/>
          <p:nvPr/>
        </p:nvSpPr>
        <p:spPr>
          <a:xfrm>
            <a:off x="-609600" y="4060723"/>
            <a:ext cx="5161935" cy="3706761"/>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noFill/>
            </a:endParaRPr>
          </a:p>
        </p:txBody>
      </p:sp>
      <p:sp>
        <p:nvSpPr>
          <p:cNvPr id="8" name="Signo menos 7">
            <a:extLst>
              <a:ext uri="{FF2B5EF4-FFF2-40B4-BE49-F238E27FC236}">
                <a16:creationId xmlns:a16="http://schemas.microsoft.com/office/drawing/2014/main" id="{E52431FE-D727-7C35-96F6-076E167896BC}"/>
              </a:ext>
            </a:extLst>
          </p:cNvPr>
          <p:cNvSpPr/>
          <p:nvPr/>
        </p:nvSpPr>
        <p:spPr>
          <a:xfrm>
            <a:off x="7634748" y="5624054"/>
            <a:ext cx="8900652" cy="963556"/>
          </a:xfrm>
          <a:prstGeom prst="mathMinus">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
        <p:nvSpPr>
          <p:cNvPr id="9" name="Signo menos 8">
            <a:extLst>
              <a:ext uri="{FF2B5EF4-FFF2-40B4-BE49-F238E27FC236}">
                <a16:creationId xmlns:a16="http://schemas.microsoft.com/office/drawing/2014/main" id="{6D24951D-241B-2324-DA88-CA1C4F506127}"/>
              </a:ext>
            </a:extLst>
          </p:cNvPr>
          <p:cNvSpPr/>
          <p:nvPr/>
        </p:nvSpPr>
        <p:spPr>
          <a:xfrm>
            <a:off x="7634748" y="6096005"/>
            <a:ext cx="8900652" cy="963556"/>
          </a:xfrm>
          <a:prstGeom prst="mathMinus">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
        <p:nvSpPr>
          <p:cNvPr id="10" name="Signo menos 9">
            <a:extLst>
              <a:ext uri="{FF2B5EF4-FFF2-40B4-BE49-F238E27FC236}">
                <a16:creationId xmlns:a16="http://schemas.microsoft.com/office/drawing/2014/main" id="{D1E41047-0DB4-C790-40E5-3789EF3A9DE5}"/>
              </a:ext>
            </a:extLst>
          </p:cNvPr>
          <p:cNvSpPr/>
          <p:nvPr/>
        </p:nvSpPr>
        <p:spPr>
          <a:xfrm>
            <a:off x="7634748" y="5152419"/>
            <a:ext cx="8900652" cy="963556"/>
          </a:xfrm>
          <a:prstGeom prst="mathMinus">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
        <p:nvSpPr>
          <p:cNvPr id="11" name="Signo menos 10">
            <a:extLst>
              <a:ext uri="{FF2B5EF4-FFF2-40B4-BE49-F238E27FC236}">
                <a16:creationId xmlns:a16="http://schemas.microsoft.com/office/drawing/2014/main" id="{B77B226D-04EB-3782-446F-2EEF5700BE0D}"/>
              </a:ext>
            </a:extLst>
          </p:cNvPr>
          <p:cNvSpPr/>
          <p:nvPr/>
        </p:nvSpPr>
        <p:spPr>
          <a:xfrm>
            <a:off x="7634748" y="4729328"/>
            <a:ext cx="8900652" cy="963556"/>
          </a:xfrm>
          <a:prstGeom prst="mathMinus">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Tree>
    <p:extLst>
      <p:ext uri="{BB962C8B-B14F-4D97-AF65-F5344CB8AC3E}">
        <p14:creationId xmlns:p14="http://schemas.microsoft.com/office/powerpoint/2010/main" val="614845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2A22F-293F-0CF1-BEC6-46929585E3BE}"/>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DB1FAD7-811C-38FE-D08C-023639227D05}"/>
              </a:ext>
            </a:extLst>
          </p:cNvPr>
          <p:cNvPicPr>
            <a:picLocks noChangeAspect="1"/>
          </p:cNvPicPr>
          <p:nvPr/>
        </p:nvPicPr>
        <p:blipFill rotWithShape="1">
          <a:blip r:embed="rId2"/>
          <a:srcRect l="31379" b="31616"/>
          <a:stretch/>
        </p:blipFill>
        <p:spPr>
          <a:xfrm>
            <a:off x="1450428" y="5909504"/>
            <a:ext cx="10741572" cy="948496"/>
          </a:xfrm>
          <a:prstGeom prst="rect">
            <a:avLst/>
          </a:prstGeom>
        </p:spPr>
      </p:pic>
      <p:pic>
        <p:nvPicPr>
          <p:cNvPr id="6" name="Picture 5">
            <a:extLst>
              <a:ext uri="{FF2B5EF4-FFF2-40B4-BE49-F238E27FC236}">
                <a16:creationId xmlns:a16="http://schemas.microsoft.com/office/drawing/2014/main" id="{0AAB9239-B355-78B8-B5A8-002F1EF4F488}"/>
              </a:ext>
            </a:extLst>
          </p:cNvPr>
          <p:cNvPicPr>
            <a:picLocks noChangeAspect="1"/>
          </p:cNvPicPr>
          <p:nvPr/>
        </p:nvPicPr>
        <p:blipFill>
          <a:blip r:embed="rId3"/>
          <a:stretch>
            <a:fillRect/>
          </a:stretch>
        </p:blipFill>
        <p:spPr>
          <a:xfrm>
            <a:off x="324138" y="225031"/>
            <a:ext cx="663834" cy="271183"/>
          </a:xfrm>
          <a:prstGeom prst="rect">
            <a:avLst/>
          </a:prstGeom>
        </p:spPr>
      </p:pic>
      <p:pic>
        <p:nvPicPr>
          <p:cNvPr id="11" name="Picture 10">
            <a:extLst>
              <a:ext uri="{FF2B5EF4-FFF2-40B4-BE49-F238E27FC236}">
                <a16:creationId xmlns:a16="http://schemas.microsoft.com/office/drawing/2014/main" id="{8C4F737B-1478-5CAF-449A-FDECB1459560}"/>
              </a:ext>
            </a:extLst>
          </p:cNvPr>
          <p:cNvPicPr>
            <a:picLocks noChangeAspect="1"/>
          </p:cNvPicPr>
          <p:nvPr/>
        </p:nvPicPr>
        <p:blipFill>
          <a:blip r:embed="rId4"/>
          <a:stretch>
            <a:fillRect/>
          </a:stretch>
        </p:blipFill>
        <p:spPr>
          <a:xfrm>
            <a:off x="10835066" y="5880464"/>
            <a:ext cx="552732" cy="558581"/>
          </a:xfrm>
          <a:prstGeom prst="rect">
            <a:avLst/>
          </a:prstGeom>
        </p:spPr>
      </p:pic>
      <p:pic>
        <p:nvPicPr>
          <p:cNvPr id="4" name="Picture 3">
            <a:extLst>
              <a:ext uri="{FF2B5EF4-FFF2-40B4-BE49-F238E27FC236}">
                <a16:creationId xmlns:a16="http://schemas.microsoft.com/office/drawing/2014/main" id="{AC989CB9-FE78-FC15-278B-0676C3FDDA8E}"/>
              </a:ext>
            </a:extLst>
          </p:cNvPr>
          <p:cNvPicPr>
            <a:picLocks noChangeAspect="1"/>
          </p:cNvPicPr>
          <p:nvPr/>
        </p:nvPicPr>
        <p:blipFill rotWithShape="1">
          <a:blip r:embed="rId5"/>
          <a:srcRect r="39230"/>
          <a:stretch/>
        </p:blipFill>
        <p:spPr>
          <a:xfrm>
            <a:off x="10390717" y="1256983"/>
            <a:ext cx="1765941" cy="3649300"/>
          </a:xfrm>
          <a:prstGeom prst="rect">
            <a:avLst/>
          </a:prstGeom>
        </p:spPr>
      </p:pic>
      <p:sp>
        <p:nvSpPr>
          <p:cNvPr id="10" name="Título 13">
            <a:hlinkClick r:id="" action="ppaction://noaction"/>
            <a:extLst>
              <a:ext uri="{FF2B5EF4-FFF2-40B4-BE49-F238E27FC236}">
                <a16:creationId xmlns:a16="http://schemas.microsoft.com/office/drawing/2014/main" id="{1656C96F-6A58-5046-2178-7EA0011ADD08}"/>
              </a:ext>
            </a:extLst>
          </p:cNvPr>
          <p:cNvSpPr txBox="1">
            <a:spLocks/>
          </p:cNvSpPr>
          <p:nvPr/>
        </p:nvSpPr>
        <p:spPr>
          <a:xfrm>
            <a:off x="1184065" y="171450"/>
            <a:ext cx="8444029" cy="398704"/>
          </a:xfrm>
          <a:prstGeom prst="rect">
            <a:avLst/>
          </a:prstGeom>
        </p:spPr>
        <p:txBody>
          <a:bodyPr lIns="91440" tIns="45720" rIns="91440" bIns="45720" anchor="t"/>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
                <a:srgbClr val="212C58"/>
              </a:buClr>
              <a:buSzPts val="3000"/>
              <a:buFont typeface="Source Sans Pro Black"/>
              <a:buNone/>
              <a:tabLst/>
              <a:defRPr/>
            </a:pPr>
            <a:r>
              <a:rPr kumimoji="0" lang="es-ES" sz="2000" b="0" i="0" u="none" strike="noStrike" kern="1200" cap="none" spc="0" normalizeH="0" baseline="0" noProof="0" dirty="0">
                <a:ln>
                  <a:noFill/>
                </a:ln>
                <a:solidFill>
                  <a:srgbClr val="ED7D31"/>
                </a:solidFill>
                <a:effectLst/>
                <a:uLnTx/>
                <a:uFillTx/>
                <a:latin typeface="Gotham"/>
                <a:ea typeface="+mj-ea"/>
                <a:cs typeface="Century Gothic"/>
                <a:sym typeface="Arial"/>
              </a:rPr>
              <a:t>Ventas Vs. Presupuesto </a:t>
            </a:r>
            <a:r>
              <a:rPr lang="es-ES" sz="2000" dirty="0">
                <a:solidFill>
                  <a:srgbClr val="ED7D31"/>
                </a:solidFill>
                <a:latin typeface="Gotham"/>
                <a:cs typeface="Century Gothic"/>
                <a:sym typeface="Arial"/>
              </a:rPr>
              <a:t>al</a:t>
            </a:r>
            <a:r>
              <a:rPr kumimoji="0" lang="es-ES" sz="2000" b="0" i="0" u="none" strike="noStrike" kern="1200" cap="none" spc="0" normalizeH="0" baseline="0" noProof="0" dirty="0">
                <a:ln>
                  <a:noFill/>
                </a:ln>
                <a:solidFill>
                  <a:srgbClr val="ED7D31"/>
                </a:solidFill>
                <a:effectLst/>
                <a:uLnTx/>
                <a:uFillTx/>
                <a:latin typeface="Gotham"/>
                <a:ea typeface="+mj-ea"/>
                <a:cs typeface="Century Gothic"/>
                <a:sym typeface="Arial"/>
              </a:rPr>
              <a:t> </a:t>
            </a:r>
            <a:r>
              <a:rPr kumimoji="0" lang="es-ES" sz="2000" b="0" i="0" u="none" strike="noStrike" kern="1200" cap="none" spc="0" normalizeH="0" baseline="0" noProof="0" dirty="0" err="1">
                <a:ln>
                  <a:noFill/>
                </a:ln>
                <a:solidFill>
                  <a:srgbClr val="ED7D31"/>
                </a:solidFill>
                <a:effectLst/>
                <a:uLnTx/>
                <a:uFillTx/>
                <a:latin typeface="Gotham"/>
                <a:ea typeface="+mj-ea"/>
                <a:cs typeface="Century Gothic"/>
                <a:sym typeface="Arial"/>
              </a:rPr>
              <a:t>dia</a:t>
            </a:r>
            <a:r>
              <a:rPr kumimoji="0" lang="es-ES" sz="2000" b="0" i="0" u="none" strike="noStrike" kern="1200" cap="none" spc="0" normalizeH="0" baseline="0" noProof="0" dirty="0">
                <a:ln>
                  <a:noFill/>
                </a:ln>
                <a:solidFill>
                  <a:srgbClr val="ED7D31"/>
                </a:solidFill>
                <a:effectLst/>
                <a:uLnTx/>
                <a:uFillTx/>
                <a:latin typeface="Gotham"/>
                <a:ea typeface="+mj-ea"/>
                <a:cs typeface="Century Gothic"/>
                <a:sym typeface="Arial"/>
              </a:rPr>
              <a:t> 18 Vendedores</a:t>
            </a:r>
          </a:p>
          <a:p>
            <a:pPr marL="0" marR="0" lvl="0" indent="0" algn="l" defTabSz="914400" rtl="0" eaLnBrk="1" fontAlgn="auto" latinLnBrk="0" hangingPunct="1">
              <a:lnSpc>
                <a:spcPct val="100000"/>
              </a:lnSpc>
              <a:spcBef>
                <a:spcPts val="0"/>
              </a:spcBef>
              <a:spcAft>
                <a:spcPts val="0"/>
              </a:spcAft>
              <a:buClr>
                <a:srgbClr val="212C58"/>
              </a:buClr>
              <a:buSzPts val="3000"/>
              <a:buFont typeface="Source Sans Pro Black"/>
              <a:buNone/>
              <a:tabLst/>
              <a:defRPr/>
            </a:pPr>
            <a:endParaRPr kumimoji="0" lang="es-GT" sz="2000" b="0" i="0" u="none" strike="noStrike" kern="1200" cap="none" spc="0" normalizeH="0" baseline="0" noProof="0" dirty="0">
              <a:ln>
                <a:noFill/>
              </a:ln>
              <a:solidFill>
                <a:srgbClr val="F18C20"/>
              </a:solidFill>
              <a:effectLst/>
              <a:uLnTx/>
              <a:uFillTx/>
              <a:latin typeface="Gotham" panose="02000604030000020004" pitchFamily="2" charset="0"/>
              <a:ea typeface="+mj-ea"/>
              <a:cs typeface="Century Gothic"/>
              <a:sym typeface="Arial"/>
            </a:endParaRPr>
          </a:p>
        </p:txBody>
      </p:sp>
      <p:sp>
        <p:nvSpPr>
          <p:cNvPr id="20" name="Rectangle 24">
            <a:extLst>
              <a:ext uri="{FF2B5EF4-FFF2-40B4-BE49-F238E27FC236}">
                <a16:creationId xmlns:a16="http://schemas.microsoft.com/office/drawing/2014/main" id="{84267417-E233-BCBF-B4AF-48EBE15D83DD}"/>
              </a:ext>
            </a:extLst>
          </p:cNvPr>
          <p:cNvSpPr/>
          <p:nvPr/>
        </p:nvSpPr>
        <p:spPr>
          <a:xfrm>
            <a:off x="544919" y="1557376"/>
            <a:ext cx="443053" cy="4346693"/>
          </a:xfrm>
          <a:prstGeom prst="rect">
            <a:avLst/>
          </a:prstGeom>
          <a:solidFill>
            <a:srgbClr val="F1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15">
            <a:extLst>
              <a:ext uri="{FF2B5EF4-FFF2-40B4-BE49-F238E27FC236}">
                <a16:creationId xmlns:a16="http://schemas.microsoft.com/office/drawing/2014/main" id="{2E013042-611F-1E64-D32E-39FAEF3D557E}"/>
              </a:ext>
            </a:extLst>
          </p:cNvPr>
          <p:cNvSpPr/>
          <p:nvPr/>
        </p:nvSpPr>
        <p:spPr>
          <a:xfrm>
            <a:off x="101359" y="1557338"/>
            <a:ext cx="887120" cy="887118"/>
          </a:xfrm>
          <a:prstGeom prst="ellipse">
            <a:avLst/>
          </a:prstGeom>
          <a:solidFill>
            <a:srgbClr val="F1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Box 16">
            <a:extLst>
              <a:ext uri="{FF2B5EF4-FFF2-40B4-BE49-F238E27FC236}">
                <a16:creationId xmlns:a16="http://schemas.microsoft.com/office/drawing/2014/main" id="{BFDBAAA1-31C1-3566-3020-55A5DC0C841A}"/>
              </a:ext>
            </a:extLst>
          </p:cNvPr>
          <p:cNvSpPr txBox="1"/>
          <p:nvPr/>
        </p:nvSpPr>
        <p:spPr>
          <a:xfrm>
            <a:off x="244196" y="1708509"/>
            <a:ext cx="601447" cy="584775"/>
          </a:xfrm>
          <a:prstGeom prst="rect">
            <a:avLst/>
          </a:prstGeom>
          <a:solidFill>
            <a:srgbClr val="F18A00"/>
          </a:solidFill>
          <a:ln>
            <a:noFill/>
          </a:ln>
        </p:spPr>
        <p:txBody>
          <a:bodyPr wrap="none" lIns="91440" tIns="45720" rIns="9144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3200" b="1" dirty="0">
                <a:solidFill>
                  <a:prstClr val="white"/>
                </a:solidFill>
                <a:latin typeface="Gotham" panose="02000604030000020004"/>
              </a:rPr>
              <a:t>01</a:t>
            </a:r>
            <a:endParaRPr kumimoji="0" lang="en-IN" sz="3200" b="1" i="0" u="none" strike="noStrike" kern="1200" cap="none" spc="0" normalizeH="0" baseline="0" noProof="0" dirty="0">
              <a:ln>
                <a:noFill/>
              </a:ln>
              <a:solidFill>
                <a:prstClr val="white"/>
              </a:solidFill>
              <a:effectLst/>
              <a:uLnTx/>
              <a:uFillTx/>
              <a:latin typeface="Gotham" panose="02000604030000020004"/>
              <a:ea typeface="+mn-ea"/>
              <a:cs typeface="+mn-cs"/>
            </a:endParaRPr>
          </a:p>
        </p:txBody>
      </p:sp>
      <p:pic>
        <p:nvPicPr>
          <p:cNvPr id="21" name="Picture 22">
            <a:extLst>
              <a:ext uri="{FF2B5EF4-FFF2-40B4-BE49-F238E27FC236}">
                <a16:creationId xmlns:a16="http://schemas.microsoft.com/office/drawing/2014/main" id="{831CC04E-D1B1-756B-AD29-40818D716E18}"/>
              </a:ext>
            </a:extLst>
          </p:cNvPr>
          <p:cNvPicPr>
            <a:picLocks noChangeAspect="1"/>
          </p:cNvPicPr>
          <p:nvPr/>
        </p:nvPicPr>
        <p:blipFill>
          <a:blip r:embed="rId4"/>
          <a:stretch>
            <a:fillRect/>
          </a:stretch>
        </p:blipFill>
        <p:spPr>
          <a:xfrm>
            <a:off x="348391" y="747467"/>
            <a:ext cx="552732" cy="558581"/>
          </a:xfrm>
          <a:prstGeom prst="rect">
            <a:avLst/>
          </a:prstGeom>
        </p:spPr>
      </p:pic>
      <p:sp>
        <p:nvSpPr>
          <p:cNvPr id="14" name="object 5">
            <a:extLst>
              <a:ext uri="{FF2B5EF4-FFF2-40B4-BE49-F238E27FC236}">
                <a16:creationId xmlns:a16="http://schemas.microsoft.com/office/drawing/2014/main" id="{598ABA17-EF4B-5574-69FE-2535AC877ED4}"/>
              </a:ext>
            </a:extLst>
          </p:cNvPr>
          <p:cNvSpPr/>
          <p:nvPr/>
        </p:nvSpPr>
        <p:spPr>
          <a:xfrm>
            <a:off x="1307114" y="555866"/>
            <a:ext cx="9160030" cy="28575"/>
          </a:xfrm>
          <a:custGeom>
            <a:avLst/>
            <a:gdLst/>
            <a:ahLst/>
            <a:cxnLst/>
            <a:rect l="l" t="t" r="r" b="b"/>
            <a:pathLst>
              <a:path w="12192000" h="28575">
                <a:moveTo>
                  <a:pt x="0" y="0"/>
                </a:moveTo>
                <a:lnTo>
                  <a:pt x="0" y="28575"/>
                </a:lnTo>
                <a:lnTo>
                  <a:pt x="12192000" y="28575"/>
                </a:lnTo>
                <a:lnTo>
                  <a:pt x="12192000" y="0"/>
                </a:lnTo>
                <a:lnTo>
                  <a:pt x="0" y="0"/>
                </a:lnTo>
                <a:close/>
              </a:path>
            </a:pathLst>
          </a:custGeom>
          <a:solidFill>
            <a:srgbClr val="F79B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pic>
        <p:nvPicPr>
          <p:cNvPr id="3" name="Imagen 2">
            <a:extLst>
              <a:ext uri="{FF2B5EF4-FFF2-40B4-BE49-F238E27FC236}">
                <a16:creationId xmlns:a16="http://schemas.microsoft.com/office/drawing/2014/main" id="{8EA29FC9-69A6-A314-703D-B0C19EBC613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382054" y="6250807"/>
            <a:ext cx="815691" cy="434555"/>
          </a:xfrm>
          <a:prstGeom prst="rect">
            <a:avLst/>
          </a:prstGeom>
        </p:spPr>
      </p:pic>
      <p:sp>
        <p:nvSpPr>
          <p:cNvPr id="17" name="Rectángulo: esquinas superiores redondeadas 16">
            <a:extLst>
              <a:ext uri="{FF2B5EF4-FFF2-40B4-BE49-F238E27FC236}">
                <a16:creationId xmlns:a16="http://schemas.microsoft.com/office/drawing/2014/main" id="{445C407E-B25E-B11E-95F4-145ACB229256}"/>
              </a:ext>
            </a:extLst>
          </p:cNvPr>
          <p:cNvSpPr/>
          <p:nvPr/>
        </p:nvSpPr>
        <p:spPr>
          <a:xfrm>
            <a:off x="544919" y="6014476"/>
            <a:ext cx="10022709" cy="811473"/>
          </a:xfrm>
          <a:prstGeom prst="round2Same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s-DO" dirty="0"/>
          </a:p>
        </p:txBody>
      </p:sp>
    </p:spTree>
    <p:extLst>
      <p:ext uri="{BB962C8B-B14F-4D97-AF65-F5344CB8AC3E}">
        <p14:creationId xmlns:p14="http://schemas.microsoft.com/office/powerpoint/2010/main" val="812077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FF994-F6E8-9BFE-85D0-1F8046D177A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D46A9C5-6194-348A-28B3-057B96ADA8DF}"/>
              </a:ext>
            </a:extLst>
          </p:cNvPr>
          <p:cNvPicPr>
            <a:picLocks noChangeAspect="1"/>
          </p:cNvPicPr>
          <p:nvPr/>
        </p:nvPicPr>
        <p:blipFill rotWithShape="1">
          <a:blip r:embed="rId2"/>
          <a:srcRect l="31379" b="31616"/>
          <a:stretch/>
        </p:blipFill>
        <p:spPr>
          <a:xfrm>
            <a:off x="1450428" y="5909504"/>
            <a:ext cx="10741572" cy="948496"/>
          </a:xfrm>
          <a:prstGeom prst="rect">
            <a:avLst/>
          </a:prstGeom>
        </p:spPr>
      </p:pic>
      <p:pic>
        <p:nvPicPr>
          <p:cNvPr id="6" name="Picture 5">
            <a:extLst>
              <a:ext uri="{FF2B5EF4-FFF2-40B4-BE49-F238E27FC236}">
                <a16:creationId xmlns:a16="http://schemas.microsoft.com/office/drawing/2014/main" id="{F5DAC079-6B77-2E6B-3B89-8B14CF4D7732}"/>
              </a:ext>
            </a:extLst>
          </p:cNvPr>
          <p:cNvPicPr>
            <a:picLocks noChangeAspect="1"/>
          </p:cNvPicPr>
          <p:nvPr/>
        </p:nvPicPr>
        <p:blipFill>
          <a:blip r:embed="rId3"/>
          <a:stretch>
            <a:fillRect/>
          </a:stretch>
        </p:blipFill>
        <p:spPr>
          <a:xfrm>
            <a:off x="324138" y="225031"/>
            <a:ext cx="663834" cy="271183"/>
          </a:xfrm>
          <a:prstGeom prst="rect">
            <a:avLst/>
          </a:prstGeom>
        </p:spPr>
      </p:pic>
      <p:pic>
        <p:nvPicPr>
          <p:cNvPr id="11" name="Picture 10">
            <a:extLst>
              <a:ext uri="{FF2B5EF4-FFF2-40B4-BE49-F238E27FC236}">
                <a16:creationId xmlns:a16="http://schemas.microsoft.com/office/drawing/2014/main" id="{9157EB39-F9FA-0276-E4E1-651B740EE871}"/>
              </a:ext>
            </a:extLst>
          </p:cNvPr>
          <p:cNvPicPr>
            <a:picLocks noChangeAspect="1"/>
          </p:cNvPicPr>
          <p:nvPr/>
        </p:nvPicPr>
        <p:blipFill>
          <a:blip r:embed="rId4"/>
          <a:stretch>
            <a:fillRect/>
          </a:stretch>
        </p:blipFill>
        <p:spPr>
          <a:xfrm>
            <a:off x="10835066" y="5880464"/>
            <a:ext cx="552732" cy="558581"/>
          </a:xfrm>
          <a:prstGeom prst="rect">
            <a:avLst/>
          </a:prstGeom>
        </p:spPr>
      </p:pic>
      <p:pic>
        <p:nvPicPr>
          <p:cNvPr id="4" name="Picture 3">
            <a:extLst>
              <a:ext uri="{FF2B5EF4-FFF2-40B4-BE49-F238E27FC236}">
                <a16:creationId xmlns:a16="http://schemas.microsoft.com/office/drawing/2014/main" id="{7162F2F3-AB68-44BC-9031-8ECA4ECD6874}"/>
              </a:ext>
            </a:extLst>
          </p:cNvPr>
          <p:cNvPicPr>
            <a:picLocks noChangeAspect="1"/>
          </p:cNvPicPr>
          <p:nvPr/>
        </p:nvPicPr>
        <p:blipFill rotWithShape="1">
          <a:blip r:embed="rId5"/>
          <a:srcRect r="39230"/>
          <a:stretch/>
        </p:blipFill>
        <p:spPr>
          <a:xfrm>
            <a:off x="10390717" y="1256983"/>
            <a:ext cx="1765941" cy="3649300"/>
          </a:xfrm>
          <a:prstGeom prst="rect">
            <a:avLst/>
          </a:prstGeom>
        </p:spPr>
      </p:pic>
      <p:sp>
        <p:nvSpPr>
          <p:cNvPr id="10" name="Título 13">
            <a:hlinkClick r:id="" action="ppaction://noaction"/>
            <a:extLst>
              <a:ext uri="{FF2B5EF4-FFF2-40B4-BE49-F238E27FC236}">
                <a16:creationId xmlns:a16="http://schemas.microsoft.com/office/drawing/2014/main" id="{31CAB18C-CBA9-3112-F20B-A7FD5D9822DE}"/>
              </a:ext>
            </a:extLst>
          </p:cNvPr>
          <p:cNvSpPr txBox="1">
            <a:spLocks/>
          </p:cNvSpPr>
          <p:nvPr/>
        </p:nvSpPr>
        <p:spPr>
          <a:xfrm>
            <a:off x="1184065" y="171450"/>
            <a:ext cx="10762129" cy="398704"/>
          </a:xfrm>
          <a:prstGeom prst="rect">
            <a:avLst/>
          </a:prstGeom>
        </p:spPr>
        <p:txBody>
          <a:bodyPr lIns="91440" tIns="45720" rIns="91440" bIns="45720" anchor="t"/>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
                <a:srgbClr val="212C58"/>
              </a:buClr>
              <a:buSzPts val="3000"/>
              <a:buFont typeface="Source Sans Pro Black"/>
              <a:buNone/>
              <a:tabLst/>
              <a:defRPr/>
            </a:pPr>
            <a:r>
              <a:rPr kumimoji="0" lang="es-ES" sz="2000" b="0" i="0" u="none" strike="noStrike" kern="1200" cap="none" spc="0" normalizeH="0" baseline="0" noProof="0" dirty="0">
                <a:ln>
                  <a:noFill/>
                </a:ln>
                <a:solidFill>
                  <a:srgbClr val="ED7D31"/>
                </a:solidFill>
                <a:effectLst/>
                <a:uLnTx/>
                <a:uFillTx/>
                <a:latin typeface="Gotham"/>
                <a:ea typeface="+mj-ea"/>
                <a:cs typeface="Century Gothic"/>
                <a:sym typeface="Arial"/>
              </a:rPr>
              <a:t>Ventas Vs. Presupuesto </a:t>
            </a:r>
            <a:r>
              <a:rPr kumimoji="0" lang="en-US" sz="2000" b="0" i="0" u="none" strike="noStrike" kern="1200" cap="none" spc="0" normalizeH="0" baseline="0" noProof="0" dirty="0">
                <a:ln>
                  <a:noFill/>
                </a:ln>
                <a:solidFill>
                  <a:srgbClr val="ED7D31"/>
                </a:solidFill>
                <a:effectLst/>
                <a:uLnTx/>
                <a:uFillTx/>
                <a:latin typeface="Gotham"/>
                <a:ea typeface="+mj-ea"/>
                <a:cs typeface="Century Gothic"/>
                <a:sym typeface="Arial"/>
              </a:rPr>
              <a:t>del dia Anterior (18/04) Suplidores</a:t>
            </a:r>
            <a:endParaRPr kumimoji="0" lang="es-GT" sz="2000" b="0" i="0" u="none" strike="noStrike" kern="1200" cap="none" spc="0" normalizeH="0" baseline="0" noProof="0" dirty="0">
              <a:ln>
                <a:noFill/>
              </a:ln>
              <a:solidFill>
                <a:srgbClr val="F18C20"/>
              </a:solidFill>
              <a:effectLst/>
              <a:uLnTx/>
              <a:uFillTx/>
              <a:latin typeface="Gotham" panose="02000604030000020004" pitchFamily="2" charset="0"/>
              <a:ea typeface="+mj-ea"/>
              <a:cs typeface="Century Gothic"/>
              <a:sym typeface="Arial"/>
            </a:endParaRPr>
          </a:p>
        </p:txBody>
      </p:sp>
      <p:sp>
        <p:nvSpPr>
          <p:cNvPr id="20" name="Rectangle 24">
            <a:extLst>
              <a:ext uri="{FF2B5EF4-FFF2-40B4-BE49-F238E27FC236}">
                <a16:creationId xmlns:a16="http://schemas.microsoft.com/office/drawing/2014/main" id="{3051D4A1-1543-C9C0-7123-ACD0F775B35B}"/>
              </a:ext>
            </a:extLst>
          </p:cNvPr>
          <p:cNvSpPr/>
          <p:nvPr/>
        </p:nvSpPr>
        <p:spPr>
          <a:xfrm>
            <a:off x="544919" y="1557376"/>
            <a:ext cx="443053" cy="4346693"/>
          </a:xfrm>
          <a:prstGeom prst="rect">
            <a:avLst/>
          </a:prstGeom>
          <a:solidFill>
            <a:srgbClr val="F1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15">
            <a:extLst>
              <a:ext uri="{FF2B5EF4-FFF2-40B4-BE49-F238E27FC236}">
                <a16:creationId xmlns:a16="http://schemas.microsoft.com/office/drawing/2014/main" id="{F595AAB3-46BF-49BF-700D-9BFAB44F13B8}"/>
              </a:ext>
            </a:extLst>
          </p:cNvPr>
          <p:cNvSpPr/>
          <p:nvPr/>
        </p:nvSpPr>
        <p:spPr>
          <a:xfrm>
            <a:off x="101359" y="1557338"/>
            <a:ext cx="887120" cy="887118"/>
          </a:xfrm>
          <a:prstGeom prst="ellipse">
            <a:avLst/>
          </a:prstGeom>
          <a:solidFill>
            <a:srgbClr val="F1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Box 16">
            <a:extLst>
              <a:ext uri="{FF2B5EF4-FFF2-40B4-BE49-F238E27FC236}">
                <a16:creationId xmlns:a16="http://schemas.microsoft.com/office/drawing/2014/main" id="{B55D830D-4C20-6B04-189F-008D688BFE94}"/>
              </a:ext>
            </a:extLst>
          </p:cNvPr>
          <p:cNvSpPr txBox="1"/>
          <p:nvPr/>
        </p:nvSpPr>
        <p:spPr>
          <a:xfrm>
            <a:off x="244196" y="1708509"/>
            <a:ext cx="601447" cy="584775"/>
          </a:xfrm>
          <a:prstGeom prst="rect">
            <a:avLst/>
          </a:prstGeom>
          <a:solidFill>
            <a:srgbClr val="F18A00"/>
          </a:solidFill>
          <a:ln>
            <a:noFill/>
          </a:ln>
        </p:spPr>
        <p:txBody>
          <a:bodyPr wrap="none" lIns="91440" tIns="45720" rIns="9144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3200" b="1" dirty="0">
                <a:solidFill>
                  <a:prstClr val="white"/>
                </a:solidFill>
                <a:latin typeface="Gotham" panose="02000604030000020004"/>
              </a:rPr>
              <a:t>02</a:t>
            </a:r>
            <a:endParaRPr kumimoji="0" lang="en-IN" sz="3200" b="1" i="0" u="none" strike="noStrike" kern="1200" cap="none" spc="0" normalizeH="0" baseline="0" noProof="0" dirty="0">
              <a:ln>
                <a:noFill/>
              </a:ln>
              <a:solidFill>
                <a:prstClr val="white"/>
              </a:solidFill>
              <a:effectLst/>
              <a:uLnTx/>
              <a:uFillTx/>
              <a:latin typeface="Gotham" panose="02000604030000020004"/>
              <a:ea typeface="+mn-ea"/>
              <a:cs typeface="+mn-cs"/>
            </a:endParaRPr>
          </a:p>
        </p:txBody>
      </p:sp>
      <p:pic>
        <p:nvPicPr>
          <p:cNvPr id="21" name="Picture 22">
            <a:extLst>
              <a:ext uri="{FF2B5EF4-FFF2-40B4-BE49-F238E27FC236}">
                <a16:creationId xmlns:a16="http://schemas.microsoft.com/office/drawing/2014/main" id="{CD38FC4E-C56A-AB1A-73BB-E0092F3727A3}"/>
              </a:ext>
            </a:extLst>
          </p:cNvPr>
          <p:cNvPicPr>
            <a:picLocks noChangeAspect="1"/>
          </p:cNvPicPr>
          <p:nvPr/>
        </p:nvPicPr>
        <p:blipFill>
          <a:blip r:embed="rId4"/>
          <a:stretch>
            <a:fillRect/>
          </a:stretch>
        </p:blipFill>
        <p:spPr>
          <a:xfrm>
            <a:off x="348391" y="747467"/>
            <a:ext cx="552732" cy="558581"/>
          </a:xfrm>
          <a:prstGeom prst="rect">
            <a:avLst/>
          </a:prstGeom>
        </p:spPr>
      </p:pic>
      <p:sp>
        <p:nvSpPr>
          <p:cNvPr id="14" name="object 5">
            <a:extLst>
              <a:ext uri="{FF2B5EF4-FFF2-40B4-BE49-F238E27FC236}">
                <a16:creationId xmlns:a16="http://schemas.microsoft.com/office/drawing/2014/main" id="{36F82A2E-3BC8-9123-5D43-B3A0AB8FBFC3}"/>
              </a:ext>
            </a:extLst>
          </p:cNvPr>
          <p:cNvSpPr/>
          <p:nvPr/>
        </p:nvSpPr>
        <p:spPr>
          <a:xfrm>
            <a:off x="1307114" y="555866"/>
            <a:ext cx="9160030" cy="28575"/>
          </a:xfrm>
          <a:custGeom>
            <a:avLst/>
            <a:gdLst/>
            <a:ahLst/>
            <a:cxnLst/>
            <a:rect l="l" t="t" r="r" b="b"/>
            <a:pathLst>
              <a:path w="12192000" h="28575">
                <a:moveTo>
                  <a:pt x="0" y="0"/>
                </a:moveTo>
                <a:lnTo>
                  <a:pt x="0" y="28575"/>
                </a:lnTo>
                <a:lnTo>
                  <a:pt x="12192000" y="28575"/>
                </a:lnTo>
                <a:lnTo>
                  <a:pt x="12192000" y="0"/>
                </a:lnTo>
                <a:lnTo>
                  <a:pt x="0" y="0"/>
                </a:lnTo>
                <a:close/>
              </a:path>
            </a:pathLst>
          </a:custGeom>
          <a:solidFill>
            <a:srgbClr val="F79B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pic>
        <p:nvPicPr>
          <p:cNvPr id="3" name="Imagen 2">
            <a:extLst>
              <a:ext uri="{FF2B5EF4-FFF2-40B4-BE49-F238E27FC236}">
                <a16:creationId xmlns:a16="http://schemas.microsoft.com/office/drawing/2014/main" id="{04ED1335-ADEC-910D-98F2-0A27AD065DB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382054" y="6250807"/>
            <a:ext cx="815691" cy="434555"/>
          </a:xfrm>
          <a:prstGeom prst="rect">
            <a:avLst/>
          </a:prstGeom>
        </p:spPr>
      </p:pic>
      <p:sp>
        <p:nvSpPr>
          <p:cNvPr id="17" name="Rectángulo: esquinas superiores redondeadas 16">
            <a:extLst>
              <a:ext uri="{FF2B5EF4-FFF2-40B4-BE49-F238E27FC236}">
                <a16:creationId xmlns:a16="http://schemas.microsoft.com/office/drawing/2014/main" id="{71E51AE6-DF7C-B1D6-A93E-EA2BF779D352}"/>
              </a:ext>
            </a:extLst>
          </p:cNvPr>
          <p:cNvSpPr/>
          <p:nvPr/>
        </p:nvSpPr>
        <p:spPr>
          <a:xfrm>
            <a:off x="544919" y="6014476"/>
            <a:ext cx="10022709" cy="811473"/>
          </a:xfrm>
          <a:prstGeom prst="round2Same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s-DO" dirty="0"/>
          </a:p>
        </p:txBody>
      </p:sp>
    </p:spTree>
    <p:extLst>
      <p:ext uri="{BB962C8B-B14F-4D97-AF65-F5344CB8AC3E}">
        <p14:creationId xmlns:p14="http://schemas.microsoft.com/office/powerpoint/2010/main" val="3979301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C7EB5-6471-9FDC-E726-3E05696B467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F28B9980-3EAD-6592-13CB-790A06462B32}"/>
              </a:ext>
            </a:extLst>
          </p:cNvPr>
          <p:cNvPicPr>
            <a:picLocks noChangeAspect="1"/>
          </p:cNvPicPr>
          <p:nvPr/>
        </p:nvPicPr>
        <p:blipFill rotWithShape="1">
          <a:blip r:embed="rId2"/>
          <a:srcRect l="31379" b="31616"/>
          <a:stretch/>
        </p:blipFill>
        <p:spPr>
          <a:xfrm>
            <a:off x="1450428" y="5909504"/>
            <a:ext cx="10741572" cy="948496"/>
          </a:xfrm>
          <a:prstGeom prst="rect">
            <a:avLst/>
          </a:prstGeom>
        </p:spPr>
      </p:pic>
      <p:pic>
        <p:nvPicPr>
          <p:cNvPr id="6" name="Picture 5">
            <a:extLst>
              <a:ext uri="{FF2B5EF4-FFF2-40B4-BE49-F238E27FC236}">
                <a16:creationId xmlns:a16="http://schemas.microsoft.com/office/drawing/2014/main" id="{6B4339AE-1B6E-76F8-5240-CF5969EA81E5}"/>
              </a:ext>
            </a:extLst>
          </p:cNvPr>
          <p:cNvPicPr>
            <a:picLocks noChangeAspect="1"/>
          </p:cNvPicPr>
          <p:nvPr/>
        </p:nvPicPr>
        <p:blipFill>
          <a:blip r:embed="rId3"/>
          <a:stretch>
            <a:fillRect/>
          </a:stretch>
        </p:blipFill>
        <p:spPr>
          <a:xfrm>
            <a:off x="324138" y="225031"/>
            <a:ext cx="663834" cy="271183"/>
          </a:xfrm>
          <a:prstGeom prst="rect">
            <a:avLst/>
          </a:prstGeom>
        </p:spPr>
      </p:pic>
      <p:pic>
        <p:nvPicPr>
          <p:cNvPr id="11" name="Picture 10">
            <a:extLst>
              <a:ext uri="{FF2B5EF4-FFF2-40B4-BE49-F238E27FC236}">
                <a16:creationId xmlns:a16="http://schemas.microsoft.com/office/drawing/2014/main" id="{93CBE5F2-1D41-96D0-546B-9B232DB9FEA7}"/>
              </a:ext>
            </a:extLst>
          </p:cNvPr>
          <p:cNvPicPr>
            <a:picLocks noChangeAspect="1"/>
          </p:cNvPicPr>
          <p:nvPr/>
        </p:nvPicPr>
        <p:blipFill>
          <a:blip r:embed="rId4"/>
          <a:stretch>
            <a:fillRect/>
          </a:stretch>
        </p:blipFill>
        <p:spPr>
          <a:xfrm>
            <a:off x="10835066" y="5880464"/>
            <a:ext cx="552732" cy="558581"/>
          </a:xfrm>
          <a:prstGeom prst="rect">
            <a:avLst/>
          </a:prstGeom>
        </p:spPr>
      </p:pic>
      <p:pic>
        <p:nvPicPr>
          <p:cNvPr id="4" name="Picture 3">
            <a:extLst>
              <a:ext uri="{FF2B5EF4-FFF2-40B4-BE49-F238E27FC236}">
                <a16:creationId xmlns:a16="http://schemas.microsoft.com/office/drawing/2014/main" id="{EDF4F4D6-B2A2-1384-1162-5CD576EFE0EE}"/>
              </a:ext>
            </a:extLst>
          </p:cNvPr>
          <p:cNvPicPr>
            <a:picLocks noChangeAspect="1"/>
          </p:cNvPicPr>
          <p:nvPr/>
        </p:nvPicPr>
        <p:blipFill rotWithShape="1">
          <a:blip r:embed="rId5"/>
          <a:srcRect r="39230"/>
          <a:stretch/>
        </p:blipFill>
        <p:spPr>
          <a:xfrm>
            <a:off x="10426059" y="1262831"/>
            <a:ext cx="1765941" cy="3649300"/>
          </a:xfrm>
          <a:prstGeom prst="rect">
            <a:avLst/>
          </a:prstGeom>
        </p:spPr>
      </p:pic>
      <p:sp>
        <p:nvSpPr>
          <p:cNvPr id="10" name="Título 13">
            <a:hlinkClick r:id="" action="ppaction://noaction"/>
            <a:extLst>
              <a:ext uri="{FF2B5EF4-FFF2-40B4-BE49-F238E27FC236}">
                <a16:creationId xmlns:a16="http://schemas.microsoft.com/office/drawing/2014/main" id="{0F21274C-9836-139C-682D-6E750216DBCA}"/>
              </a:ext>
            </a:extLst>
          </p:cNvPr>
          <p:cNvSpPr txBox="1">
            <a:spLocks/>
          </p:cNvSpPr>
          <p:nvPr/>
        </p:nvSpPr>
        <p:spPr>
          <a:xfrm>
            <a:off x="1184065" y="171450"/>
            <a:ext cx="3267355" cy="398704"/>
          </a:xfrm>
          <a:prstGeom prst="rect">
            <a:avLst/>
          </a:prstGeom>
        </p:spPr>
        <p:txBody>
          <a:bodyPr lIns="91440" tIns="45720" rIns="91440" bIns="45720" anchor="t"/>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
                <a:srgbClr val="212C58"/>
              </a:buClr>
              <a:buSzPts val="3000"/>
              <a:buFont typeface="Source Sans Pro Black"/>
              <a:buNone/>
              <a:tabLst/>
              <a:defRPr/>
            </a:pPr>
            <a:r>
              <a:rPr kumimoji="0" lang="es-ES" sz="2000" b="0" i="0" u="none" strike="noStrike" kern="1200" cap="none" spc="0" normalizeH="0" baseline="0" noProof="0" dirty="0" err="1">
                <a:ln>
                  <a:noFill/>
                </a:ln>
                <a:solidFill>
                  <a:srgbClr val="ED7D31"/>
                </a:solidFill>
                <a:effectLst/>
                <a:uLnTx/>
                <a:uFillTx/>
                <a:latin typeface="Gotham"/>
                <a:ea typeface="+mj-ea"/>
                <a:cs typeface="Century Gothic"/>
                <a:sym typeface="Arial"/>
              </a:rPr>
              <a:t>Hayazgos</a:t>
            </a:r>
            <a:r>
              <a:rPr kumimoji="0" lang="es-ES" sz="2000" b="0" i="0" u="none" strike="noStrike" kern="1200" cap="none" spc="0" normalizeH="0" baseline="0" noProof="0" dirty="0">
                <a:ln>
                  <a:noFill/>
                </a:ln>
                <a:solidFill>
                  <a:srgbClr val="ED7D31"/>
                </a:solidFill>
                <a:effectLst/>
                <a:uLnTx/>
                <a:uFillTx/>
                <a:latin typeface="Gotham"/>
                <a:ea typeface="+mj-ea"/>
                <a:cs typeface="Century Gothic"/>
                <a:sym typeface="Arial"/>
              </a:rPr>
              <a:t> mas Importantes:</a:t>
            </a:r>
          </a:p>
          <a:p>
            <a:pPr marL="0" marR="0" lvl="0" indent="0" algn="l" defTabSz="914400" rtl="0" eaLnBrk="1" fontAlgn="auto" latinLnBrk="0" hangingPunct="1">
              <a:lnSpc>
                <a:spcPct val="100000"/>
              </a:lnSpc>
              <a:spcBef>
                <a:spcPts val="0"/>
              </a:spcBef>
              <a:spcAft>
                <a:spcPts val="0"/>
              </a:spcAft>
              <a:buClr>
                <a:srgbClr val="212C58"/>
              </a:buClr>
              <a:buSzPts val="3000"/>
              <a:buFont typeface="Source Sans Pro Black"/>
              <a:buNone/>
              <a:tabLst/>
              <a:defRPr/>
            </a:pPr>
            <a:endParaRPr kumimoji="0" lang="es-GT" sz="2000" b="0" i="0" u="none" strike="noStrike" kern="1200" cap="none" spc="0" normalizeH="0" baseline="0" noProof="0" dirty="0">
              <a:ln>
                <a:noFill/>
              </a:ln>
              <a:solidFill>
                <a:srgbClr val="F18C20"/>
              </a:solidFill>
              <a:effectLst/>
              <a:uLnTx/>
              <a:uFillTx/>
              <a:latin typeface="Gotham" panose="02000604030000020004" pitchFamily="2" charset="0"/>
              <a:ea typeface="+mj-ea"/>
              <a:cs typeface="Century Gothic"/>
              <a:sym typeface="Arial"/>
            </a:endParaRPr>
          </a:p>
        </p:txBody>
      </p:sp>
      <p:sp>
        <p:nvSpPr>
          <p:cNvPr id="20" name="Rectangle 24">
            <a:extLst>
              <a:ext uri="{FF2B5EF4-FFF2-40B4-BE49-F238E27FC236}">
                <a16:creationId xmlns:a16="http://schemas.microsoft.com/office/drawing/2014/main" id="{0DBD3E56-705A-5C45-158A-A01BA4745544}"/>
              </a:ext>
            </a:extLst>
          </p:cNvPr>
          <p:cNvSpPr/>
          <p:nvPr/>
        </p:nvSpPr>
        <p:spPr>
          <a:xfrm>
            <a:off x="544919" y="1557376"/>
            <a:ext cx="443053" cy="4346693"/>
          </a:xfrm>
          <a:prstGeom prst="rect">
            <a:avLst/>
          </a:prstGeom>
          <a:solidFill>
            <a:srgbClr val="F1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15">
            <a:extLst>
              <a:ext uri="{FF2B5EF4-FFF2-40B4-BE49-F238E27FC236}">
                <a16:creationId xmlns:a16="http://schemas.microsoft.com/office/drawing/2014/main" id="{AA9B2BC9-1A7A-09A1-5F67-88A72614A763}"/>
              </a:ext>
            </a:extLst>
          </p:cNvPr>
          <p:cNvSpPr/>
          <p:nvPr/>
        </p:nvSpPr>
        <p:spPr>
          <a:xfrm>
            <a:off x="101359" y="1557338"/>
            <a:ext cx="887120" cy="887118"/>
          </a:xfrm>
          <a:prstGeom prst="ellipse">
            <a:avLst/>
          </a:prstGeom>
          <a:solidFill>
            <a:srgbClr val="F1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Box 16">
            <a:extLst>
              <a:ext uri="{FF2B5EF4-FFF2-40B4-BE49-F238E27FC236}">
                <a16:creationId xmlns:a16="http://schemas.microsoft.com/office/drawing/2014/main" id="{23466B35-8BFB-C9F9-3DEE-320090E66761}"/>
              </a:ext>
            </a:extLst>
          </p:cNvPr>
          <p:cNvSpPr txBox="1"/>
          <p:nvPr/>
        </p:nvSpPr>
        <p:spPr>
          <a:xfrm>
            <a:off x="244196" y="1708509"/>
            <a:ext cx="601447" cy="584775"/>
          </a:xfrm>
          <a:prstGeom prst="rect">
            <a:avLst/>
          </a:prstGeom>
          <a:solidFill>
            <a:srgbClr val="F18A00"/>
          </a:solidFill>
          <a:ln>
            <a:noFill/>
          </a:ln>
        </p:spPr>
        <p:txBody>
          <a:bodyPr wrap="none" lIns="91440" tIns="45720" rIns="9144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3200" b="1" dirty="0">
                <a:solidFill>
                  <a:prstClr val="white"/>
                </a:solidFill>
                <a:latin typeface="Gotham" panose="02000604030000020004"/>
              </a:rPr>
              <a:t>03</a:t>
            </a:r>
            <a:endParaRPr kumimoji="0" lang="en-IN" sz="3200" b="1" i="0" u="none" strike="noStrike" kern="1200" cap="none" spc="0" normalizeH="0" baseline="0" noProof="0" dirty="0">
              <a:ln>
                <a:noFill/>
              </a:ln>
              <a:solidFill>
                <a:prstClr val="white"/>
              </a:solidFill>
              <a:effectLst/>
              <a:uLnTx/>
              <a:uFillTx/>
              <a:latin typeface="Gotham" panose="02000604030000020004"/>
              <a:ea typeface="+mn-ea"/>
              <a:cs typeface="+mn-cs"/>
            </a:endParaRPr>
          </a:p>
        </p:txBody>
      </p:sp>
      <p:pic>
        <p:nvPicPr>
          <p:cNvPr id="21" name="Picture 22">
            <a:extLst>
              <a:ext uri="{FF2B5EF4-FFF2-40B4-BE49-F238E27FC236}">
                <a16:creationId xmlns:a16="http://schemas.microsoft.com/office/drawing/2014/main" id="{09A14D45-11DF-72BA-49E3-0B819B1853A8}"/>
              </a:ext>
            </a:extLst>
          </p:cNvPr>
          <p:cNvPicPr>
            <a:picLocks noChangeAspect="1"/>
          </p:cNvPicPr>
          <p:nvPr/>
        </p:nvPicPr>
        <p:blipFill>
          <a:blip r:embed="rId4"/>
          <a:stretch>
            <a:fillRect/>
          </a:stretch>
        </p:blipFill>
        <p:spPr>
          <a:xfrm>
            <a:off x="348391" y="747467"/>
            <a:ext cx="552732" cy="558581"/>
          </a:xfrm>
          <a:prstGeom prst="rect">
            <a:avLst/>
          </a:prstGeom>
        </p:spPr>
      </p:pic>
      <p:sp>
        <p:nvSpPr>
          <p:cNvPr id="14" name="object 5">
            <a:extLst>
              <a:ext uri="{FF2B5EF4-FFF2-40B4-BE49-F238E27FC236}">
                <a16:creationId xmlns:a16="http://schemas.microsoft.com/office/drawing/2014/main" id="{C838894C-ED7F-D436-0474-9A55F329B065}"/>
              </a:ext>
            </a:extLst>
          </p:cNvPr>
          <p:cNvSpPr/>
          <p:nvPr/>
        </p:nvSpPr>
        <p:spPr>
          <a:xfrm>
            <a:off x="1272506" y="653002"/>
            <a:ext cx="9160030" cy="28575"/>
          </a:xfrm>
          <a:custGeom>
            <a:avLst/>
            <a:gdLst/>
            <a:ahLst/>
            <a:cxnLst/>
            <a:rect l="l" t="t" r="r" b="b"/>
            <a:pathLst>
              <a:path w="12192000" h="28575">
                <a:moveTo>
                  <a:pt x="0" y="0"/>
                </a:moveTo>
                <a:lnTo>
                  <a:pt x="0" y="28575"/>
                </a:lnTo>
                <a:lnTo>
                  <a:pt x="12192000" y="28575"/>
                </a:lnTo>
                <a:lnTo>
                  <a:pt x="12192000" y="0"/>
                </a:lnTo>
                <a:lnTo>
                  <a:pt x="0" y="0"/>
                </a:lnTo>
                <a:close/>
              </a:path>
            </a:pathLst>
          </a:custGeom>
          <a:solidFill>
            <a:srgbClr val="F79B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pic>
        <p:nvPicPr>
          <p:cNvPr id="3" name="Imagen 2">
            <a:extLst>
              <a:ext uri="{FF2B5EF4-FFF2-40B4-BE49-F238E27FC236}">
                <a16:creationId xmlns:a16="http://schemas.microsoft.com/office/drawing/2014/main" id="{1624E84C-D526-8A46-24A6-C02069B7424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382054" y="6250807"/>
            <a:ext cx="815691" cy="434555"/>
          </a:xfrm>
          <a:prstGeom prst="rect">
            <a:avLst/>
          </a:prstGeom>
        </p:spPr>
      </p:pic>
      <p:sp>
        <p:nvSpPr>
          <p:cNvPr id="42" name="Pentágono 41">
            <a:extLst>
              <a:ext uri="{FF2B5EF4-FFF2-40B4-BE49-F238E27FC236}">
                <a16:creationId xmlns:a16="http://schemas.microsoft.com/office/drawing/2014/main" id="{6989F889-A64E-0BD8-BD9D-A9B6AA7EBC07}"/>
              </a:ext>
            </a:extLst>
          </p:cNvPr>
          <p:cNvSpPr/>
          <p:nvPr/>
        </p:nvSpPr>
        <p:spPr>
          <a:xfrm>
            <a:off x="1066800" y="6373858"/>
            <a:ext cx="304800" cy="311504"/>
          </a:xfrm>
          <a:prstGeom prst="pentagon">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
        <p:nvSpPr>
          <p:cNvPr id="46" name="Pentágono 45">
            <a:extLst>
              <a:ext uri="{FF2B5EF4-FFF2-40B4-BE49-F238E27FC236}">
                <a16:creationId xmlns:a16="http://schemas.microsoft.com/office/drawing/2014/main" id="{E40C513E-B3CA-E728-9729-9099F14AB9B3}"/>
              </a:ext>
            </a:extLst>
          </p:cNvPr>
          <p:cNvSpPr/>
          <p:nvPr/>
        </p:nvSpPr>
        <p:spPr>
          <a:xfrm>
            <a:off x="577458" y="6373858"/>
            <a:ext cx="304800" cy="311504"/>
          </a:xfrm>
          <a:prstGeom prst="pentagon">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Tree>
    <p:extLst>
      <p:ext uri="{BB962C8B-B14F-4D97-AF65-F5344CB8AC3E}">
        <p14:creationId xmlns:p14="http://schemas.microsoft.com/office/powerpoint/2010/main" val="2562750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5EE97-C66A-DCDB-213A-5B23EB8DBA7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3A7199A-AFAA-E15B-4C94-EC8B46B593AD}"/>
              </a:ext>
            </a:extLst>
          </p:cNvPr>
          <p:cNvPicPr>
            <a:picLocks noChangeAspect="1"/>
          </p:cNvPicPr>
          <p:nvPr/>
        </p:nvPicPr>
        <p:blipFill rotWithShape="1">
          <a:blip r:embed="rId2"/>
          <a:srcRect l="31379" b="31616"/>
          <a:stretch/>
        </p:blipFill>
        <p:spPr>
          <a:xfrm>
            <a:off x="1450428" y="5949197"/>
            <a:ext cx="10741572" cy="948496"/>
          </a:xfrm>
          <a:prstGeom prst="rect">
            <a:avLst/>
          </a:prstGeom>
        </p:spPr>
      </p:pic>
      <p:pic>
        <p:nvPicPr>
          <p:cNvPr id="6" name="Picture 5">
            <a:extLst>
              <a:ext uri="{FF2B5EF4-FFF2-40B4-BE49-F238E27FC236}">
                <a16:creationId xmlns:a16="http://schemas.microsoft.com/office/drawing/2014/main" id="{934AAE43-E8D2-92DD-614A-48ACCAF3DBC7}"/>
              </a:ext>
            </a:extLst>
          </p:cNvPr>
          <p:cNvPicPr>
            <a:picLocks noChangeAspect="1"/>
          </p:cNvPicPr>
          <p:nvPr/>
        </p:nvPicPr>
        <p:blipFill>
          <a:blip r:embed="rId3"/>
          <a:stretch>
            <a:fillRect/>
          </a:stretch>
        </p:blipFill>
        <p:spPr>
          <a:xfrm>
            <a:off x="324138" y="225031"/>
            <a:ext cx="663834" cy="271183"/>
          </a:xfrm>
          <a:prstGeom prst="rect">
            <a:avLst/>
          </a:prstGeom>
        </p:spPr>
      </p:pic>
      <p:pic>
        <p:nvPicPr>
          <p:cNvPr id="11" name="Picture 10">
            <a:extLst>
              <a:ext uri="{FF2B5EF4-FFF2-40B4-BE49-F238E27FC236}">
                <a16:creationId xmlns:a16="http://schemas.microsoft.com/office/drawing/2014/main" id="{DB52BE9F-BF14-91BA-721D-7335270B81E7}"/>
              </a:ext>
            </a:extLst>
          </p:cNvPr>
          <p:cNvPicPr>
            <a:picLocks noChangeAspect="1"/>
          </p:cNvPicPr>
          <p:nvPr/>
        </p:nvPicPr>
        <p:blipFill>
          <a:blip r:embed="rId4"/>
          <a:stretch>
            <a:fillRect/>
          </a:stretch>
        </p:blipFill>
        <p:spPr>
          <a:xfrm>
            <a:off x="10835066" y="5880464"/>
            <a:ext cx="552732" cy="558581"/>
          </a:xfrm>
          <a:prstGeom prst="rect">
            <a:avLst/>
          </a:prstGeom>
        </p:spPr>
      </p:pic>
      <p:pic>
        <p:nvPicPr>
          <p:cNvPr id="4" name="Picture 3">
            <a:extLst>
              <a:ext uri="{FF2B5EF4-FFF2-40B4-BE49-F238E27FC236}">
                <a16:creationId xmlns:a16="http://schemas.microsoft.com/office/drawing/2014/main" id="{A873A5E4-D3C6-6C24-F14F-C4DC3A9B3BBC}"/>
              </a:ext>
            </a:extLst>
          </p:cNvPr>
          <p:cNvPicPr>
            <a:picLocks noChangeAspect="1"/>
          </p:cNvPicPr>
          <p:nvPr/>
        </p:nvPicPr>
        <p:blipFill rotWithShape="1">
          <a:blip r:embed="rId5"/>
          <a:srcRect r="39230"/>
          <a:stretch/>
        </p:blipFill>
        <p:spPr>
          <a:xfrm>
            <a:off x="10390717" y="1256983"/>
            <a:ext cx="1765941" cy="3649300"/>
          </a:xfrm>
          <a:prstGeom prst="rect">
            <a:avLst/>
          </a:prstGeom>
        </p:spPr>
      </p:pic>
      <p:sp>
        <p:nvSpPr>
          <p:cNvPr id="10" name="Título 13">
            <a:hlinkClick r:id="" action="ppaction://noaction"/>
            <a:extLst>
              <a:ext uri="{FF2B5EF4-FFF2-40B4-BE49-F238E27FC236}">
                <a16:creationId xmlns:a16="http://schemas.microsoft.com/office/drawing/2014/main" id="{9756C405-5C17-F456-DB3E-121D108DA41D}"/>
              </a:ext>
            </a:extLst>
          </p:cNvPr>
          <p:cNvSpPr txBox="1">
            <a:spLocks/>
          </p:cNvSpPr>
          <p:nvPr/>
        </p:nvSpPr>
        <p:spPr>
          <a:xfrm>
            <a:off x="1184065" y="171450"/>
            <a:ext cx="8444029" cy="398704"/>
          </a:xfrm>
          <a:prstGeom prst="rect">
            <a:avLst/>
          </a:prstGeom>
        </p:spPr>
        <p:txBody>
          <a:bodyPr lIns="91440" tIns="45720" rIns="91440" bIns="45720" anchor="t"/>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
                <a:srgbClr val="212C58"/>
              </a:buClr>
              <a:buSzPts val="3000"/>
              <a:buFont typeface="Source Sans Pro Black"/>
              <a:buNone/>
              <a:tabLst/>
              <a:defRPr/>
            </a:pPr>
            <a:r>
              <a:rPr lang="es-ES" sz="2000" dirty="0">
                <a:solidFill>
                  <a:srgbClr val="ED7D31"/>
                </a:solidFill>
                <a:latin typeface="Gotham"/>
                <a:cs typeface="Century Gothic"/>
                <a:sym typeface="Arial"/>
              </a:rPr>
              <a:t>Pensamiento del </a:t>
            </a:r>
            <a:r>
              <a:rPr lang="es-ES" sz="2000" dirty="0" err="1">
                <a:solidFill>
                  <a:srgbClr val="ED7D31"/>
                </a:solidFill>
                <a:latin typeface="Gotham"/>
                <a:cs typeface="Century Gothic"/>
                <a:sym typeface="Arial"/>
              </a:rPr>
              <a:t>dia</a:t>
            </a:r>
            <a:endParaRPr kumimoji="0" lang="es-ES" sz="2000" b="0" i="0" u="none" strike="noStrike" kern="1200" cap="none" spc="0" normalizeH="0" baseline="0" noProof="0" dirty="0">
              <a:ln>
                <a:noFill/>
              </a:ln>
              <a:solidFill>
                <a:srgbClr val="ED7D31"/>
              </a:solidFill>
              <a:effectLst/>
              <a:uLnTx/>
              <a:uFillTx/>
              <a:latin typeface="Gotham"/>
              <a:ea typeface="+mj-ea"/>
              <a:cs typeface="Century Gothic"/>
              <a:sym typeface="Arial"/>
            </a:endParaRPr>
          </a:p>
          <a:p>
            <a:pPr marL="0" marR="0" lvl="0" indent="0" algn="l" defTabSz="914400" rtl="0" eaLnBrk="1" fontAlgn="auto" latinLnBrk="0" hangingPunct="1">
              <a:lnSpc>
                <a:spcPct val="100000"/>
              </a:lnSpc>
              <a:spcBef>
                <a:spcPts val="0"/>
              </a:spcBef>
              <a:spcAft>
                <a:spcPts val="0"/>
              </a:spcAft>
              <a:buClr>
                <a:srgbClr val="212C58"/>
              </a:buClr>
              <a:buSzPts val="3000"/>
              <a:buFont typeface="Source Sans Pro Black"/>
              <a:buNone/>
              <a:tabLst/>
              <a:defRPr/>
            </a:pPr>
            <a:endParaRPr kumimoji="0" lang="es-GT" sz="2000" b="0" i="0" u="none" strike="noStrike" kern="1200" cap="none" spc="0" normalizeH="0" baseline="0" noProof="0" dirty="0">
              <a:ln>
                <a:noFill/>
              </a:ln>
              <a:solidFill>
                <a:srgbClr val="F18C20"/>
              </a:solidFill>
              <a:effectLst/>
              <a:uLnTx/>
              <a:uFillTx/>
              <a:latin typeface="Gotham" panose="02000604030000020004" pitchFamily="2" charset="0"/>
              <a:ea typeface="+mj-ea"/>
              <a:cs typeface="Century Gothic"/>
              <a:sym typeface="Arial"/>
            </a:endParaRPr>
          </a:p>
        </p:txBody>
      </p:sp>
      <p:sp>
        <p:nvSpPr>
          <p:cNvPr id="20" name="Rectangle 24">
            <a:extLst>
              <a:ext uri="{FF2B5EF4-FFF2-40B4-BE49-F238E27FC236}">
                <a16:creationId xmlns:a16="http://schemas.microsoft.com/office/drawing/2014/main" id="{F9D9CB24-6EC4-9CB2-2D9E-2803FD2E6932}"/>
              </a:ext>
            </a:extLst>
          </p:cNvPr>
          <p:cNvSpPr/>
          <p:nvPr/>
        </p:nvSpPr>
        <p:spPr>
          <a:xfrm>
            <a:off x="624861" y="793701"/>
            <a:ext cx="443053" cy="4346693"/>
          </a:xfrm>
          <a:prstGeom prst="rect">
            <a:avLst/>
          </a:prstGeom>
          <a:solidFill>
            <a:srgbClr val="F1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15">
            <a:extLst>
              <a:ext uri="{FF2B5EF4-FFF2-40B4-BE49-F238E27FC236}">
                <a16:creationId xmlns:a16="http://schemas.microsoft.com/office/drawing/2014/main" id="{768CCCA0-7FC2-A8C3-C336-F47FE0D3A8B5}"/>
              </a:ext>
            </a:extLst>
          </p:cNvPr>
          <p:cNvSpPr/>
          <p:nvPr/>
        </p:nvSpPr>
        <p:spPr>
          <a:xfrm>
            <a:off x="101359" y="793662"/>
            <a:ext cx="887120" cy="887118"/>
          </a:xfrm>
          <a:prstGeom prst="ellipse">
            <a:avLst/>
          </a:prstGeom>
          <a:solidFill>
            <a:srgbClr val="F1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Box 16">
            <a:extLst>
              <a:ext uri="{FF2B5EF4-FFF2-40B4-BE49-F238E27FC236}">
                <a16:creationId xmlns:a16="http://schemas.microsoft.com/office/drawing/2014/main" id="{3D85268D-4896-6342-BBB5-319EF99BE2E3}"/>
              </a:ext>
            </a:extLst>
          </p:cNvPr>
          <p:cNvSpPr txBox="1"/>
          <p:nvPr/>
        </p:nvSpPr>
        <p:spPr>
          <a:xfrm>
            <a:off x="324138" y="944834"/>
            <a:ext cx="601447" cy="584775"/>
          </a:xfrm>
          <a:prstGeom prst="rect">
            <a:avLst/>
          </a:prstGeom>
          <a:solidFill>
            <a:srgbClr val="F18A00"/>
          </a:solidFill>
          <a:ln>
            <a:noFill/>
          </a:ln>
        </p:spPr>
        <p:txBody>
          <a:bodyPr wrap="none" lIns="91440" tIns="45720" rIns="9144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3200" b="1" dirty="0">
                <a:solidFill>
                  <a:prstClr val="white"/>
                </a:solidFill>
                <a:latin typeface="Gotham" panose="02000604030000020004"/>
              </a:rPr>
              <a:t>04</a:t>
            </a:r>
            <a:endParaRPr kumimoji="0" lang="en-IN" sz="3200" b="1" i="0" u="none" strike="noStrike" kern="1200" cap="none" spc="0" normalizeH="0" baseline="0" noProof="0" dirty="0">
              <a:ln>
                <a:noFill/>
              </a:ln>
              <a:solidFill>
                <a:prstClr val="white"/>
              </a:solidFill>
              <a:effectLst/>
              <a:uLnTx/>
              <a:uFillTx/>
              <a:latin typeface="Gotham" panose="02000604030000020004"/>
              <a:ea typeface="+mn-ea"/>
              <a:cs typeface="+mn-cs"/>
            </a:endParaRPr>
          </a:p>
        </p:txBody>
      </p:sp>
      <p:pic>
        <p:nvPicPr>
          <p:cNvPr id="21" name="Picture 22">
            <a:extLst>
              <a:ext uri="{FF2B5EF4-FFF2-40B4-BE49-F238E27FC236}">
                <a16:creationId xmlns:a16="http://schemas.microsoft.com/office/drawing/2014/main" id="{3BA2F9EE-0533-D29A-D047-46E58D5C4038}"/>
              </a:ext>
            </a:extLst>
          </p:cNvPr>
          <p:cNvPicPr>
            <a:picLocks noChangeAspect="1"/>
          </p:cNvPicPr>
          <p:nvPr/>
        </p:nvPicPr>
        <p:blipFill>
          <a:blip r:embed="rId4"/>
          <a:stretch>
            <a:fillRect/>
          </a:stretch>
        </p:blipFill>
        <p:spPr>
          <a:xfrm>
            <a:off x="10401303" y="139664"/>
            <a:ext cx="552732" cy="558581"/>
          </a:xfrm>
          <a:prstGeom prst="rect">
            <a:avLst/>
          </a:prstGeom>
        </p:spPr>
      </p:pic>
      <p:sp>
        <p:nvSpPr>
          <p:cNvPr id="14" name="object 5">
            <a:extLst>
              <a:ext uri="{FF2B5EF4-FFF2-40B4-BE49-F238E27FC236}">
                <a16:creationId xmlns:a16="http://schemas.microsoft.com/office/drawing/2014/main" id="{25FDE7D1-783A-EBE3-142D-8363ED9384C7}"/>
              </a:ext>
            </a:extLst>
          </p:cNvPr>
          <p:cNvSpPr/>
          <p:nvPr/>
        </p:nvSpPr>
        <p:spPr>
          <a:xfrm>
            <a:off x="1230687" y="570154"/>
            <a:ext cx="9160030" cy="28575"/>
          </a:xfrm>
          <a:custGeom>
            <a:avLst/>
            <a:gdLst/>
            <a:ahLst/>
            <a:cxnLst/>
            <a:rect l="l" t="t" r="r" b="b"/>
            <a:pathLst>
              <a:path w="12192000" h="28575">
                <a:moveTo>
                  <a:pt x="0" y="0"/>
                </a:moveTo>
                <a:lnTo>
                  <a:pt x="0" y="28575"/>
                </a:lnTo>
                <a:lnTo>
                  <a:pt x="12192000" y="28575"/>
                </a:lnTo>
                <a:lnTo>
                  <a:pt x="12192000" y="0"/>
                </a:lnTo>
                <a:lnTo>
                  <a:pt x="0" y="0"/>
                </a:lnTo>
                <a:close/>
              </a:path>
            </a:pathLst>
          </a:custGeom>
          <a:solidFill>
            <a:srgbClr val="F79B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pic>
        <p:nvPicPr>
          <p:cNvPr id="3" name="Imagen 2">
            <a:extLst>
              <a:ext uri="{FF2B5EF4-FFF2-40B4-BE49-F238E27FC236}">
                <a16:creationId xmlns:a16="http://schemas.microsoft.com/office/drawing/2014/main" id="{E3C373B6-B02E-17F6-B23A-6458F2606B7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382054" y="6250807"/>
            <a:ext cx="815691" cy="434555"/>
          </a:xfrm>
          <a:prstGeom prst="rect">
            <a:avLst/>
          </a:prstGeom>
        </p:spPr>
      </p:pic>
      <p:sp>
        <p:nvSpPr>
          <p:cNvPr id="17" name="Rectángulo: esquinas superiores redondeadas 16">
            <a:extLst>
              <a:ext uri="{FF2B5EF4-FFF2-40B4-BE49-F238E27FC236}">
                <a16:creationId xmlns:a16="http://schemas.microsoft.com/office/drawing/2014/main" id="{BFE0CA45-F939-4CD8-F614-97F8C9F3BE37}"/>
              </a:ext>
            </a:extLst>
          </p:cNvPr>
          <p:cNvSpPr/>
          <p:nvPr/>
        </p:nvSpPr>
        <p:spPr>
          <a:xfrm>
            <a:off x="1307690" y="6014476"/>
            <a:ext cx="9259938" cy="811473"/>
          </a:xfrm>
          <a:prstGeom prst="round2Same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s-DO" dirty="0"/>
          </a:p>
        </p:txBody>
      </p:sp>
    </p:spTree>
    <p:extLst>
      <p:ext uri="{BB962C8B-B14F-4D97-AF65-F5344CB8AC3E}">
        <p14:creationId xmlns:p14="http://schemas.microsoft.com/office/powerpoint/2010/main" val="633687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5591ADE8-F07D-1780-3598-ADF88CCADCF0}"/>
              </a:ext>
            </a:extLst>
          </p:cNvPr>
          <p:cNvSpPr/>
          <p:nvPr/>
        </p:nvSpPr>
        <p:spPr>
          <a:xfrm>
            <a:off x="2394857" y="2362200"/>
            <a:ext cx="7489372" cy="13280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a:t>
            </a:r>
          </a:p>
          <a:p>
            <a:pPr algn="ctr"/>
            <a:r>
              <a:rPr lang="en-US" dirty="0"/>
              <a:t>AM COMERCIAL </a:t>
            </a:r>
          </a:p>
          <a:p>
            <a:pPr algn="ctr"/>
            <a:r>
              <a:rPr lang="en-US" dirty="0"/>
              <a:t>CREEMOS EN LA GENTE Y ES NUESTRA MAYOR FORTALEZA </a:t>
            </a:r>
            <a:endParaRPr lang="es-DO" dirty="0"/>
          </a:p>
        </p:txBody>
      </p:sp>
      <p:sp>
        <p:nvSpPr>
          <p:cNvPr id="3" name="Rectángulo: esquinas redondeadas 2">
            <a:extLst>
              <a:ext uri="{FF2B5EF4-FFF2-40B4-BE49-F238E27FC236}">
                <a16:creationId xmlns:a16="http://schemas.microsoft.com/office/drawing/2014/main" id="{950DC7B4-5C2F-778F-6814-2212472550DA}"/>
              </a:ext>
            </a:extLst>
          </p:cNvPr>
          <p:cNvSpPr/>
          <p:nvPr/>
        </p:nvSpPr>
        <p:spPr>
          <a:xfrm>
            <a:off x="3635828" y="3995057"/>
            <a:ext cx="5453743" cy="2068286"/>
          </a:xfrm>
          <a:prstGeom prst="round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NUSTROS VALORES:</a:t>
            </a:r>
          </a:p>
          <a:p>
            <a:pPr algn="ctr"/>
            <a:endParaRPr lang="en-US" dirty="0"/>
          </a:p>
          <a:p>
            <a:pPr algn="ctr"/>
            <a:r>
              <a:rPr lang="en-US" dirty="0" err="1"/>
              <a:t>Compromiso</a:t>
            </a:r>
            <a:endParaRPr lang="en-US" dirty="0"/>
          </a:p>
          <a:p>
            <a:pPr algn="ctr"/>
            <a:r>
              <a:rPr lang="en-US" dirty="0" err="1"/>
              <a:t>Lealtad</a:t>
            </a:r>
            <a:endParaRPr lang="en-US" dirty="0"/>
          </a:p>
          <a:p>
            <a:pPr algn="ctr"/>
            <a:r>
              <a:rPr lang="en-US" dirty="0" err="1"/>
              <a:t>Honestidad</a:t>
            </a:r>
            <a:endParaRPr lang="en-US" dirty="0"/>
          </a:p>
          <a:p>
            <a:pPr algn="ctr"/>
            <a:r>
              <a:rPr lang="en-US" dirty="0" err="1"/>
              <a:t>Responsabilidad</a:t>
            </a:r>
            <a:endParaRPr lang="en-US" dirty="0"/>
          </a:p>
          <a:p>
            <a:pPr algn="ctr"/>
            <a:endParaRPr lang="en-US" dirty="0"/>
          </a:p>
          <a:p>
            <a:pPr algn="ctr"/>
            <a:endParaRPr lang="es-DO" dirty="0"/>
          </a:p>
        </p:txBody>
      </p:sp>
      <p:sp>
        <p:nvSpPr>
          <p:cNvPr id="4" name="Rectángulo 3">
            <a:extLst>
              <a:ext uri="{FF2B5EF4-FFF2-40B4-BE49-F238E27FC236}">
                <a16:creationId xmlns:a16="http://schemas.microsoft.com/office/drawing/2014/main" id="{AF6E97A3-3DCB-7546-D227-8172818E8C7D}"/>
              </a:ext>
            </a:extLst>
          </p:cNvPr>
          <p:cNvSpPr/>
          <p:nvPr/>
        </p:nvSpPr>
        <p:spPr>
          <a:xfrm>
            <a:off x="10951029" y="272143"/>
            <a:ext cx="957942" cy="7402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pic>
        <p:nvPicPr>
          <p:cNvPr id="5" name="Imagen 4">
            <a:extLst>
              <a:ext uri="{FF2B5EF4-FFF2-40B4-BE49-F238E27FC236}">
                <a16:creationId xmlns:a16="http://schemas.microsoft.com/office/drawing/2014/main" id="{8DD0C05B-90D4-BFB2-D8D7-CF3A3CBFB8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72044" y="392685"/>
            <a:ext cx="936927" cy="499144"/>
          </a:xfrm>
          <a:prstGeom prst="rect">
            <a:avLst/>
          </a:prstGeom>
        </p:spPr>
      </p:pic>
    </p:spTree>
    <p:extLst>
      <p:ext uri="{BB962C8B-B14F-4D97-AF65-F5344CB8AC3E}">
        <p14:creationId xmlns:p14="http://schemas.microsoft.com/office/powerpoint/2010/main" val="4175823663"/>
      </p:ext>
    </p:extLst>
  </p:cSld>
  <p:clrMapOvr>
    <a:masterClrMapping/>
  </p:clrMapOvr>
</p:sld>
</file>

<file path=ppt/theme/theme1.xml><?xml version="1.0" encoding="utf-8"?>
<a:theme xmlns:a="http://schemas.openxmlformats.org/drawingml/2006/main" name="1_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ASE SOMOS CMI">
  <a:themeElements>
    <a:clrScheme name="SOMOS CMI">
      <a:dk1>
        <a:srgbClr val="403E3E"/>
      </a:dk1>
      <a:lt1>
        <a:srgbClr val="FFFFFF"/>
      </a:lt1>
      <a:dk2>
        <a:srgbClr val="666464"/>
      </a:dk2>
      <a:lt2>
        <a:srgbClr val="D8D9D8"/>
      </a:lt2>
      <a:accent1>
        <a:srgbClr val="F18A00"/>
      </a:accent1>
      <a:accent2>
        <a:srgbClr val="EF6600"/>
      </a:accent2>
      <a:accent3>
        <a:srgbClr val="FFA800"/>
      </a:accent3>
      <a:accent4>
        <a:srgbClr val="FFC300"/>
      </a:accent4>
      <a:accent5>
        <a:srgbClr val="FFD54E"/>
      </a:accent5>
      <a:accent6>
        <a:srgbClr val="B66700"/>
      </a:accent6>
      <a:hlink>
        <a:srgbClr val="A4A5A4"/>
      </a:hlink>
      <a:folHlink>
        <a:srgbClr val="403E3E"/>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 SOMOS CMI" id="{EE5CC4B4-DBD2-4C65-9607-408DD224ED33}" vid="{52D0D26E-7C15-4039-8243-0223009EB995}"/>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2be3fb8-b324-4f89-bc24-06cf0abe4ec5}" enabled="1" method="Standard" siteId="{42ced7fa-2a98-4ee2-b504-c5d0896d07f3}" removed="0"/>
</clbl:labelList>
</file>

<file path=docProps/app.xml><?xml version="1.0" encoding="utf-8"?>
<Properties xmlns="http://schemas.openxmlformats.org/officeDocument/2006/extended-properties" xmlns:vt="http://schemas.openxmlformats.org/officeDocument/2006/docPropsVTypes">
  <TotalTime>21406</TotalTime>
  <Words>59</Words>
  <Application>Microsoft Office PowerPoint</Application>
  <PresentationFormat>Panorámica</PresentationFormat>
  <Paragraphs>21</Paragraphs>
  <Slides>6</Slides>
  <Notes>0</Notes>
  <HiddenSlides>0</HiddenSlides>
  <MMClips>0</MMClips>
  <ScaleCrop>false</ScaleCrop>
  <HeadingPairs>
    <vt:vector size="6" baseType="variant">
      <vt:variant>
        <vt:lpstr>Fuentes usadas</vt:lpstr>
      </vt:variant>
      <vt:variant>
        <vt:i4>9</vt:i4>
      </vt:variant>
      <vt:variant>
        <vt:lpstr>Tema</vt:lpstr>
      </vt:variant>
      <vt:variant>
        <vt:i4>3</vt:i4>
      </vt:variant>
      <vt:variant>
        <vt:lpstr>Títulos de diapositiva</vt:lpstr>
      </vt:variant>
      <vt:variant>
        <vt:i4>6</vt:i4>
      </vt:variant>
    </vt:vector>
  </HeadingPairs>
  <TitlesOfParts>
    <vt:vector size="18" baseType="lpstr">
      <vt:lpstr>Aptos</vt:lpstr>
      <vt:lpstr>Aptos Display</vt:lpstr>
      <vt:lpstr>Arial</vt:lpstr>
      <vt:lpstr>Calibri</vt:lpstr>
      <vt:lpstr>Calibri Light</vt:lpstr>
      <vt:lpstr>Cascadia Code</vt:lpstr>
      <vt:lpstr>Century Gothic</vt:lpstr>
      <vt:lpstr>Gotham</vt:lpstr>
      <vt:lpstr>Source Sans Pro Black</vt:lpstr>
      <vt:lpstr>1_Tema de Office</vt:lpstr>
      <vt:lpstr>2_Tema de Office</vt:lpstr>
      <vt:lpstr>BASE SOMOS CMI</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Richard Ernesto Leyba Almonte</dc:creator>
  <cp:lastModifiedBy>Rudy Mercedes</cp:lastModifiedBy>
  <cp:revision>101</cp:revision>
  <dcterms:created xsi:type="dcterms:W3CDTF">2025-12-01T12:38:10Z</dcterms:created>
  <dcterms:modified xsi:type="dcterms:W3CDTF">2026-04-20T00:29:42Z</dcterms:modified>
</cp:coreProperties>
</file>