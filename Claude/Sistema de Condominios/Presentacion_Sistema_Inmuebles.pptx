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273F40-34FB-42C7-9B90-E28D7FE57EB0}" v="2" dt="2026-06-27T03:34:45.3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dy Mercedes" userId="0002f573-7c95-4ace-b876-97296f6b7a87" providerId="ADAL" clId="{AF80936C-1C5B-4879-B83E-BACF5C4FB5D6}"/>
    <pc:docChg chg="modSld">
      <pc:chgData name="Rudy Mercedes" userId="0002f573-7c95-4ace-b876-97296f6b7a87" providerId="ADAL" clId="{AF80936C-1C5B-4879-B83E-BACF5C4FB5D6}" dt="2026-06-27T03:34:30.947" v="30" actId="404"/>
      <pc:docMkLst>
        <pc:docMk/>
      </pc:docMkLst>
      <pc:sldChg chg="addSp modSp mod">
        <pc:chgData name="Rudy Mercedes" userId="0002f573-7c95-4ace-b876-97296f6b7a87" providerId="ADAL" clId="{AF80936C-1C5B-4879-B83E-BACF5C4FB5D6}" dt="2026-06-27T03:34:30.947" v="30" actId="404"/>
        <pc:sldMkLst>
          <pc:docMk/>
          <pc:sldMk cId="0" sldId="275"/>
        </pc:sldMkLst>
        <pc:spChg chg="mod">
          <ac:chgData name="Rudy Mercedes" userId="0002f573-7c95-4ace-b876-97296f6b7a87" providerId="ADAL" clId="{AF80936C-1C5B-4879-B83E-BACF5C4FB5D6}" dt="2026-06-27T03:34:06.314" v="0" actId="20577"/>
          <ac:spMkLst>
            <pc:docMk/>
            <pc:sldMk cId="0" sldId="275"/>
            <ac:spMk id="2" creationId="{00000000-0000-0000-0000-000000000000}"/>
          </ac:spMkLst>
        </pc:spChg>
        <pc:spChg chg="add mod">
          <ac:chgData name="Rudy Mercedes" userId="0002f573-7c95-4ace-b876-97296f6b7a87" providerId="ADAL" clId="{AF80936C-1C5B-4879-B83E-BACF5C4FB5D6}" dt="2026-06-27T03:34:30.947" v="30" actId="404"/>
          <ac:spMkLst>
            <pc:docMk/>
            <pc:sldMk cId="0" sldId="275"/>
            <ac:spMk id="6" creationId="{4A93E92F-285A-1497-9007-F0A6F46E775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4096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914400"/>
            <a:ext cx="1828800" cy="1828800"/>
          </a:xfrm>
          <a:prstGeom prst="roundRect">
            <a:avLst>
              <a:gd name="adj" fmla="val 17500"/>
            </a:avLst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5175504" y="9144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🏢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Administración de Inmuebles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0690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visual del sistema  -  Versión 5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Fanny Mercedes &amp; Asoc.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es este sistema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web para administrar el alquiler de inmuebles de principio a fin: desde los propietarios e inquilinos, hasta la cobranza, la mora y la liquidacion a los duenos.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" name="Shape 3"/>
          <p:cNvSpPr/>
          <p:nvPr/>
        </p:nvSpPr>
        <p:spPr>
          <a:xfrm>
            <a:off x="1746504" y="288036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1746504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56616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Maestras completas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Propietarios, inquilinos, inmuebles y contratos en un solo lugar.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19856" y="256032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Shape 8"/>
          <p:cNvSpPr/>
          <p:nvPr/>
        </p:nvSpPr>
        <p:spPr>
          <a:xfrm>
            <a:off x="4526280" y="288036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1" name="Text 9"/>
          <p:cNvSpPr/>
          <p:nvPr/>
        </p:nvSpPr>
        <p:spPr>
          <a:xfrm>
            <a:off x="45262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57016" y="356616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y caja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02736" y="411480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Pagos, sesion de caja, mora automatica y cuentas por cobrar.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99632" y="256032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5" name="Shape 13"/>
          <p:cNvSpPr/>
          <p:nvPr/>
        </p:nvSpPr>
        <p:spPr>
          <a:xfrm>
            <a:off x="7306056" y="288036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6" name="Text 14"/>
          <p:cNvSpPr/>
          <p:nvPr/>
        </p:nvSpPr>
        <p:spPr>
          <a:xfrm>
            <a:off x="7306056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36792" y="356616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Liquidaciones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82512" y="411480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a propietarios con comision y reparto a copropietarios.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979408" y="2560320"/>
            <a:ext cx="2670048" cy="3108960"/>
          </a:xfrm>
          <a:prstGeom prst="roundRect">
            <a:avLst>
              <a:gd name="adj" fmla="val 3425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0" name="Shape 18"/>
          <p:cNvSpPr/>
          <p:nvPr/>
        </p:nvSpPr>
        <p:spPr>
          <a:xfrm>
            <a:off x="10085832" y="288036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1" name="Text 19"/>
          <p:cNvSpPr/>
          <p:nvPr/>
        </p:nvSpPr>
        <p:spPr>
          <a:xfrm>
            <a:off x="10085832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16568" y="3566160"/>
            <a:ext cx="23957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62288" y="4114800"/>
            <a:ext cx="230428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y mensajes a los clientes sin costo por mensaje.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Modulos del sistema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411480" cy="411480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18105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del negocio en tiempo real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9" name="Shape 7"/>
          <p:cNvSpPr/>
          <p:nvPr/>
        </p:nvSpPr>
        <p:spPr>
          <a:xfrm>
            <a:off x="4617720" y="1828800"/>
            <a:ext cx="411480" cy="411480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461772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66360" y="18105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423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Propietarios, inquilinos, inmuebles, usuarios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4" name="Shape 12"/>
          <p:cNvSpPr/>
          <p:nvPr/>
        </p:nvSpPr>
        <p:spPr>
          <a:xfrm>
            <a:off x="8366760" y="1828800"/>
            <a:ext cx="411480" cy="411480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5" name="Text 13"/>
          <p:cNvSpPr/>
          <p:nvPr/>
        </p:nvSpPr>
        <p:spPr>
          <a:xfrm>
            <a:off x="836676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915400" y="181051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423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Acuerdos de alquiler y sus condiciones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5204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19" name="Shape 17"/>
          <p:cNvSpPr/>
          <p:nvPr/>
        </p:nvSpPr>
        <p:spPr>
          <a:xfrm>
            <a:off x="868680" y="3794760"/>
            <a:ext cx="411480" cy="411480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0" name="Text 18"/>
          <p:cNvSpPr/>
          <p:nvPr/>
        </p:nvSpPr>
        <p:spPr>
          <a:xfrm>
            <a:off x="86868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417320" y="37764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4389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CxC, pagos, caja, adelantos y mora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389120" y="35204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4" name="Shape 22"/>
          <p:cNvSpPr/>
          <p:nvPr/>
        </p:nvSpPr>
        <p:spPr>
          <a:xfrm>
            <a:off x="4617720" y="3794760"/>
            <a:ext cx="411480" cy="411480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25" name="Text 23"/>
          <p:cNvSpPr/>
          <p:nvPr/>
        </p:nvSpPr>
        <p:spPr>
          <a:xfrm>
            <a:off x="461772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166360" y="37764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Liquidaciones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63440" y="4389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 a propietarios y otros ingresos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35204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DO"/>
          </a:p>
        </p:txBody>
      </p:sp>
      <p:sp>
        <p:nvSpPr>
          <p:cNvPr id="29" name="Shape 27"/>
          <p:cNvSpPr/>
          <p:nvPr/>
        </p:nvSpPr>
        <p:spPr>
          <a:xfrm>
            <a:off x="8366760" y="3794760"/>
            <a:ext cx="411480" cy="411480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0" name="Text 28"/>
          <p:cNvSpPr/>
          <p:nvPr/>
        </p:nvSpPr>
        <p:spPr>
          <a:xfrm>
            <a:off x="8366760" y="3794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915400" y="37764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linea con mis clientes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412480" y="438912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Mensajeria WhatsApp para cobranza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al sistema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entra con su correo y contrasena.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 roles: Administrador y Asistente.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protege toda la informacion del negocio.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01-logi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Tablero de control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Cobrado del mes, en administracion y liquidado.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Inmuebles ocupados y disponibles.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en mora y montos de un vistazo.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02-tablero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inmuebles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Ubicacion de los inmuebles en el mapa.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segun nivel de morosidad.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 rapida del estado de cada propiedad.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03-map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Propietarios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banco y tipo de comision de cada dueno.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Dueno Unico o Familiar (con copropietarios).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calcular las liquidaciones.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04-propietari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Inquilinos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completos de cada inquilino.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Casilla "Enviar mensajes via WhatsApp".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reciben mensajes los que esten cotejados.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05-inquilin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Inmuebles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propiedad con su monto de alquiler.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disponible, ocupado, etc.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Agrupados por propietario.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06-inmueble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 inmueble + inquilino + propietario.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monto, dia de cobro, gracia y mora.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las cuentas por cobrar automaticamente.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07-contrat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 por Cobrar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cada inquilino debe, mes a mes.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 vencidos y mora calculada sola.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 de mora con motivo y registro.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08-cx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pagos de los inquilinos.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"Pago Vario" para otros ingresos (depositos).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Recibo imprimible de cada cobro.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09-pag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Sesion de Caja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 y cierre diario de caja.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Totales por efectivo, transferencia, etc.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cerrar, el dinero pasa a administracion.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10-caj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Generar Liquidacion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los pagos a entregar al dueno.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 comision automaticamente.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Confirmas numero y fecha antes de generar.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11-generar-liq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Recibo de Liquidacion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imprimible para el propietario.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 Familiar, reparte el neto por % a cada copropietario.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anulacion con motivo.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12-recibo-liq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Otros Ingresos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 los "Pagos Varios" recibidos.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 imprimible con su numero.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cuenta como ganancia del negocio.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13-otros-ingres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 General de CxC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cartera por cobrar en una tabla.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Exportable a Excel para tablas dinamicas.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propietario y saldo pendiente.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14-reporte-cx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y Comisiones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cobrado, liquidado y beneficio.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Comisiones + recargos = beneficio general.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fecha, propietario e inquilino.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15-beneficio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B4F8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2F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linea con mis clientes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618488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6" name="Text 4"/>
          <p:cNvSpPr/>
          <p:nvPr/>
        </p:nvSpPr>
        <p:spPr>
          <a:xfrm>
            <a:off x="868680" y="1554480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Recordatorios automaticos los dias que elijas.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59736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masivo con archivo adjunto.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3300984"/>
            <a:ext cx="146304" cy="146304"/>
          </a:xfrm>
          <a:prstGeom prst="ellipse">
            <a:avLst/>
          </a:prstGeom>
          <a:solidFill>
            <a:srgbClr val="7DD3FC"/>
          </a:solidFill>
          <a:ln/>
        </p:spPr>
        <p:txBody>
          <a:bodyPr/>
          <a:lstStyle/>
          <a:p>
            <a:endParaRPr lang="es-DO"/>
          </a:p>
        </p:txBody>
      </p:sp>
      <p:sp>
        <p:nvSpPr>
          <p:cNvPr id="10" name="Text 8"/>
          <p:cNvSpPr/>
          <p:nvPr/>
        </p:nvSpPr>
        <p:spPr>
          <a:xfrm>
            <a:off x="868680" y="3236976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 de numero escaneando un QR nuevo.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0" y="1463040"/>
            <a:ext cx="621792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s-DO"/>
          </a:p>
        </p:txBody>
      </p:sp>
      <p:pic>
        <p:nvPicPr>
          <p:cNvPr id="12" name="Image 0" descr="C:\Users\Rudy\OneDrive - AM COMERCIAL\Rudy\Claude\Sistema de Condominios\manual-fotos\foto-16-whatsap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0" y="155448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2F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conectado,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</a:t>
            </a: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4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automaticov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71600" y="2743200"/>
            <a:ext cx="94457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proceso nocturno genera las cuentas por cobrar y recalcula la mora cada dia.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recordatorios de WhatsApp salen solos. Tu decides; el sistema ejecuta.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14400" y="57607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Fanny Mercedes &amp; Asoc.  -  Sistema de Inmuebles v5</a:t>
            </a:r>
            <a:endParaRPr lang="en-US" sz="1400" dirty="0"/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A93E92F-285A-1497-9007-F0A6F46E7755}"/>
              </a:ext>
            </a:extLst>
          </p:cNvPr>
          <p:cNvSpPr/>
          <p:nvPr/>
        </p:nvSpPr>
        <p:spPr>
          <a:xfrm>
            <a:off x="914400" y="397764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Ahora vamos a la practica!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660</Words>
  <Application>Microsoft Office PowerPoint</Application>
  <PresentationFormat>Personalizado</PresentationFormat>
  <Paragraphs>142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Rudy Mercedes</cp:lastModifiedBy>
  <cp:revision>1</cp:revision>
  <dcterms:created xsi:type="dcterms:W3CDTF">2026-06-27T03:11:50Z</dcterms:created>
  <dcterms:modified xsi:type="dcterms:W3CDTF">2026-06-27T03:34:50Z</dcterms:modified>
</cp:coreProperties>
</file>