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 RD$ (M)</c:v>
                </c:pt>
              </c:strCache>
            </c:strRef>
          </c:tx>
          <c:spPr>
            <a:solidFill>
              <a:srgbClr val="0C9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45</c:v>
                </c:pt>
                <c:pt idx="2">
                  <c:v>43</c:v>
                </c:pt>
                <c:pt idx="3">
                  <c:v>48</c:v>
                </c:pt>
                <c:pt idx="4">
                  <c:v>51</c:v>
                </c:pt>
                <c:pt idx="5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Reemplace título, subtítulo, nombre, área y fecha. Un solo mensaje claro en el título.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Liste 3–6 puntos. Borre las filas que no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 DE SECCIÓN. Cambie el número y el nombre de la sección. Úselo entre bloques de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CONTENIDO. Título con mensaje (no rótulo neutro). Bullets con datos. Cada gráfica lleva su 'Lectura.' debajo con la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COLUMNAS. Úselo para comparar (antes/después, canal A vs B, pros/contras).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KPIs + SEMAFORO. Reemplace números. Toda tabla de montos lleva columna % y fila Total que reconcilie al centavo. Distinga RD$ de US$. Semaforo: verde &gt;=100%, ambar 85-99%, rojo &lt;85%.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GRAFICO. Titulo con el mensaje, no un rotulo neutro. Edite la serie de datos (clic derecho &gt; Modificar datos). 'Lectura.' con la conclusion debajo.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CLAVE. Uselo para una idea fuerza o cita. Una sola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Tabla de acciones con dueño y fecha (obligatorio). Complete el contacto. 'AM Comercial - Confidencial' al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_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9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A0A0A">
                <a:alpha val="25000"/>
              </a:srgbClr>
            </a:outerShdw>
          </a:effectLst>
        </p:spPr>
      </p:sp>
      <p:pic>
        <p:nvPicPr>
          <p:cNvPr id="3" name="Image 0" descr="logo_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41248"/>
            <a:ext cx="274320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PRESENTACIÓN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58368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 o mensaje clave en una línea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8368" y="5212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por:  [Nombre]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Canal:  [Ventas]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Fecha:  [mes año]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C9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54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203F9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del período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0C9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por canal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rgbClr val="203F9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y oportunidades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0C9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5029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 y próximos pasos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Comercial — Confidencial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C9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3566160" y="27432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la sección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84448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FC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línea que resume de qué trata esta sección.</a:t>
            </a:r>
            <a:endParaRPr lang="en-US" sz="1600" dirty="0"/>
          </a:p>
        </p:txBody>
      </p:sp>
      <p:pic>
        <p:nvPicPr>
          <p:cNvPr id="5" name="Image 0" descr="emblema_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48640"/>
            <a:ext cx="12801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contenido con el mensaje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Sumario: en 1–2 frases diga qué se va a ver aquí y para qué.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clave uno con el dato que lo respalda.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clave dos, concreto y con número.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clave tres.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clave cuatro.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920240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2F5F3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3291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Imagen, gráfico o tabla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Lectura.  </a:t>
            </a:r>
            <a:pPr algn="l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de una línea con el dato clave.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Comercial — Confidencial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en dos columnas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2F5F3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0C9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o dato uno.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o dato dos.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o dato tres.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2F5F3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6459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03F99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45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 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o dato uno.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o dato dos.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o dato tres.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Comercial — Confidencial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del período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2F5F3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9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RD$ 0.0M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del 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417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2F5F3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554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03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vs presupuesto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2F5F3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54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9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63640" y="2377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atendidos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4173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2F5F3"/>
          </a:solidFill>
          <a:ln w="12700">
            <a:solidFill>
              <a:srgbClr val="D9D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5544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03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98280" y="2377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mes anterior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377440"/>
                <a:gridCol w="137160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RD$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RD$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Minorista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Mayorista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1A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Institucional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1A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3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Lectura.  </a:t>
            </a:r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 bajo la meta; el total cierra en 98.4% por el arrastre de Mayorista.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Semáforo:  ● ≥100%   ·   ● 85–99%   ·   ● &lt;85%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Comercial — Confidencial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crecimiento viene del canal nuevo; la base cae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554480"/>
          <a:ext cx="11247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F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Lectura.  </a:t>
            </a:r>
            <a:pPr algn="l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 aquí la conclusión de la gráfica con el dato clave.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Comercial — Confidencial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9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1F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097280" y="2377440"/>
            <a:ext cx="9966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va el mensaje clave de la presentación en una frase memorable.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115568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Fuente o autor del mensaje</a:t>
            </a:r>
            <a:endParaRPr lang="en-US" sz="1600" dirty="0"/>
          </a:p>
        </p:txBody>
      </p:sp>
      <p:pic>
        <p:nvPicPr>
          <p:cNvPr id="5" name="Image 0" descr="emblema_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6035040"/>
            <a:ext cx="12801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próximos pasos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126480"/>
                <a:gridCol w="24688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Señal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Dueño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94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 concreta a tomar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[dd/mm]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1A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 concreta a tomar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[dd/mm]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4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 concreta a tomar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[dd/mm]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29768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pic>
        <p:nvPicPr>
          <p:cNvPr id="5" name="Image 0" descr="logo_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80560"/>
            <a:ext cx="2743200" cy="1005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06240" y="4617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DA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[Nombre] · [correo] · [teléfono]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C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Comercial — Confidencial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C5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2026-08-10T14:38:00Z</dcterms:created>
  <dcterms:modified xsi:type="dcterms:W3CDTF">2026-08-10T14:38:00Z</dcterms:modified>
</cp:coreProperties>
</file>